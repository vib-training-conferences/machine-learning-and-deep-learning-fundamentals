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860" r:id="rId5"/>
    <p:sldMasterId id="2147483752" r:id="rId6"/>
    <p:sldMasterId id="2147483890" r:id="rId7"/>
    <p:sldMasterId id="2147483891" r:id="rId8"/>
    <p:sldMasterId id="2147483711" r:id="rId9"/>
    <p:sldMasterId id="2147483913" r:id="rId10"/>
    <p:sldMasterId id="2147483935" r:id="rId11"/>
  </p:sldMasterIdLst>
  <p:notesMasterIdLst>
    <p:notesMasterId r:id="rId33"/>
  </p:notesMasterIdLst>
  <p:handoutMasterIdLst>
    <p:handoutMasterId r:id="rId34"/>
  </p:handoutMasterIdLst>
  <p:sldIdLst>
    <p:sldId id="431" r:id="rId12"/>
    <p:sldId id="433" r:id="rId13"/>
    <p:sldId id="419" r:id="rId14"/>
    <p:sldId id="450" r:id="rId15"/>
    <p:sldId id="452" r:id="rId16"/>
    <p:sldId id="437" r:id="rId17"/>
    <p:sldId id="438" r:id="rId18"/>
    <p:sldId id="439" r:id="rId19"/>
    <p:sldId id="440" r:id="rId20"/>
    <p:sldId id="441" r:id="rId21"/>
    <p:sldId id="442" r:id="rId22"/>
    <p:sldId id="453" r:id="rId23"/>
    <p:sldId id="454" r:id="rId24"/>
    <p:sldId id="455" r:id="rId25"/>
    <p:sldId id="506" r:id="rId26"/>
    <p:sldId id="445" r:id="rId27"/>
    <p:sldId id="507" r:id="rId28"/>
    <p:sldId id="446" r:id="rId29"/>
    <p:sldId id="447" r:id="rId30"/>
    <p:sldId id="449" r:id="rId31"/>
    <p:sldId id="448" r:id="rId3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551" userDrawn="1">
          <p15:clr>
            <a:srgbClr val="A4A3A4"/>
          </p15:clr>
        </p15:guide>
        <p15:guide id="3" orient="horz" pos="2931" userDrawn="1">
          <p15:clr>
            <a:srgbClr val="A4A3A4"/>
          </p15:clr>
        </p15:guide>
        <p15:guide id="4" orient="horz" pos="2137" userDrawn="1">
          <p15:clr>
            <a:srgbClr val="A4A3A4"/>
          </p15:clr>
        </p15:guide>
        <p15:guide id="5" orient="horz" pos="107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311BA8-933E-02E3-D02C-66D699C11360}" name="Matheus Lourenço" initials="ML" userId="S::matheus.lourenco@vib.be::d44209e8-f0d6-4c43-b6b0-f6a25df566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3B93"/>
    <a:srgbClr val="C2AFD0"/>
    <a:srgbClr val="ED4D6B"/>
    <a:srgbClr val="D1E4F7"/>
    <a:srgbClr val="617FC0"/>
    <a:srgbClr val="A1C1FF"/>
    <a:srgbClr val="CCEDED"/>
    <a:srgbClr val="E82E4F"/>
    <a:srgbClr val="00205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50903-AC50-B443-B5D3-12AC7BFE1B69}" v="238" dt="2026-03-31T10:18:40.4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9"/>
    <p:restoredTop sz="82466"/>
  </p:normalViewPr>
  <p:slideViewPr>
    <p:cSldViewPr snapToGrid="0">
      <p:cViewPr>
        <p:scale>
          <a:sx n="105" d="100"/>
          <a:sy n="105" d="100"/>
        </p:scale>
        <p:origin x="1504" y="464"/>
      </p:cViewPr>
      <p:guideLst>
        <p:guide orient="horz" pos="3521"/>
        <p:guide pos="551"/>
        <p:guide orient="horz" pos="2931"/>
        <p:guide orient="horz" pos="2137"/>
        <p:guide orient="horz" pos="107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microsoft.com/office/2016/11/relationships/changesInfo" Target="changesInfos/changesInfo1.xml"/><Relationship Id="rId21" Type="http://schemas.openxmlformats.org/officeDocument/2006/relationships/slide" Target="slides/slide10.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notesMaster" Target="notesMasters/notesMaster1.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lan Heyse" userId="960fa660-ab54-4cd3-b9d2-159a5d7ebdb8" providerId="ADAL" clId="{63D4EA39-128F-5223-85F2-0699DF93DF01}"/>
    <pc:docChg chg="undo custSel addSld delSld modSld sldOrd">
      <pc:chgData name="Jolan Heyse" userId="960fa660-ab54-4cd3-b9d2-159a5d7ebdb8" providerId="ADAL" clId="{63D4EA39-128F-5223-85F2-0699DF93DF01}" dt="2026-03-31T10:19:12.730" v="2509" actId="1076"/>
      <pc:docMkLst>
        <pc:docMk/>
      </pc:docMkLst>
      <pc:sldChg chg="addSp delSp modSp add mod modNotesTx">
        <pc:chgData name="Jolan Heyse" userId="960fa660-ab54-4cd3-b9d2-159a5d7ebdb8" providerId="ADAL" clId="{63D4EA39-128F-5223-85F2-0699DF93DF01}" dt="2026-03-09T15:46:57.437" v="512" actId="20577"/>
        <pc:sldMkLst>
          <pc:docMk/>
          <pc:sldMk cId="369410682" sldId="419"/>
        </pc:sldMkLst>
        <pc:spChg chg="mod">
          <ac:chgData name="Jolan Heyse" userId="960fa660-ab54-4cd3-b9d2-159a5d7ebdb8" providerId="ADAL" clId="{63D4EA39-128F-5223-85F2-0699DF93DF01}" dt="2026-03-09T15:42:19.972" v="18" actId="1035"/>
          <ac:spMkLst>
            <pc:docMk/>
            <pc:sldMk cId="369410682" sldId="419"/>
            <ac:spMk id="17" creationId="{3E8B8203-DCE8-CA2A-59E3-0087D5625BBA}"/>
          </ac:spMkLst>
        </pc:spChg>
        <pc:spChg chg="mod">
          <ac:chgData name="Jolan Heyse" userId="960fa660-ab54-4cd3-b9d2-159a5d7ebdb8" providerId="ADAL" clId="{63D4EA39-128F-5223-85F2-0699DF93DF01}" dt="2026-03-09T15:42:19.972" v="18" actId="1035"/>
          <ac:spMkLst>
            <pc:docMk/>
            <pc:sldMk cId="369410682" sldId="419"/>
            <ac:spMk id="22" creationId="{F0A93DDE-9367-5229-D1EE-0A804C3E7651}"/>
          </ac:spMkLst>
        </pc:spChg>
        <pc:spChg chg="mod">
          <ac:chgData name="Jolan Heyse" userId="960fa660-ab54-4cd3-b9d2-159a5d7ebdb8" providerId="ADAL" clId="{63D4EA39-128F-5223-85F2-0699DF93DF01}" dt="2026-03-09T15:42:19.972" v="18" actId="1035"/>
          <ac:spMkLst>
            <pc:docMk/>
            <pc:sldMk cId="369410682" sldId="419"/>
            <ac:spMk id="98" creationId="{86DBBEEF-35BF-A896-C73C-BAB2AE517DAC}"/>
          </ac:spMkLst>
        </pc:spChg>
        <pc:grpChg chg="mod">
          <ac:chgData name="Jolan Heyse" userId="960fa660-ab54-4cd3-b9d2-159a5d7ebdb8" providerId="ADAL" clId="{63D4EA39-128F-5223-85F2-0699DF93DF01}" dt="2026-03-09T15:42:19.972" v="18" actId="1035"/>
          <ac:grpSpMkLst>
            <pc:docMk/>
            <pc:sldMk cId="369410682" sldId="419"/>
            <ac:grpSpMk id="51" creationId="{E58BF8C0-0339-0300-C50A-498985D3752D}"/>
          </ac:grpSpMkLst>
        </pc:grpChg>
        <pc:grpChg chg="mod">
          <ac:chgData name="Jolan Heyse" userId="960fa660-ab54-4cd3-b9d2-159a5d7ebdb8" providerId="ADAL" clId="{63D4EA39-128F-5223-85F2-0699DF93DF01}" dt="2026-03-09T15:42:19.972" v="18" actId="1035"/>
          <ac:grpSpMkLst>
            <pc:docMk/>
            <pc:sldMk cId="369410682" sldId="419"/>
            <ac:grpSpMk id="100" creationId="{F49A7FC1-C896-6DE2-18B8-FE9662B57A4A}"/>
          </ac:grpSpMkLst>
        </pc:grpChg>
        <pc:grpChg chg="mod">
          <ac:chgData name="Jolan Heyse" userId="960fa660-ab54-4cd3-b9d2-159a5d7ebdb8" providerId="ADAL" clId="{63D4EA39-128F-5223-85F2-0699DF93DF01}" dt="2026-03-09T15:42:19.972" v="18" actId="1035"/>
          <ac:grpSpMkLst>
            <pc:docMk/>
            <pc:sldMk cId="369410682" sldId="419"/>
            <ac:grpSpMk id="123" creationId="{A2450864-F962-DA7C-CD80-7F4E9896F956}"/>
          </ac:grpSpMkLst>
        </pc:grpChg>
        <pc:grpChg chg="mod">
          <ac:chgData name="Jolan Heyse" userId="960fa660-ab54-4cd3-b9d2-159a5d7ebdb8" providerId="ADAL" clId="{63D4EA39-128F-5223-85F2-0699DF93DF01}" dt="2026-03-09T15:42:19.972" v="18" actId="1035"/>
          <ac:grpSpMkLst>
            <pc:docMk/>
            <pc:sldMk cId="369410682" sldId="419"/>
            <ac:grpSpMk id="161" creationId="{6AB01A15-B181-C3ED-9F90-9BB0983EC7DB}"/>
          </ac:grpSpMkLst>
        </pc:grpChg>
        <pc:cxnChg chg="mod">
          <ac:chgData name="Jolan Heyse" userId="960fa660-ab54-4cd3-b9d2-159a5d7ebdb8" providerId="ADAL" clId="{63D4EA39-128F-5223-85F2-0699DF93DF01}" dt="2026-03-09T15:42:19.972" v="18" actId="1035"/>
          <ac:cxnSpMkLst>
            <pc:docMk/>
            <pc:sldMk cId="369410682" sldId="419"/>
            <ac:cxnSpMk id="21" creationId="{D50ECD1E-7D4D-85FC-FA47-96A350E41EB4}"/>
          </ac:cxnSpMkLst>
        </pc:cxnChg>
        <pc:cxnChg chg="mod">
          <ac:chgData name="Jolan Heyse" userId="960fa660-ab54-4cd3-b9d2-159a5d7ebdb8" providerId="ADAL" clId="{63D4EA39-128F-5223-85F2-0699DF93DF01}" dt="2026-03-09T15:42:19.972" v="18" actId="1035"/>
          <ac:cxnSpMkLst>
            <pc:docMk/>
            <pc:sldMk cId="369410682" sldId="419"/>
            <ac:cxnSpMk id="147" creationId="{97E97B3D-0DDA-4F37-C97C-6D591E818471}"/>
          </ac:cxnSpMkLst>
        </pc:cxnChg>
        <pc:cxnChg chg="mod">
          <ac:chgData name="Jolan Heyse" userId="960fa660-ab54-4cd3-b9d2-159a5d7ebdb8" providerId="ADAL" clId="{63D4EA39-128F-5223-85F2-0699DF93DF01}" dt="2026-03-09T15:42:19.972" v="18" actId="1035"/>
          <ac:cxnSpMkLst>
            <pc:docMk/>
            <pc:sldMk cId="369410682" sldId="419"/>
            <ac:cxnSpMk id="172" creationId="{20F287F7-ED44-C371-6613-4DA4B824144D}"/>
          </ac:cxnSpMkLst>
        </pc:cxnChg>
      </pc:sldChg>
      <pc:sldChg chg="mod modShow">
        <pc:chgData name="Jolan Heyse" userId="960fa660-ab54-4cd3-b9d2-159a5d7ebdb8" providerId="ADAL" clId="{63D4EA39-128F-5223-85F2-0699DF93DF01}" dt="2026-03-09T15:41:25.275" v="0" actId="729"/>
        <pc:sldMkLst>
          <pc:docMk/>
          <pc:sldMk cId="802769936" sldId="433"/>
        </pc:sldMkLst>
      </pc:sldChg>
      <pc:sldChg chg="addSp modSp mod modAnim">
        <pc:chgData name="Jolan Heyse" userId="960fa660-ab54-4cd3-b9d2-159a5d7ebdb8" providerId="ADAL" clId="{63D4EA39-128F-5223-85F2-0699DF93DF01}" dt="2026-03-10T16:12:09.928" v="1285"/>
        <pc:sldMkLst>
          <pc:docMk/>
          <pc:sldMk cId="574515805" sldId="440"/>
        </pc:sldMkLst>
        <pc:spChg chg="add mod">
          <ac:chgData name="Jolan Heyse" userId="960fa660-ab54-4cd3-b9d2-159a5d7ebdb8" providerId="ADAL" clId="{63D4EA39-128F-5223-85F2-0699DF93DF01}" dt="2026-03-10T16:12:00.522" v="1284" actId="1076"/>
          <ac:spMkLst>
            <pc:docMk/>
            <pc:sldMk cId="574515805" sldId="440"/>
            <ac:spMk id="5" creationId="{C67739C6-66D8-238B-EF4B-BC3EB28C4564}"/>
          </ac:spMkLst>
        </pc:spChg>
      </pc:sldChg>
      <pc:sldChg chg="delSp modSp mod modAnim">
        <pc:chgData name="Jolan Heyse" userId="960fa660-ab54-4cd3-b9d2-159a5d7ebdb8" providerId="ADAL" clId="{63D4EA39-128F-5223-85F2-0699DF93DF01}" dt="2026-03-31T09:55:16.228" v="1772"/>
        <pc:sldMkLst>
          <pc:docMk/>
          <pc:sldMk cId="3715681302" sldId="441"/>
        </pc:sldMkLst>
        <pc:spChg chg="mod">
          <ac:chgData name="Jolan Heyse" userId="960fa660-ab54-4cd3-b9d2-159a5d7ebdb8" providerId="ADAL" clId="{63D4EA39-128F-5223-85F2-0699DF93DF01}" dt="2026-03-10T16:14:02.969" v="1289" actId="207"/>
          <ac:spMkLst>
            <pc:docMk/>
            <pc:sldMk cId="3715681302" sldId="441"/>
            <ac:spMk id="6" creationId="{721DFFD1-5E05-C43B-BE73-B9E63E6FF50D}"/>
          </ac:spMkLst>
        </pc:spChg>
      </pc:sldChg>
      <pc:sldChg chg="addSp delSp modSp mod modAnim">
        <pc:chgData name="Jolan Heyse" userId="960fa660-ab54-4cd3-b9d2-159a5d7ebdb8" providerId="ADAL" clId="{63D4EA39-128F-5223-85F2-0699DF93DF01}" dt="2026-03-10T16:17:33.823" v="1433" actId="403"/>
        <pc:sldMkLst>
          <pc:docMk/>
          <pc:sldMk cId="1705202790" sldId="442"/>
        </pc:sldMkLst>
        <pc:spChg chg="add mod">
          <ac:chgData name="Jolan Heyse" userId="960fa660-ab54-4cd3-b9d2-159a5d7ebdb8" providerId="ADAL" clId="{63D4EA39-128F-5223-85F2-0699DF93DF01}" dt="2026-03-10T16:17:33.823" v="1433" actId="403"/>
          <ac:spMkLst>
            <pc:docMk/>
            <pc:sldMk cId="1705202790" sldId="442"/>
            <ac:spMk id="3" creationId="{AFD79B1F-1AC2-6CE3-0029-32EAFFB257FE}"/>
          </ac:spMkLst>
        </pc:spChg>
        <pc:picChg chg="mod">
          <ac:chgData name="Jolan Heyse" userId="960fa660-ab54-4cd3-b9d2-159a5d7ebdb8" providerId="ADAL" clId="{63D4EA39-128F-5223-85F2-0699DF93DF01}" dt="2026-03-10T16:15:35.805" v="1294" actId="1076"/>
          <ac:picMkLst>
            <pc:docMk/>
            <pc:sldMk cId="1705202790" sldId="442"/>
            <ac:picMk id="28674" creationId="{60610407-E7D0-ACC2-B12E-D4EB600A90C5}"/>
          </ac:picMkLst>
        </pc:picChg>
        <pc:cxnChg chg="add mod">
          <ac:chgData name="Jolan Heyse" userId="960fa660-ab54-4cd3-b9d2-159a5d7ebdb8" providerId="ADAL" clId="{63D4EA39-128F-5223-85F2-0699DF93DF01}" dt="2026-03-10T16:16:52.539" v="1421" actId="1582"/>
          <ac:cxnSpMkLst>
            <pc:docMk/>
            <pc:sldMk cId="1705202790" sldId="442"/>
            <ac:cxnSpMk id="6" creationId="{1A24B53C-3272-96E0-F8EC-EF8C1000C3D4}"/>
          </ac:cxnSpMkLst>
        </pc:cxnChg>
        <pc:cxnChg chg="add mod">
          <ac:chgData name="Jolan Heyse" userId="960fa660-ab54-4cd3-b9d2-159a5d7ebdb8" providerId="ADAL" clId="{63D4EA39-128F-5223-85F2-0699DF93DF01}" dt="2026-03-10T16:16:57.690" v="1423" actId="1076"/>
          <ac:cxnSpMkLst>
            <pc:docMk/>
            <pc:sldMk cId="1705202790" sldId="442"/>
            <ac:cxnSpMk id="7" creationId="{12CFDE1C-25C1-BA6F-3B2B-59F89EB4A7E1}"/>
          </ac:cxnSpMkLst>
        </pc:cxnChg>
      </pc:sldChg>
      <pc:sldChg chg="addSp delSp modSp mod">
        <pc:chgData name="Jolan Heyse" userId="960fa660-ab54-4cd3-b9d2-159a5d7ebdb8" providerId="ADAL" clId="{63D4EA39-128F-5223-85F2-0699DF93DF01}" dt="2026-03-10T16:22:56.576" v="1714" actId="478"/>
        <pc:sldMkLst>
          <pc:docMk/>
          <pc:sldMk cId="1742742952" sldId="445"/>
        </pc:sldMkLst>
      </pc:sldChg>
      <pc:sldChg chg="modSp mod">
        <pc:chgData name="Jolan Heyse" userId="960fa660-ab54-4cd3-b9d2-159a5d7ebdb8" providerId="ADAL" clId="{63D4EA39-128F-5223-85F2-0699DF93DF01}" dt="2026-03-31T10:17:48.614" v="2420" actId="1076"/>
        <pc:sldMkLst>
          <pc:docMk/>
          <pc:sldMk cId="1543503070" sldId="448"/>
        </pc:sldMkLst>
        <pc:spChg chg="mod">
          <ac:chgData name="Jolan Heyse" userId="960fa660-ab54-4cd3-b9d2-159a5d7ebdb8" providerId="ADAL" clId="{63D4EA39-128F-5223-85F2-0699DF93DF01}" dt="2026-03-31T10:17:48.614" v="2420" actId="1076"/>
          <ac:spMkLst>
            <pc:docMk/>
            <pc:sldMk cId="1543503070" sldId="448"/>
            <ac:spMk id="5" creationId="{F4836FAE-AE65-3EFE-9005-8124DC6ED151}"/>
          </ac:spMkLst>
        </pc:spChg>
      </pc:sldChg>
      <pc:sldChg chg="addSp delSp modSp mod modAnim">
        <pc:chgData name="Jolan Heyse" userId="960fa660-ab54-4cd3-b9d2-159a5d7ebdb8" providerId="ADAL" clId="{63D4EA39-128F-5223-85F2-0699DF93DF01}" dt="2026-03-31T10:19:12.730" v="2509" actId="1076"/>
        <pc:sldMkLst>
          <pc:docMk/>
          <pc:sldMk cId="746621411" sldId="449"/>
        </pc:sldMkLst>
        <pc:spChg chg="add del">
          <ac:chgData name="Jolan Heyse" userId="960fa660-ab54-4cd3-b9d2-159a5d7ebdb8" providerId="ADAL" clId="{63D4EA39-128F-5223-85F2-0699DF93DF01}" dt="2026-03-31T10:14:15.096" v="2087" actId="478"/>
          <ac:spMkLst>
            <pc:docMk/>
            <pc:sldMk cId="746621411" sldId="449"/>
            <ac:spMk id="4" creationId="{291BA6C3-E016-1A9C-5C9E-809E90B8AA94}"/>
          </ac:spMkLst>
        </pc:spChg>
        <pc:spChg chg="add del mod">
          <ac:chgData name="Jolan Heyse" userId="960fa660-ab54-4cd3-b9d2-159a5d7ebdb8" providerId="ADAL" clId="{63D4EA39-128F-5223-85F2-0699DF93DF01}" dt="2026-03-31T10:14:09.161" v="2086" actId="478"/>
          <ac:spMkLst>
            <pc:docMk/>
            <pc:sldMk cId="746621411" sldId="449"/>
            <ac:spMk id="7" creationId="{85EBA77A-5689-8054-D736-277A77A594A9}"/>
          </ac:spMkLst>
        </pc:spChg>
        <pc:spChg chg="mod">
          <ac:chgData name="Jolan Heyse" userId="960fa660-ab54-4cd3-b9d2-159a5d7ebdb8" providerId="ADAL" clId="{63D4EA39-128F-5223-85F2-0699DF93DF01}" dt="2026-03-31T10:19:12.730" v="2509" actId="1076"/>
          <ac:spMkLst>
            <pc:docMk/>
            <pc:sldMk cId="746621411" sldId="449"/>
            <ac:spMk id="8" creationId="{9D0A671D-CF69-1CEA-D8B2-93C3E2B23EBA}"/>
          </ac:spMkLst>
        </pc:spChg>
        <pc:spChg chg="mod">
          <ac:chgData name="Jolan Heyse" userId="960fa660-ab54-4cd3-b9d2-159a5d7ebdb8" providerId="ADAL" clId="{63D4EA39-128F-5223-85F2-0699DF93DF01}" dt="2026-03-31T10:19:12.730" v="2509" actId="1076"/>
          <ac:spMkLst>
            <pc:docMk/>
            <pc:sldMk cId="746621411" sldId="449"/>
            <ac:spMk id="9" creationId="{EA1AE40D-B6BF-EAE4-B027-B51614ECBAE1}"/>
          </ac:spMkLst>
        </pc:spChg>
        <pc:spChg chg="add mod">
          <ac:chgData name="Jolan Heyse" userId="960fa660-ab54-4cd3-b9d2-159a5d7ebdb8" providerId="ADAL" clId="{63D4EA39-128F-5223-85F2-0699DF93DF01}" dt="2026-03-31T10:14:07.195" v="2084" actId="767"/>
          <ac:spMkLst>
            <pc:docMk/>
            <pc:sldMk cId="746621411" sldId="449"/>
            <ac:spMk id="10" creationId="{58F58A26-4D83-09A5-0DB9-C18ED6585D45}"/>
          </ac:spMkLst>
        </pc:spChg>
        <pc:spChg chg="add del mod">
          <ac:chgData name="Jolan Heyse" userId="960fa660-ab54-4cd3-b9d2-159a5d7ebdb8" providerId="ADAL" clId="{63D4EA39-128F-5223-85F2-0699DF93DF01}" dt="2026-03-31T10:14:17.637" v="2088" actId="478"/>
          <ac:spMkLst>
            <pc:docMk/>
            <pc:sldMk cId="746621411" sldId="449"/>
            <ac:spMk id="12" creationId="{1E21F615-3964-500F-266A-C1FB70D9513F}"/>
          </ac:spMkLst>
        </pc:spChg>
        <pc:spChg chg="add mod">
          <ac:chgData name="Jolan Heyse" userId="960fa660-ab54-4cd3-b9d2-159a5d7ebdb8" providerId="ADAL" clId="{63D4EA39-128F-5223-85F2-0699DF93DF01}" dt="2026-03-31T10:18:59.278" v="2506" actId="1076"/>
          <ac:spMkLst>
            <pc:docMk/>
            <pc:sldMk cId="746621411" sldId="449"/>
            <ac:spMk id="13" creationId="{925EABE4-A5C6-BFC2-1A1A-7E2682C9EB19}"/>
          </ac:spMkLst>
        </pc:spChg>
        <pc:spChg chg="add mod">
          <ac:chgData name="Jolan Heyse" userId="960fa660-ab54-4cd3-b9d2-159a5d7ebdb8" providerId="ADAL" clId="{63D4EA39-128F-5223-85F2-0699DF93DF01}" dt="2026-03-31T10:18:54.697" v="2505" actId="1035"/>
          <ac:spMkLst>
            <pc:docMk/>
            <pc:sldMk cId="746621411" sldId="449"/>
            <ac:spMk id="14" creationId="{D082547C-3A5C-2D27-4F92-AAE841F74290}"/>
          </ac:spMkLst>
        </pc:spChg>
        <pc:spChg chg="add mod">
          <ac:chgData name="Jolan Heyse" userId="960fa660-ab54-4cd3-b9d2-159a5d7ebdb8" providerId="ADAL" clId="{63D4EA39-128F-5223-85F2-0699DF93DF01}" dt="2026-03-31T10:18:54.697" v="2505" actId="1035"/>
          <ac:spMkLst>
            <pc:docMk/>
            <pc:sldMk cId="746621411" sldId="449"/>
            <ac:spMk id="15" creationId="{5A73D26D-0CC8-9F27-5D54-83079A129E3A}"/>
          </ac:spMkLst>
        </pc:spChg>
        <pc:spChg chg="add mod">
          <ac:chgData name="Jolan Heyse" userId="960fa660-ab54-4cd3-b9d2-159a5d7ebdb8" providerId="ADAL" clId="{63D4EA39-128F-5223-85F2-0699DF93DF01}" dt="2026-03-31T10:18:54.697" v="2505" actId="1035"/>
          <ac:spMkLst>
            <pc:docMk/>
            <pc:sldMk cId="746621411" sldId="449"/>
            <ac:spMk id="16" creationId="{91515D59-24BC-5BAA-99CF-23AF15349C93}"/>
          </ac:spMkLst>
        </pc:spChg>
        <pc:spChg chg="mod">
          <ac:chgData name="Jolan Heyse" userId="960fa660-ab54-4cd3-b9d2-159a5d7ebdb8" providerId="ADAL" clId="{63D4EA39-128F-5223-85F2-0699DF93DF01}" dt="2026-03-31T10:19:12.730" v="2509" actId="1076"/>
          <ac:spMkLst>
            <pc:docMk/>
            <pc:sldMk cId="746621411" sldId="449"/>
            <ac:spMk id="18" creationId="{1031A677-8C85-EC15-1D2F-45D6A830DE9E}"/>
          </ac:spMkLst>
        </pc:spChg>
        <pc:grpChg chg="mod">
          <ac:chgData name="Jolan Heyse" userId="960fa660-ab54-4cd3-b9d2-159a5d7ebdb8" providerId="ADAL" clId="{63D4EA39-128F-5223-85F2-0699DF93DF01}" dt="2026-03-31T10:19:12.730" v="2509" actId="1076"/>
          <ac:grpSpMkLst>
            <pc:docMk/>
            <pc:sldMk cId="746621411" sldId="449"/>
            <ac:grpSpMk id="2" creationId="{B6D78F9B-A123-8426-BEEB-F056A17ED5EC}"/>
          </ac:grpSpMkLst>
        </pc:grpChg>
      </pc:sldChg>
      <pc:sldChg chg="addSp delSp modSp new mod">
        <pc:chgData name="Jolan Heyse" userId="960fa660-ab54-4cd3-b9d2-159a5d7ebdb8" providerId="ADAL" clId="{63D4EA39-128F-5223-85F2-0699DF93DF01}" dt="2026-03-09T15:44:40.085" v="53" actId="1076"/>
        <pc:sldMkLst>
          <pc:docMk/>
          <pc:sldMk cId="206575387" sldId="450"/>
        </pc:sldMkLst>
        <pc:spChg chg="add mod">
          <ac:chgData name="Jolan Heyse" userId="960fa660-ab54-4cd3-b9d2-159a5d7ebdb8" providerId="ADAL" clId="{63D4EA39-128F-5223-85F2-0699DF93DF01}" dt="2026-03-09T15:44:40.085" v="53" actId="1076"/>
          <ac:spMkLst>
            <pc:docMk/>
            <pc:sldMk cId="206575387" sldId="450"/>
            <ac:spMk id="5" creationId="{A6A3A5C3-5534-E2B1-C97B-E5CC04D7A351}"/>
          </ac:spMkLst>
        </pc:spChg>
        <pc:picChg chg="add mod">
          <ac:chgData name="Jolan Heyse" userId="960fa660-ab54-4cd3-b9d2-159a5d7ebdb8" providerId="ADAL" clId="{63D4EA39-128F-5223-85F2-0699DF93DF01}" dt="2026-03-09T15:43:54.725" v="40" actId="26606"/>
          <ac:picMkLst>
            <pc:docMk/>
            <pc:sldMk cId="206575387" sldId="450"/>
            <ac:picMk id="2050" creationId="{900C120C-7738-F390-03D3-6A5AC6092D4F}"/>
          </ac:picMkLst>
        </pc:picChg>
      </pc:sldChg>
      <pc:sldChg chg="addSp delSp modSp add mod ord modAnim modNotesTx">
        <pc:chgData name="Jolan Heyse" userId="960fa660-ab54-4cd3-b9d2-159a5d7ebdb8" providerId="ADAL" clId="{63D4EA39-128F-5223-85F2-0699DF93DF01}" dt="2026-03-31T09:53:41.409" v="1771"/>
        <pc:sldMkLst>
          <pc:docMk/>
          <pc:sldMk cId="2972879542" sldId="452"/>
        </pc:sldMkLst>
        <pc:spChg chg="mod">
          <ac:chgData name="Jolan Heyse" userId="960fa660-ab54-4cd3-b9d2-159a5d7ebdb8" providerId="ADAL" clId="{63D4EA39-128F-5223-85F2-0699DF93DF01}" dt="2026-03-31T09:53:21.056" v="1769" actId="1076"/>
          <ac:spMkLst>
            <pc:docMk/>
            <pc:sldMk cId="2972879542" sldId="452"/>
            <ac:spMk id="17" creationId="{B85D1221-DE68-B67A-B254-CE570B327556}"/>
          </ac:spMkLst>
        </pc:spChg>
        <pc:spChg chg="add del mod">
          <ac:chgData name="Jolan Heyse" userId="960fa660-ab54-4cd3-b9d2-159a5d7ebdb8" providerId="ADAL" clId="{63D4EA39-128F-5223-85F2-0699DF93DF01}" dt="2026-03-31T09:52:51.115" v="1734" actId="478"/>
          <ac:spMkLst>
            <pc:docMk/>
            <pc:sldMk cId="2972879542" sldId="452"/>
            <ac:spMk id="22" creationId="{22E6A83C-6A05-85AD-215E-2A83C4CF93ED}"/>
          </ac:spMkLst>
        </pc:spChg>
        <pc:spChg chg="mod">
          <ac:chgData name="Jolan Heyse" userId="960fa660-ab54-4cd3-b9d2-159a5d7ebdb8" providerId="ADAL" clId="{63D4EA39-128F-5223-85F2-0699DF93DF01}" dt="2026-03-09T15:53:31.855" v="802"/>
          <ac:spMkLst>
            <pc:docMk/>
            <pc:sldMk cId="2972879542" sldId="452"/>
            <ac:spMk id="97" creationId="{BB9C40CB-2F70-2223-9EE2-34CAFE73986C}"/>
          </ac:spMkLst>
        </pc:spChg>
        <pc:spChg chg="mod">
          <ac:chgData name="Jolan Heyse" userId="960fa660-ab54-4cd3-b9d2-159a5d7ebdb8" providerId="ADAL" clId="{63D4EA39-128F-5223-85F2-0699DF93DF01}" dt="2026-03-31T09:53:15.564" v="1756" actId="1038"/>
          <ac:spMkLst>
            <pc:docMk/>
            <pc:sldMk cId="2972879542" sldId="452"/>
            <ac:spMk id="98" creationId="{D25B9273-BAF9-3D9C-2923-56F6412847D6}"/>
          </ac:spMkLst>
        </pc:spChg>
        <pc:spChg chg="mod">
          <ac:chgData name="Jolan Heyse" userId="960fa660-ab54-4cd3-b9d2-159a5d7ebdb8" providerId="ADAL" clId="{63D4EA39-128F-5223-85F2-0699DF93DF01}" dt="2026-03-09T15:53:31.855" v="802"/>
          <ac:spMkLst>
            <pc:docMk/>
            <pc:sldMk cId="2972879542" sldId="452"/>
            <ac:spMk id="4096" creationId="{28ED2BBE-76B5-51DE-2F94-71CE13C283CB}"/>
          </ac:spMkLst>
        </pc:spChg>
        <pc:spChg chg="mod">
          <ac:chgData name="Jolan Heyse" userId="960fa660-ab54-4cd3-b9d2-159a5d7ebdb8" providerId="ADAL" clId="{63D4EA39-128F-5223-85F2-0699DF93DF01}" dt="2026-03-31T09:52:58.158" v="1735" actId="1076"/>
          <ac:spMkLst>
            <pc:docMk/>
            <pc:sldMk cId="2972879542" sldId="452"/>
            <ac:spMk id="4097" creationId="{C8EE41CC-4182-886B-D6FF-2B7DF5696C51}"/>
          </ac:spMkLst>
        </pc:spChg>
        <pc:spChg chg="mod">
          <ac:chgData name="Jolan Heyse" userId="960fa660-ab54-4cd3-b9d2-159a5d7ebdb8" providerId="ADAL" clId="{63D4EA39-128F-5223-85F2-0699DF93DF01}" dt="2026-03-09T15:53:31.855" v="802"/>
          <ac:spMkLst>
            <pc:docMk/>
            <pc:sldMk cId="2972879542" sldId="452"/>
            <ac:spMk id="4100" creationId="{CE633BDB-2971-5613-8E19-AC6EB8CCAEBD}"/>
          </ac:spMkLst>
        </pc:spChg>
        <pc:spChg chg="mod">
          <ac:chgData name="Jolan Heyse" userId="960fa660-ab54-4cd3-b9d2-159a5d7ebdb8" providerId="ADAL" clId="{63D4EA39-128F-5223-85F2-0699DF93DF01}" dt="2026-03-09T15:53:31.855" v="802"/>
          <ac:spMkLst>
            <pc:docMk/>
            <pc:sldMk cId="2972879542" sldId="452"/>
            <ac:spMk id="4102" creationId="{944C185A-2F94-F242-9568-BBF7896B9115}"/>
          </ac:spMkLst>
        </pc:spChg>
        <pc:spChg chg="mod">
          <ac:chgData name="Jolan Heyse" userId="960fa660-ab54-4cd3-b9d2-159a5d7ebdb8" providerId="ADAL" clId="{63D4EA39-128F-5223-85F2-0699DF93DF01}" dt="2026-03-31T09:52:58.158" v="1735" actId="1076"/>
          <ac:spMkLst>
            <pc:docMk/>
            <pc:sldMk cId="2972879542" sldId="452"/>
            <ac:spMk id="4103" creationId="{B606C569-E252-EF89-2580-4EBE22BD4D6E}"/>
          </ac:spMkLst>
        </pc:spChg>
        <pc:spChg chg="mod">
          <ac:chgData name="Jolan Heyse" userId="960fa660-ab54-4cd3-b9d2-159a5d7ebdb8" providerId="ADAL" clId="{63D4EA39-128F-5223-85F2-0699DF93DF01}" dt="2026-03-31T09:52:58.158" v="1735" actId="1076"/>
          <ac:spMkLst>
            <pc:docMk/>
            <pc:sldMk cId="2972879542" sldId="452"/>
            <ac:spMk id="4104" creationId="{8C3D208D-5BC3-FE9B-9E0D-9EB027929A7B}"/>
          </ac:spMkLst>
        </pc:spChg>
        <pc:spChg chg="mod">
          <ac:chgData name="Jolan Heyse" userId="960fa660-ab54-4cd3-b9d2-159a5d7ebdb8" providerId="ADAL" clId="{63D4EA39-128F-5223-85F2-0699DF93DF01}" dt="2026-03-09T15:53:31.855" v="802"/>
          <ac:spMkLst>
            <pc:docMk/>
            <pc:sldMk cId="2972879542" sldId="452"/>
            <ac:spMk id="4106" creationId="{CB82BB06-4883-E563-69A8-767189CB33E0}"/>
          </ac:spMkLst>
        </pc:spChg>
        <pc:spChg chg="mod">
          <ac:chgData name="Jolan Heyse" userId="960fa660-ab54-4cd3-b9d2-159a5d7ebdb8" providerId="ADAL" clId="{63D4EA39-128F-5223-85F2-0699DF93DF01}" dt="2026-03-09T15:53:31.855" v="802"/>
          <ac:spMkLst>
            <pc:docMk/>
            <pc:sldMk cId="2972879542" sldId="452"/>
            <ac:spMk id="4107" creationId="{F4C19BA1-B24F-BB29-D284-F20BF6DCDA13}"/>
          </ac:spMkLst>
        </pc:spChg>
        <pc:spChg chg="mod">
          <ac:chgData name="Jolan Heyse" userId="960fa660-ab54-4cd3-b9d2-159a5d7ebdb8" providerId="ADAL" clId="{63D4EA39-128F-5223-85F2-0699DF93DF01}" dt="2026-03-09T15:53:31.855" v="802"/>
          <ac:spMkLst>
            <pc:docMk/>
            <pc:sldMk cId="2972879542" sldId="452"/>
            <ac:spMk id="4108" creationId="{59A572DC-1E3D-35F9-6CAA-5683C12A4E66}"/>
          </ac:spMkLst>
        </pc:spChg>
        <pc:spChg chg="mod">
          <ac:chgData name="Jolan Heyse" userId="960fa660-ab54-4cd3-b9d2-159a5d7ebdb8" providerId="ADAL" clId="{63D4EA39-128F-5223-85F2-0699DF93DF01}" dt="2026-03-09T15:53:31.855" v="802"/>
          <ac:spMkLst>
            <pc:docMk/>
            <pc:sldMk cId="2972879542" sldId="452"/>
            <ac:spMk id="4111" creationId="{28ECDE80-DFF5-52F1-825D-A517BE3D0621}"/>
          </ac:spMkLst>
        </pc:spChg>
        <pc:spChg chg="add mod">
          <ac:chgData name="Jolan Heyse" userId="960fa660-ab54-4cd3-b9d2-159a5d7ebdb8" providerId="ADAL" clId="{63D4EA39-128F-5223-85F2-0699DF93DF01}" dt="2026-03-31T09:53:23.589" v="1770" actId="1076"/>
          <ac:spMkLst>
            <pc:docMk/>
            <pc:sldMk cId="2972879542" sldId="452"/>
            <ac:spMk id="4114" creationId="{4A57A11D-B75A-BBF4-34CE-5D443DC649BB}"/>
          </ac:spMkLst>
        </pc:spChg>
        <pc:spChg chg="add del mod">
          <ac:chgData name="Jolan Heyse" userId="960fa660-ab54-4cd3-b9d2-159a5d7ebdb8" providerId="ADAL" clId="{63D4EA39-128F-5223-85F2-0699DF93DF01}" dt="2026-03-31T09:52:58.158" v="1735" actId="1076"/>
          <ac:spMkLst>
            <pc:docMk/>
            <pc:sldMk cId="2972879542" sldId="452"/>
            <ac:spMk id="4120" creationId="{7F34BBBD-081D-B4B1-1131-2833FE9321BB}"/>
          </ac:spMkLst>
        </pc:spChg>
        <pc:spChg chg="add del mod">
          <ac:chgData name="Jolan Heyse" userId="960fa660-ab54-4cd3-b9d2-159a5d7ebdb8" providerId="ADAL" clId="{63D4EA39-128F-5223-85F2-0699DF93DF01}" dt="2026-03-09T16:05:15.545" v="1092" actId="1582"/>
          <ac:spMkLst>
            <pc:docMk/>
            <pc:sldMk cId="2972879542" sldId="452"/>
            <ac:spMk id="4121" creationId="{5917DD10-771A-16A3-607B-A0141CF264A6}"/>
          </ac:spMkLst>
        </pc:spChg>
        <pc:spChg chg="add del mod">
          <ac:chgData name="Jolan Heyse" userId="960fa660-ab54-4cd3-b9d2-159a5d7ebdb8" providerId="ADAL" clId="{63D4EA39-128F-5223-85F2-0699DF93DF01}" dt="2026-03-09T16:05:15.545" v="1092" actId="1582"/>
          <ac:spMkLst>
            <pc:docMk/>
            <pc:sldMk cId="2972879542" sldId="452"/>
            <ac:spMk id="4122" creationId="{33391DAA-1C46-9675-EFD4-548D2CDD12D2}"/>
          </ac:spMkLst>
        </pc:spChg>
        <pc:spChg chg="add del mod">
          <ac:chgData name="Jolan Heyse" userId="960fa660-ab54-4cd3-b9d2-159a5d7ebdb8" providerId="ADAL" clId="{63D4EA39-128F-5223-85F2-0699DF93DF01}" dt="2026-03-31T09:52:58.158" v="1735" actId="1076"/>
          <ac:spMkLst>
            <pc:docMk/>
            <pc:sldMk cId="2972879542" sldId="452"/>
            <ac:spMk id="4123" creationId="{BE02F2CB-0F7A-DD3F-1A1D-D4CC2E776DD4}"/>
          </ac:spMkLst>
        </pc:spChg>
        <pc:spChg chg="mod">
          <ac:chgData name="Jolan Heyse" userId="960fa660-ab54-4cd3-b9d2-159a5d7ebdb8" providerId="ADAL" clId="{63D4EA39-128F-5223-85F2-0699DF93DF01}" dt="2026-03-09T16:05:29.156" v="1098"/>
          <ac:spMkLst>
            <pc:docMk/>
            <pc:sldMk cId="2972879542" sldId="452"/>
            <ac:spMk id="4135" creationId="{E813EE77-0776-536F-B9DE-B82ADF5DA1F8}"/>
          </ac:spMkLst>
        </pc:spChg>
        <pc:spChg chg="mod">
          <ac:chgData name="Jolan Heyse" userId="960fa660-ab54-4cd3-b9d2-159a5d7ebdb8" providerId="ADAL" clId="{63D4EA39-128F-5223-85F2-0699DF93DF01}" dt="2026-03-31T09:52:58.158" v="1735" actId="1076"/>
          <ac:spMkLst>
            <pc:docMk/>
            <pc:sldMk cId="2972879542" sldId="452"/>
            <ac:spMk id="4136" creationId="{A8D8F69F-000C-6F83-33B2-200B892B7B28}"/>
          </ac:spMkLst>
        </pc:spChg>
        <pc:spChg chg="mod">
          <ac:chgData name="Jolan Heyse" userId="960fa660-ab54-4cd3-b9d2-159a5d7ebdb8" providerId="ADAL" clId="{63D4EA39-128F-5223-85F2-0699DF93DF01}" dt="2026-03-09T16:05:29.156" v="1098"/>
          <ac:spMkLst>
            <pc:docMk/>
            <pc:sldMk cId="2972879542" sldId="452"/>
            <ac:spMk id="4137" creationId="{F02EB105-A708-8BE2-C4AB-5816609D9ABB}"/>
          </ac:spMkLst>
        </pc:spChg>
        <pc:spChg chg="mod">
          <ac:chgData name="Jolan Heyse" userId="960fa660-ab54-4cd3-b9d2-159a5d7ebdb8" providerId="ADAL" clId="{63D4EA39-128F-5223-85F2-0699DF93DF01}" dt="2026-03-09T16:05:29.156" v="1098"/>
          <ac:spMkLst>
            <pc:docMk/>
            <pc:sldMk cId="2972879542" sldId="452"/>
            <ac:spMk id="4138" creationId="{ED2E1860-E089-903A-4ABC-EFADE9EC4887}"/>
          </ac:spMkLst>
        </pc:spChg>
        <pc:spChg chg="mod">
          <ac:chgData name="Jolan Heyse" userId="960fa660-ab54-4cd3-b9d2-159a5d7ebdb8" providerId="ADAL" clId="{63D4EA39-128F-5223-85F2-0699DF93DF01}" dt="2026-03-09T16:05:36.446" v="1101"/>
          <ac:spMkLst>
            <pc:docMk/>
            <pc:sldMk cId="2972879542" sldId="452"/>
            <ac:spMk id="4140" creationId="{C3A2B456-CF94-FA14-E0BE-5727C19AC5E8}"/>
          </ac:spMkLst>
        </pc:spChg>
        <pc:spChg chg="mod">
          <ac:chgData name="Jolan Heyse" userId="960fa660-ab54-4cd3-b9d2-159a5d7ebdb8" providerId="ADAL" clId="{63D4EA39-128F-5223-85F2-0699DF93DF01}" dt="2026-03-09T16:05:36.446" v="1101"/>
          <ac:spMkLst>
            <pc:docMk/>
            <pc:sldMk cId="2972879542" sldId="452"/>
            <ac:spMk id="4141" creationId="{2822E96F-80AE-4EA3-2AC1-45B93216A65B}"/>
          </ac:spMkLst>
        </pc:spChg>
        <pc:spChg chg="mod">
          <ac:chgData name="Jolan Heyse" userId="960fa660-ab54-4cd3-b9d2-159a5d7ebdb8" providerId="ADAL" clId="{63D4EA39-128F-5223-85F2-0699DF93DF01}" dt="2026-03-09T16:05:36.446" v="1101"/>
          <ac:spMkLst>
            <pc:docMk/>
            <pc:sldMk cId="2972879542" sldId="452"/>
            <ac:spMk id="4142" creationId="{79EC83A6-B139-C682-6D2F-EAF7B0D3CC11}"/>
          </ac:spMkLst>
        </pc:spChg>
        <pc:spChg chg="mod">
          <ac:chgData name="Jolan Heyse" userId="960fa660-ab54-4cd3-b9d2-159a5d7ebdb8" providerId="ADAL" clId="{63D4EA39-128F-5223-85F2-0699DF93DF01}" dt="2026-03-31T09:52:58.158" v="1735" actId="1076"/>
          <ac:spMkLst>
            <pc:docMk/>
            <pc:sldMk cId="2972879542" sldId="452"/>
            <ac:spMk id="4143" creationId="{E62D9415-E2D4-7478-C68E-5EDBBE4F8A38}"/>
          </ac:spMkLst>
        </pc:spChg>
        <pc:spChg chg="mod">
          <ac:chgData name="Jolan Heyse" userId="960fa660-ab54-4cd3-b9d2-159a5d7ebdb8" providerId="ADAL" clId="{63D4EA39-128F-5223-85F2-0699DF93DF01}" dt="2026-03-31T09:52:58.158" v="1735" actId="1076"/>
          <ac:spMkLst>
            <pc:docMk/>
            <pc:sldMk cId="2972879542" sldId="452"/>
            <ac:spMk id="4145" creationId="{CFF54943-B229-7843-11E7-A64BA2C40FF3}"/>
          </ac:spMkLst>
        </pc:spChg>
        <pc:spChg chg="mod">
          <ac:chgData name="Jolan Heyse" userId="960fa660-ab54-4cd3-b9d2-159a5d7ebdb8" providerId="ADAL" clId="{63D4EA39-128F-5223-85F2-0699DF93DF01}" dt="2026-03-31T09:52:58.158" v="1735" actId="1076"/>
          <ac:spMkLst>
            <pc:docMk/>
            <pc:sldMk cId="2972879542" sldId="452"/>
            <ac:spMk id="4146" creationId="{87FE60E6-1AD8-30B6-BD05-3B0F422DAB44}"/>
          </ac:spMkLst>
        </pc:spChg>
        <pc:spChg chg="mod">
          <ac:chgData name="Jolan Heyse" userId="960fa660-ab54-4cd3-b9d2-159a5d7ebdb8" providerId="ADAL" clId="{63D4EA39-128F-5223-85F2-0699DF93DF01}" dt="2026-03-09T16:05:45.958" v="1103"/>
          <ac:spMkLst>
            <pc:docMk/>
            <pc:sldMk cId="2972879542" sldId="452"/>
            <ac:spMk id="4147" creationId="{C9A64DF4-A0D2-46B5-5297-2A07656A698A}"/>
          </ac:spMkLst>
        </pc:spChg>
        <pc:spChg chg="mod">
          <ac:chgData name="Jolan Heyse" userId="960fa660-ab54-4cd3-b9d2-159a5d7ebdb8" providerId="ADAL" clId="{63D4EA39-128F-5223-85F2-0699DF93DF01}" dt="2026-03-09T16:05:45.958" v="1103"/>
          <ac:spMkLst>
            <pc:docMk/>
            <pc:sldMk cId="2972879542" sldId="452"/>
            <ac:spMk id="4148" creationId="{9DC10821-A7FF-1F5D-4DE0-04C914A56368}"/>
          </ac:spMkLst>
        </pc:spChg>
        <pc:spChg chg="add mod">
          <ac:chgData name="Jolan Heyse" userId="960fa660-ab54-4cd3-b9d2-159a5d7ebdb8" providerId="ADAL" clId="{63D4EA39-128F-5223-85F2-0699DF93DF01}" dt="2026-03-09T16:06:52.840" v="1120" actId="164"/>
          <ac:spMkLst>
            <pc:docMk/>
            <pc:sldMk cId="2972879542" sldId="452"/>
            <ac:spMk id="4150" creationId="{AA9E53B9-6F83-1170-4A13-BCAABB72E817}"/>
          </ac:spMkLst>
        </pc:spChg>
        <pc:grpChg chg="del">
          <ac:chgData name="Jolan Heyse" userId="960fa660-ab54-4cd3-b9d2-159a5d7ebdb8" providerId="ADAL" clId="{63D4EA39-128F-5223-85F2-0699DF93DF01}" dt="2026-03-31T09:52:51.115" v="1734" actId="478"/>
          <ac:grpSpMkLst>
            <pc:docMk/>
            <pc:sldMk cId="2972879542" sldId="452"/>
            <ac:grpSpMk id="29" creationId="{7703611B-D009-32B5-3479-356722C60966}"/>
          </ac:grpSpMkLst>
        </pc:grpChg>
        <pc:grpChg chg="mod">
          <ac:chgData name="Jolan Heyse" userId="960fa660-ab54-4cd3-b9d2-159a5d7ebdb8" providerId="ADAL" clId="{63D4EA39-128F-5223-85F2-0699DF93DF01}" dt="2026-03-31T09:53:15.564" v="1756" actId="1038"/>
          <ac:grpSpMkLst>
            <pc:docMk/>
            <pc:sldMk cId="2972879542" sldId="452"/>
            <ac:grpSpMk id="95" creationId="{B5D63B39-F958-6C47-CC1D-D4991077E550}"/>
          </ac:grpSpMkLst>
        </pc:grpChg>
        <pc:grpChg chg="add mod">
          <ac:chgData name="Jolan Heyse" userId="960fa660-ab54-4cd3-b9d2-159a5d7ebdb8" providerId="ADAL" clId="{63D4EA39-128F-5223-85F2-0699DF93DF01}" dt="2026-03-09T16:06:02.642" v="1106" actId="164"/>
          <ac:grpSpMkLst>
            <pc:docMk/>
            <pc:sldMk cId="2972879542" sldId="452"/>
            <ac:grpSpMk id="4132" creationId="{E8D98F6C-BA71-B56B-ACFC-7B05640F9EBA}"/>
          </ac:grpSpMkLst>
        </pc:grpChg>
        <pc:grpChg chg="add mod">
          <ac:chgData name="Jolan Heyse" userId="960fa660-ab54-4cd3-b9d2-159a5d7ebdb8" providerId="ADAL" clId="{63D4EA39-128F-5223-85F2-0699DF93DF01}" dt="2026-03-09T16:06:02.642" v="1106" actId="164"/>
          <ac:grpSpMkLst>
            <pc:docMk/>
            <pc:sldMk cId="2972879542" sldId="452"/>
            <ac:grpSpMk id="4134" creationId="{408D709B-00C6-0722-DFE1-380E0216B664}"/>
          </ac:grpSpMkLst>
        </pc:grpChg>
        <pc:grpChg chg="add mod">
          <ac:chgData name="Jolan Heyse" userId="960fa660-ab54-4cd3-b9d2-159a5d7ebdb8" providerId="ADAL" clId="{63D4EA39-128F-5223-85F2-0699DF93DF01}" dt="2026-03-09T16:06:02.642" v="1106" actId="164"/>
          <ac:grpSpMkLst>
            <pc:docMk/>
            <pc:sldMk cId="2972879542" sldId="452"/>
            <ac:grpSpMk id="4139" creationId="{7F809253-6A3E-D775-22AB-AE9EE348103C}"/>
          </ac:grpSpMkLst>
        </pc:grpChg>
        <pc:grpChg chg="add mod">
          <ac:chgData name="Jolan Heyse" userId="960fa660-ab54-4cd3-b9d2-159a5d7ebdb8" providerId="ADAL" clId="{63D4EA39-128F-5223-85F2-0699DF93DF01}" dt="2026-03-09T16:06:02.642" v="1106" actId="164"/>
          <ac:grpSpMkLst>
            <pc:docMk/>
            <pc:sldMk cId="2972879542" sldId="452"/>
            <ac:grpSpMk id="4144" creationId="{760635ED-B38C-2670-2F58-DB416EBE20DA}"/>
          </ac:grpSpMkLst>
        </pc:grpChg>
        <pc:grpChg chg="add mod">
          <ac:chgData name="Jolan Heyse" userId="960fa660-ab54-4cd3-b9d2-159a5d7ebdb8" providerId="ADAL" clId="{63D4EA39-128F-5223-85F2-0699DF93DF01}" dt="2026-03-09T16:06:52.840" v="1120" actId="164"/>
          <ac:grpSpMkLst>
            <pc:docMk/>
            <pc:sldMk cId="2972879542" sldId="452"/>
            <ac:grpSpMk id="4149" creationId="{3A4185DC-8AB3-F05D-6DD1-BA2F82754025}"/>
          </ac:grpSpMkLst>
        </pc:grpChg>
        <pc:grpChg chg="add mod">
          <ac:chgData name="Jolan Heyse" userId="960fa660-ab54-4cd3-b9d2-159a5d7ebdb8" providerId="ADAL" clId="{63D4EA39-128F-5223-85F2-0699DF93DF01}" dt="2026-03-31T09:53:15.564" v="1756" actId="1038"/>
          <ac:grpSpMkLst>
            <pc:docMk/>
            <pc:sldMk cId="2972879542" sldId="452"/>
            <ac:grpSpMk id="4151" creationId="{EE392E53-34BC-86CF-CE61-FA8DD4616FDB}"/>
          </ac:grpSpMkLst>
        </pc:grpChg>
        <pc:picChg chg="add mod">
          <ac:chgData name="Jolan Heyse" userId="960fa660-ab54-4cd3-b9d2-159a5d7ebdb8" providerId="ADAL" clId="{63D4EA39-128F-5223-85F2-0699DF93DF01}" dt="2026-03-31T09:53:18.375" v="1768" actId="1037"/>
          <ac:picMkLst>
            <pc:docMk/>
            <pc:sldMk cId="2972879542" sldId="452"/>
            <ac:picMk id="4098" creationId="{6CDFB043-B58A-7CAA-EB19-7A4EFFE8C3D9}"/>
          </ac:picMkLst>
        </pc:picChg>
        <pc:cxnChg chg="del mod">
          <ac:chgData name="Jolan Heyse" userId="960fa660-ab54-4cd3-b9d2-159a5d7ebdb8" providerId="ADAL" clId="{63D4EA39-128F-5223-85F2-0699DF93DF01}" dt="2026-03-31T09:52:51.115" v="1734" actId="478"/>
          <ac:cxnSpMkLst>
            <pc:docMk/>
            <pc:sldMk cId="2972879542" sldId="452"/>
            <ac:cxnSpMk id="21" creationId="{9C154C4F-AB70-2C94-C44A-F62581F18665}"/>
          </ac:cxnSpMkLst>
        </pc:cxnChg>
        <pc:cxnChg chg="del">
          <ac:chgData name="Jolan Heyse" userId="960fa660-ab54-4cd3-b9d2-159a5d7ebdb8" providerId="ADAL" clId="{63D4EA39-128F-5223-85F2-0699DF93DF01}" dt="2026-03-31T09:52:51.115" v="1734" actId="478"/>
          <ac:cxnSpMkLst>
            <pc:docMk/>
            <pc:sldMk cId="2972879542" sldId="452"/>
            <ac:cxnSpMk id="72" creationId="{06F8A41C-5B63-E5BD-6285-74E89A497BA0}"/>
          </ac:cxnSpMkLst>
        </pc:cxnChg>
        <pc:cxnChg chg="mod">
          <ac:chgData name="Jolan Heyse" userId="960fa660-ab54-4cd3-b9d2-159a5d7ebdb8" providerId="ADAL" clId="{63D4EA39-128F-5223-85F2-0699DF93DF01}" dt="2026-03-09T15:52:44.770" v="782" actId="1038"/>
          <ac:cxnSpMkLst>
            <pc:docMk/>
            <pc:sldMk cId="2972879542" sldId="452"/>
            <ac:cxnSpMk id="147" creationId="{E3565967-8EDD-9C1E-7740-6347E6D23D82}"/>
          </ac:cxnSpMkLst>
        </pc:cxnChg>
      </pc:sldChg>
      <pc:sldChg chg="add modAnim">
        <pc:chgData name="Jolan Heyse" userId="960fa660-ab54-4cd3-b9d2-159a5d7ebdb8" providerId="ADAL" clId="{63D4EA39-128F-5223-85F2-0699DF93DF01}" dt="2026-03-10T16:20:04.860" v="1537"/>
        <pc:sldMkLst>
          <pc:docMk/>
          <pc:sldMk cId="3019772429" sldId="453"/>
        </pc:sldMkLst>
      </pc:sldChg>
      <pc:sldChg chg="addSp modSp add mod modAnim">
        <pc:chgData name="Jolan Heyse" userId="960fa660-ab54-4cd3-b9d2-159a5d7ebdb8" providerId="ADAL" clId="{63D4EA39-128F-5223-85F2-0699DF93DF01}" dt="2026-03-31T09:58:22.437" v="1782"/>
        <pc:sldMkLst>
          <pc:docMk/>
          <pc:sldMk cId="2690475310" sldId="454"/>
        </pc:sldMkLst>
        <pc:spChg chg="add mod">
          <ac:chgData name="Jolan Heyse" userId="960fa660-ab54-4cd3-b9d2-159a5d7ebdb8" providerId="ADAL" clId="{63D4EA39-128F-5223-85F2-0699DF93DF01}" dt="2026-03-10T16:21:13.941" v="1578" actId="403"/>
          <ac:spMkLst>
            <pc:docMk/>
            <pc:sldMk cId="2690475310" sldId="454"/>
            <ac:spMk id="2" creationId="{0E263573-FB7F-FE4A-B8E8-65FB376D9997}"/>
          </ac:spMkLst>
        </pc:spChg>
        <pc:graphicFrameChg chg="modGraphic">
          <ac:chgData name="Jolan Heyse" userId="960fa660-ab54-4cd3-b9d2-159a5d7ebdb8" providerId="ADAL" clId="{63D4EA39-128F-5223-85F2-0699DF93DF01}" dt="2026-03-10T16:20:50.797" v="1546" actId="113"/>
          <ac:graphicFrameMkLst>
            <pc:docMk/>
            <pc:sldMk cId="2690475310" sldId="454"/>
            <ac:graphicFrameMk id="6" creationId="{ECEF09D3-7CB6-3FA8-2C7B-CCC6B8ACB55B}"/>
          </ac:graphicFrameMkLst>
        </pc:graphicFrameChg>
      </pc:sldChg>
      <pc:sldChg chg="addSp modSp add mod modAnim">
        <pc:chgData name="Jolan Heyse" userId="960fa660-ab54-4cd3-b9d2-159a5d7ebdb8" providerId="ADAL" clId="{63D4EA39-128F-5223-85F2-0699DF93DF01}" dt="2026-03-31T10:01:35.592" v="1832"/>
        <pc:sldMkLst>
          <pc:docMk/>
          <pc:sldMk cId="882892118" sldId="455"/>
        </pc:sldMkLst>
        <pc:spChg chg="add mod">
          <ac:chgData name="Jolan Heyse" userId="960fa660-ab54-4cd3-b9d2-159a5d7ebdb8" providerId="ADAL" clId="{63D4EA39-128F-5223-85F2-0699DF93DF01}" dt="2026-03-31T09:59:08.932" v="1820" actId="20577"/>
          <ac:spMkLst>
            <pc:docMk/>
            <pc:sldMk cId="882892118" sldId="455"/>
            <ac:spMk id="2" creationId="{20C36B22-8672-D010-B703-D8627639B2D6}"/>
          </ac:spMkLst>
        </pc:spChg>
        <pc:spChg chg="add mod">
          <ac:chgData name="Jolan Heyse" userId="960fa660-ab54-4cd3-b9d2-159a5d7ebdb8" providerId="ADAL" clId="{63D4EA39-128F-5223-85F2-0699DF93DF01}" dt="2026-03-31T09:59:54.181" v="1823" actId="208"/>
          <ac:spMkLst>
            <pc:docMk/>
            <pc:sldMk cId="882892118" sldId="455"/>
            <ac:spMk id="3" creationId="{7B156228-4C0A-BC4A-5271-F6ED5F9E8A15}"/>
          </ac:spMkLst>
        </pc:spChg>
        <pc:spChg chg="add mod">
          <ac:chgData name="Jolan Heyse" userId="960fa660-ab54-4cd3-b9d2-159a5d7ebdb8" providerId="ADAL" clId="{63D4EA39-128F-5223-85F2-0699DF93DF01}" dt="2026-03-31T10:01:19.223" v="1830" actId="208"/>
          <ac:spMkLst>
            <pc:docMk/>
            <pc:sldMk cId="882892118" sldId="455"/>
            <ac:spMk id="4" creationId="{77E69A44-35B6-458C-677F-B1080D356862}"/>
          </ac:spMkLst>
        </pc:spChg>
      </pc:sldChg>
      <pc:sldChg chg="modSp add mod">
        <pc:chgData name="Jolan Heyse" userId="960fa660-ab54-4cd3-b9d2-159a5d7ebdb8" providerId="ADAL" clId="{63D4EA39-128F-5223-85F2-0699DF93DF01}" dt="2026-03-31T10:03:01.948" v="1899" actId="114"/>
        <pc:sldMkLst>
          <pc:docMk/>
          <pc:sldMk cId="4134510515" sldId="506"/>
        </pc:sldMkLst>
        <pc:spChg chg="mod">
          <ac:chgData name="Jolan Heyse" userId="960fa660-ab54-4cd3-b9d2-159a5d7ebdb8" providerId="ADAL" clId="{63D4EA39-128F-5223-85F2-0699DF93DF01}" dt="2026-03-31T10:03:01.948" v="1899" actId="114"/>
          <ac:spMkLst>
            <pc:docMk/>
            <pc:sldMk cId="4134510515" sldId="506"/>
            <ac:spMk id="4" creationId="{27FC4C45-9B20-AA41-4B5A-0BE83AF0A7E9}"/>
          </ac:spMkLst>
        </pc:spChg>
      </pc:sldChg>
      <pc:sldChg chg="addSp delSp modSp add mod">
        <pc:chgData name="Jolan Heyse" userId="960fa660-ab54-4cd3-b9d2-159a5d7ebdb8" providerId="ADAL" clId="{63D4EA39-128F-5223-85F2-0699DF93DF01}" dt="2026-03-31T10:12:02.790" v="1979"/>
        <pc:sldMkLst>
          <pc:docMk/>
          <pc:sldMk cId="3496678616" sldId="507"/>
        </pc:sldMkLst>
        <pc:spChg chg="add mod">
          <ac:chgData name="Jolan Heyse" userId="960fa660-ab54-4cd3-b9d2-159a5d7ebdb8" providerId="ADAL" clId="{63D4EA39-128F-5223-85F2-0699DF93DF01}" dt="2026-03-31T10:05:53.368" v="1928" actId="164"/>
          <ac:spMkLst>
            <pc:docMk/>
            <pc:sldMk cId="3496678616" sldId="507"/>
            <ac:spMk id="2" creationId="{1F4E4907-1A93-E326-5453-8674FF221418}"/>
          </ac:spMkLst>
        </pc:spChg>
        <pc:spChg chg="add mod">
          <ac:chgData name="Jolan Heyse" userId="960fa660-ab54-4cd3-b9d2-159a5d7ebdb8" providerId="ADAL" clId="{63D4EA39-128F-5223-85F2-0699DF93DF01}" dt="2026-03-31T10:05:53.368" v="1928" actId="164"/>
          <ac:spMkLst>
            <pc:docMk/>
            <pc:sldMk cId="3496678616" sldId="507"/>
            <ac:spMk id="3" creationId="{3A505CEB-A3B1-212B-F914-D62E1A2ADCAA}"/>
          </ac:spMkLst>
        </pc:spChg>
        <pc:spChg chg="add mod">
          <ac:chgData name="Jolan Heyse" userId="960fa660-ab54-4cd3-b9d2-159a5d7ebdb8" providerId="ADAL" clId="{63D4EA39-128F-5223-85F2-0699DF93DF01}" dt="2026-03-31T10:05:53.368" v="1928" actId="164"/>
          <ac:spMkLst>
            <pc:docMk/>
            <pc:sldMk cId="3496678616" sldId="507"/>
            <ac:spMk id="5" creationId="{383F18CA-B2B4-0041-8A5A-C557FFA5F21F}"/>
          </ac:spMkLst>
        </pc:spChg>
        <pc:spChg chg="add mod">
          <ac:chgData name="Jolan Heyse" userId="960fa660-ab54-4cd3-b9d2-159a5d7ebdb8" providerId="ADAL" clId="{63D4EA39-128F-5223-85F2-0699DF93DF01}" dt="2026-03-31T10:06:55.170" v="1944" actId="1076"/>
          <ac:spMkLst>
            <pc:docMk/>
            <pc:sldMk cId="3496678616" sldId="507"/>
            <ac:spMk id="6" creationId="{DEE9E8FF-FA82-334D-22E0-613FA25BEAB6}"/>
          </ac:spMkLst>
        </pc:spChg>
        <pc:spChg chg="add mod">
          <ac:chgData name="Jolan Heyse" userId="960fa660-ab54-4cd3-b9d2-159a5d7ebdb8" providerId="ADAL" clId="{63D4EA39-128F-5223-85F2-0699DF93DF01}" dt="2026-03-31T10:05:53.368" v="1928" actId="164"/>
          <ac:spMkLst>
            <pc:docMk/>
            <pc:sldMk cId="3496678616" sldId="507"/>
            <ac:spMk id="7" creationId="{3924F3CD-6ED9-7A56-2790-6B62B19F2C59}"/>
          </ac:spMkLst>
        </pc:spChg>
        <pc:spChg chg="add mod">
          <ac:chgData name="Jolan Heyse" userId="960fa660-ab54-4cd3-b9d2-159a5d7ebdb8" providerId="ADAL" clId="{63D4EA39-128F-5223-85F2-0699DF93DF01}" dt="2026-03-31T10:07:03.287" v="1945" actId="1076"/>
          <ac:spMkLst>
            <pc:docMk/>
            <pc:sldMk cId="3496678616" sldId="507"/>
            <ac:spMk id="16" creationId="{1E10648E-A373-E978-F6DB-67E6946FE7B5}"/>
          </ac:spMkLst>
        </pc:spChg>
        <pc:spChg chg="add mod">
          <ac:chgData name="Jolan Heyse" userId="960fa660-ab54-4cd3-b9d2-159a5d7ebdb8" providerId="ADAL" clId="{63D4EA39-128F-5223-85F2-0699DF93DF01}" dt="2026-03-31T10:05:53.368" v="1928" actId="164"/>
          <ac:spMkLst>
            <pc:docMk/>
            <pc:sldMk cId="3496678616" sldId="507"/>
            <ac:spMk id="17" creationId="{4BFE6EFE-AB69-0C86-E66F-6DF1F11EFD78}"/>
          </ac:spMkLst>
        </pc:spChg>
        <pc:spChg chg="add mod">
          <ac:chgData name="Jolan Heyse" userId="960fa660-ab54-4cd3-b9d2-159a5d7ebdb8" providerId="ADAL" clId="{63D4EA39-128F-5223-85F2-0699DF93DF01}" dt="2026-03-31T10:05:53.368" v="1928" actId="164"/>
          <ac:spMkLst>
            <pc:docMk/>
            <pc:sldMk cId="3496678616" sldId="507"/>
            <ac:spMk id="18" creationId="{9DBBB378-2D1E-2A84-4AC9-1356123DFB5D}"/>
          </ac:spMkLst>
        </pc:spChg>
        <pc:spChg chg="add mod">
          <ac:chgData name="Jolan Heyse" userId="960fa660-ab54-4cd3-b9d2-159a5d7ebdb8" providerId="ADAL" clId="{63D4EA39-128F-5223-85F2-0699DF93DF01}" dt="2026-03-31T10:05:53.368" v="1928" actId="164"/>
          <ac:spMkLst>
            <pc:docMk/>
            <pc:sldMk cId="3496678616" sldId="507"/>
            <ac:spMk id="19" creationId="{52C29718-34DE-2436-8E2E-CCD6D2035BE4}"/>
          </ac:spMkLst>
        </pc:spChg>
        <pc:spChg chg="add mod">
          <ac:chgData name="Jolan Heyse" userId="960fa660-ab54-4cd3-b9d2-159a5d7ebdb8" providerId="ADAL" clId="{63D4EA39-128F-5223-85F2-0699DF93DF01}" dt="2026-03-31T10:05:53.368" v="1928" actId="164"/>
          <ac:spMkLst>
            <pc:docMk/>
            <pc:sldMk cId="3496678616" sldId="507"/>
            <ac:spMk id="20" creationId="{7F654196-FF93-D264-5FB0-B434B9D23D68}"/>
          </ac:spMkLst>
        </pc:spChg>
        <pc:spChg chg="mod">
          <ac:chgData name="Jolan Heyse" userId="960fa660-ab54-4cd3-b9d2-159a5d7ebdb8" providerId="ADAL" clId="{63D4EA39-128F-5223-85F2-0699DF93DF01}" dt="2026-03-31T10:05:54.674" v="1929"/>
          <ac:spMkLst>
            <pc:docMk/>
            <pc:sldMk cId="3496678616" sldId="507"/>
            <ac:spMk id="23" creationId="{B5488EA5-3EFC-039B-4C55-D4A54090F459}"/>
          </ac:spMkLst>
        </pc:spChg>
        <pc:spChg chg="mod">
          <ac:chgData name="Jolan Heyse" userId="960fa660-ab54-4cd3-b9d2-159a5d7ebdb8" providerId="ADAL" clId="{63D4EA39-128F-5223-85F2-0699DF93DF01}" dt="2026-03-31T10:05:54.674" v="1929"/>
          <ac:spMkLst>
            <pc:docMk/>
            <pc:sldMk cId="3496678616" sldId="507"/>
            <ac:spMk id="24" creationId="{7D822FB3-C1E6-BC1B-E7C0-542A95D5D72A}"/>
          </ac:spMkLst>
        </pc:spChg>
        <pc:spChg chg="mod">
          <ac:chgData name="Jolan Heyse" userId="960fa660-ab54-4cd3-b9d2-159a5d7ebdb8" providerId="ADAL" clId="{63D4EA39-128F-5223-85F2-0699DF93DF01}" dt="2026-03-31T10:05:54.674" v="1929"/>
          <ac:spMkLst>
            <pc:docMk/>
            <pc:sldMk cId="3496678616" sldId="507"/>
            <ac:spMk id="25" creationId="{B2D9D038-A37F-50F8-49FE-612C471344F4}"/>
          </ac:spMkLst>
        </pc:spChg>
        <pc:spChg chg="mod">
          <ac:chgData name="Jolan Heyse" userId="960fa660-ab54-4cd3-b9d2-159a5d7ebdb8" providerId="ADAL" clId="{63D4EA39-128F-5223-85F2-0699DF93DF01}" dt="2026-03-31T10:05:54.674" v="1929"/>
          <ac:spMkLst>
            <pc:docMk/>
            <pc:sldMk cId="3496678616" sldId="507"/>
            <ac:spMk id="26" creationId="{79E2AC8D-1CF5-698D-8059-046715E0B03A}"/>
          </ac:spMkLst>
        </pc:spChg>
        <pc:spChg chg="mod">
          <ac:chgData name="Jolan Heyse" userId="960fa660-ab54-4cd3-b9d2-159a5d7ebdb8" providerId="ADAL" clId="{63D4EA39-128F-5223-85F2-0699DF93DF01}" dt="2026-03-31T10:05:54.674" v="1929"/>
          <ac:spMkLst>
            <pc:docMk/>
            <pc:sldMk cId="3496678616" sldId="507"/>
            <ac:spMk id="27" creationId="{236094A4-8288-05C3-F965-D74385DFDEFF}"/>
          </ac:spMkLst>
        </pc:spChg>
        <pc:spChg chg="mod">
          <ac:chgData name="Jolan Heyse" userId="960fa660-ab54-4cd3-b9d2-159a5d7ebdb8" providerId="ADAL" clId="{63D4EA39-128F-5223-85F2-0699DF93DF01}" dt="2026-03-31T10:05:54.674" v="1929"/>
          <ac:spMkLst>
            <pc:docMk/>
            <pc:sldMk cId="3496678616" sldId="507"/>
            <ac:spMk id="28" creationId="{9F922CC2-AD65-886F-C4AB-4437CB62AC45}"/>
          </ac:spMkLst>
        </pc:spChg>
        <pc:spChg chg="mod">
          <ac:chgData name="Jolan Heyse" userId="960fa660-ab54-4cd3-b9d2-159a5d7ebdb8" providerId="ADAL" clId="{63D4EA39-128F-5223-85F2-0699DF93DF01}" dt="2026-03-31T10:05:54.674" v="1929"/>
          <ac:spMkLst>
            <pc:docMk/>
            <pc:sldMk cId="3496678616" sldId="507"/>
            <ac:spMk id="29" creationId="{59FF1377-C17B-2C76-AD77-73E6F166CE56}"/>
          </ac:spMkLst>
        </pc:spChg>
        <pc:spChg chg="mod">
          <ac:chgData name="Jolan Heyse" userId="960fa660-ab54-4cd3-b9d2-159a5d7ebdb8" providerId="ADAL" clId="{63D4EA39-128F-5223-85F2-0699DF93DF01}" dt="2026-03-31T10:05:54.674" v="1929"/>
          <ac:spMkLst>
            <pc:docMk/>
            <pc:sldMk cId="3496678616" sldId="507"/>
            <ac:spMk id="30" creationId="{E4022A00-3D93-D390-F0EE-9EE33D134BF0}"/>
          </ac:spMkLst>
        </pc:spChg>
        <pc:spChg chg="mod">
          <ac:chgData name="Jolan Heyse" userId="960fa660-ab54-4cd3-b9d2-159a5d7ebdb8" providerId="ADAL" clId="{63D4EA39-128F-5223-85F2-0699DF93DF01}" dt="2026-03-31T10:05:54.674" v="1929"/>
          <ac:spMkLst>
            <pc:docMk/>
            <pc:sldMk cId="3496678616" sldId="507"/>
            <ac:spMk id="31" creationId="{7EDB3B09-0239-90AD-61E6-D2219DD85CED}"/>
          </ac:spMkLst>
        </pc:spChg>
        <pc:spChg chg="mod">
          <ac:chgData name="Jolan Heyse" userId="960fa660-ab54-4cd3-b9d2-159a5d7ebdb8" providerId="ADAL" clId="{63D4EA39-128F-5223-85F2-0699DF93DF01}" dt="2026-03-31T10:05:54.674" v="1929"/>
          <ac:spMkLst>
            <pc:docMk/>
            <pc:sldMk cId="3496678616" sldId="507"/>
            <ac:spMk id="32" creationId="{16D8FBEA-07D3-A152-F30F-FBD237FCE797}"/>
          </ac:spMkLst>
        </pc:spChg>
        <pc:spChg chg="mod">
          <ac:chgData name="Jolan Heyse" userId="960fa660-ab54-4cd3-b9d2-159a5d7ebdb8" providerId="ADAL" clId="{63D4EA39-128F-5223-85F2-0699DF93DF01}" dt="2026-03-31T10:06:01.301" v="1931"/>
          <ac:spMkLst>
            <pc:docMk/>
            <pc:sldMk cId="3496678616" sldId="507"/>
            <ac:spMk id="34" creationId="{41CF2CF3-674D-D046-10DE-D1CB3323F852}"/>
          </ac:spMkLst>
        </pc:spChg>
        <pc:spChg chg="mod">
          <ac:chgData name="Jolan Heyse" userId="960fa660-ab54-4cd3-b9d2-159a5d7ebdb8" providerId="ADAL" clId="{63D4EA39-128F-5223-85F2-0699DF93DF01}" dt="2026-03-31T10:06:01.301" v="1931"/>
          <ac:spMkLst>
            <pc:docMk/>
            <pc:sldMk cId="3496678616" sldId="507"/>
            <ac:spMk id="35" creationId="{E99F793F-ADD2-3F7D-30E8-5DB2F2F36443}"/>
          </ac:spMkLst>
        </pc:spChg>
        <pc:spChg chg="mod">
          <ac:chgData name="Jolan Heyse" userId="960fa660-ab54-4cd3-b9d2-159a5d7ebdb8" providerId="ADAL" clId="{63D4EA39-128F-5223-85F2-0699DF93DF01}" dt="2026-03-31T10:06:01.301" v="1931"/>
          <ac:spMkLst>
            <pc:docMk/>
            <pc:sldMk cId="3496678616" sldId="507"/>
            <ac:spMk id="36" creationId="{430A60B4-7846-F780-DBFD-8D33E944282C}"/>
          </ac:spMkLst>
        </pc:spChg>
        <pc:spChg chg="mod">
          <ac:chgData name="Jolan Heyse" userId="960fa660-ab54-4cd3-b9d2-159a5d7ebdb8" providerId="ADAL" clId="{63D4EA39-128F-5223-85F2-0699DF93DF01}" dt="2026-03-31T10:06:01.301" v="1931"/>
          <ac:spMkLst>
            <pc:docMk/>
            <pc:sldMk cId="3496678616" sldId="507"/>
            <ac:spMk id="37" creationId="{04DA15C3-01F9-801E-5370-A99FD90975D2}"/>
          </ac:spMkLst>
        </pc:spChg>
        <pc:spChg chg="mod">
          <ac:chgData name="Jolan Heyse" userId="960fa660-ab54-4cd3-b9d2-159a5d7ebdb8" providerId="ADAL" clId="{63D4EA39-128F-5223-85F2-0699DF93DF01}" dt="2026-03-31T10:06:01.301" v="1931"/>
          <ac:spMkLst>
            <pc:docMk/>
            <pc:sldMk cId="3496678616" sldId="507"/>
            <ac:spMk id="38" creationId="{F9561363-4D03-9332-9D3F-B37EBAADE3CE}"/>
          </ac:spMkLst>
        </pc:spChg>
        <pc:spChg chg="mod">
          <ac:chgData name="Jolan Heyse" userId="960fa660-ab54-4cd3-b9d2-159a5d7ebdb8" providerId="ADAL" clId="{63D4EA39-128F-5223-85F2-0699DF93DF01}" dt="2026-03-31T10:06:01.301" v="1931"/>
          <ac:spMkLst>
            <pc:docMk/>
            <pc:sldMk cId="3496678616" sldId="507"/>
            <ac:spMk id="39" creationId="{669F6472-9245-8B36-9777-812BAB9C37AD}"/>
          </ac:spMkLst>
        </pc:spChg>
        <pc:spChg chg="mod">
          <ac:chgData name="Jolan Heyse" userId="960fa660-ab54-4cd3-b9d2-159a5d7ebdb8" providerId="ADAL" clId="{63D4EA39-128F-5223-85F2-0699DF93DF01}" dt="2026-03-31T10:06:01.301" v="1931"/>
          <ac:spMkLst>
            <pc:docMk/>
            <pc:sldMk cId="3496678616" sldId="507"/>
            <ac:spMk id="40" creationId="{76AA5835-EC83-C88A-8EB5-2203D670B685}"/>
          </ac:spMkLst>
        </pc:spChg>
        <pc:spChg chg="mod">
          <ac:chgData name="Jolan Heyse" userId="960fa660-ab54-4cd3-b9d2-159a5d7ebdb8" providerId="ADAL" clId="{63D4EA39-128F-5223-85F2-0699DF93DF01}" dt="2026-03-31T10:06:01.301" v="1931"/>
          <ac:spMkLst>
            <pc:docMk/>
            <pc:sldMk cId="3496678616" sldId="507"/>
            <ac:spMk id="41" creationId="{F43B599E-4E0C-87FC-CFE2-5A0FE952BB2F}"/>
          </ac:spMkLst>
        </pc:spChg>
        <pc:spChg chg="mod">
          <ac:chgData name="Jolan Heyse" userId="960fa660-ab54-4cd3-b9d2-159a5d7ebdb8" providerId="ADAL" clId="{63D4EA39-128F-5223-85F2-0699DF93DF01}" dt="2026-03-31T10:06:01.301" v="1931"/>
          <ac:spMkLst>
            <pc:docMk/>
            <pc:sldMk cId="3496678616" sldId="507"/>
            <ac:spMk id="42" creationId="{5F008B03-816C-1EB1-B51A-AAAB73734DCD}"/>
          </ac:spMkLst>
        </pc:spChg>
        <pc:spChg chg="mod">
          <ac:chgData name="Jolan Heyse" userId="960fa660-ab54-4cd3-b9d2-159a5d7ebdb8" providerId="ADAL" clId="{63D4EA39-128F-5223-85F2-0699DF93DF01}" dt="2026-03-31T10:06:01.301" v="1931"/>
          <ac:spMkLst>
            <pc:docMk/>
            <pc:sldMk cId="3496678616" sldId="507"/>
            <ac:spMk id="43" creationId="{ACFDB35B-612F-B33B-66A6-ABB21F9D4567}"/>
          </ac:spMkLst>
        </pc:spChg>
        <pc:spChg chg="mod">
          <ac:chgData name="Jolan Heyse" userId="960fa660-ab54-4cd3-b9d2-159a5d7ebdb8" providerId="ADAL" clId="{63D4EA39-128F-5223-85F2-0699DF93DF01}" dt="2026-03-31T10:07:08.772" v="1946"/>
          <ac:spMkLst>
            <pc:docMk/>
            <pc:sldMk cId="3496678616" sldId="507"/>
            <ac:spMk id="45" creationId="{DE7DF706-872F-16A0-A007-43126B7A3CBB}"/>
          </ac:spMkLst>
        </pc:spChg>
        <pc:spChg chg="mod">
          <ac:chgData name="Jolan Heyse" userId="960fa660-ab54-4cd3-b9d2-159a5d7ebdb8" providerId="ADAL" clId="{63D4EA39-128F-5223-85F2-0699DF93DF01}" dt="2026-03-31T10:07:08.772" v="1946"/>
          <ac:spMkLst>
            <pc:docMk/>
            <pc:sldMk cId="3496678616" sldId="507"/>
            <ac:spMk id="46" creationId="{E93B7492-F684-A9AF-0CB3-6B84D64810D5}"/>
          </ac:spMkLst>
        </pc:spChg>
        <pc:spChg chg="mod">
          <ac:chgData name="Jolan Heyse" userId="960fa660-ab54-4cd3-b9d2-159a5d7ebdb8" providerId="ADAL" clId="{63D4EA39-128F-5223-85F2-0699DF93DF01}" dt="2026-03-31T10:07:08.772" v="1946"/>
          <ac:spMkLst>
            <pc:docMk/>
            <pc:sldMk cId="3496678616" sldId="507"/>
            <ac:spMk id="47" creationId="{49B9DD45-D0B9-259F-47E0-7C32D2552FFF}"/>
          </ac:spMkLst>
        </pc:spChg>
        <pc:spChg chg="mod">
          <ac:chgData name="Jolan Heyse" userId="960fa660-ab54-4cd3-b9d2-159a5d7ebdb8" providerId="ADAL" clId="{63D4EA39-128F-5223-85F2-0699DF93DF01}" dt="2026-03-31T10:07:08.772" v="1946"/>
          <ac:spMkLst>
            <pc:docMk/>
            <pc:sldMk cId="3496678616" sldId="507"/>
            <ac:spMk id="48" creationId="{E60681BC-21CD-ADD7-B11F-2F4BA8F2CD3D}"/>
          </ac:spMkLst>
        </pc:spChg>
        <pc:spChg chg="mod">
          <ac:chgData name="Jolan Heyse" userId="960fa660-ab54-4cd3-b9d2-159a5d7ebdb8" providerId="ADAL" clId="{63D4EA39-128F-5223-85F2-0699DF93DF01}" dt="2026-03-31T10:07:08.772" v="1946"/>
          <ac:spMkLst>
            <pc:docMk/>
            <pc:sldMk cId="3496678616" sldId="507"/>
            <ac:spMk id="49" creationId="{C04C189C-E0AC-9791-217B-A13760A77D94}"/>
          </ac:spMkLst>
        </pc:spChg>
        <pc:spChg chg="mod">
          <ac:chgData name="Jolan Heyse" userId="960fa660-ab54-4cd3-b9d2-159a5d7ebdb8" providerId="ADAL" clId="{63D4EA39-128F-5223-85F2-0699DF93DF01}" dt="2026-03-31T10:07:08.772" v="1946"/>
          <ac:spMkLst>
            <pc:docMk/>
            <pc:sldMk cId="3496678616" sldId="507"/>
            <ac:spMk id="50" creationId="{822CA4A3-2EC8-5D00-39DC-547DFE1E974E}"/>
          </ac:spMkLst>
        </pc:spChg>
        <pc:spChg chg="mod">
          <ac:chgData name="Jolan Heyse" userId="960fa660-ab54-4cd3-b9d2-159a5d7ebdb8" providerId="ADAL" clId="{63D4EA39-128F-5223-85F2-0699DF93DF01}" dt="2026-03-31T10:07:08.772" v="1946"/>
          <ac:spMkLst>
            <pc:docMk/>
            <pc:sldMk cId="3496678616" sldId="507"/>
            <ac:spMk id="51" creationId="{F0EB890B-3B62-B6CF-742C-F91E6191B6EC}"/>
          </ac:spMkLst>
        </pc:spChg>
        <pc:spChg chg="mod">
          <ac:chgData name="Jolan Heyse" userId="960fa660-ab54-4cd3-b9d2-159a5d7ebdb8" providerId="ADAL" clId="{63D4EA39-128F-5223-85F2-0699DF93DF01}" dt="2026-03-31T10:07:08.772" v="1946"/>
          <ac:spMkLst>
            <pc:docMk/>
            <pc:sldMk cId="3496678616" sldId="507"/>
            <ac:spMk id="52" creationId="{7B948B58-9B2C-F623-103D-CF5F636DC89D}"/>
          </ac:spMkLst>
        </pc:spChg>
        <pc:spChg chg="mod">
          <ac:chgData name="Jolan Heyse" userId="960fa660-ab54-4cd3-b9d2-159a5d7ebdb8" providerId="ADAL" clId="{63D4EA39-128F-5223-85F2-0699DF93DF01}" dt="2026-03-31T10:07:08.772" v="1946"/>
          <ac:spMkLst>
            <pc:docMk/>
            <pc:sldMk cId="3496678616" sldId="507"/>
            <ac:spMk id="53" creationId="{61C04D87-FF1F-4258-FB82-78E05B3A6560}"/>
          </ac:spMkLst>
        </pc:spChg>
        <pc:spChg chg="mod">
          <ac:chgData name="Jolan Heyse" userId="960fa660-ab54-4cd3-b9d2-159a5d7ebdb8" providerId="ADAL" clId="{63D4EA39-128F-5223-85F2-0699DF93DF01}" dt="2026-03-31T10:07:08.772" v="1946"/>
          <ac:spMkLst>
            <pc:docMk/>
            <pc:sldMk cId="3496678616" sldId="507"/>
            <ac:spMk id="54" creationId="{64235970-7299-4902-259D-4A22D0DF31BA}"/>
          </ac:spMkLst>
        </pc:spChg>
        <pc:spChg chg="mod">
          <ac:chgData name="Jolan Heyse" userId="960fa660-ab54-4cd3-b9d2-159a5d7ebdb8" providerId="ADAL" clId="{63D4EA39-128F-5223-85F2-0699DF93DF01}" dt="2026-03-31T10:07:18.608" v="1948"/>
          <ac:spMkLst>
            <pc:docMk/>
            <pc:sldMk cId="3496678616" sldId="507"/>
            <ac:spMk id="56" creationId="{DF3A1A11-2B1A-40D5-E373-E842180F1173}"/>
          </ac:spMkLst>
        </pc:spChg>
        <pc:spChg chg="mod">
          <ac:chgData name="Jolan Heyse" userId="960fa660-ab54-4cd3-b9d2-159a5d7ebdb8" providerId="ADAL" clId="{63D4EA39-128F-5223-85F2-0699DF93DF01}" dt="2026-03-31T10:07:18.608" v="1948"/>
          <ac:spMkLst>
            <pc:docMk/>
            <pc:sldMk cId="3496678616" sldId="507"/>
            <ac:spMk id="57" creationId="{EB8CAE88-193A-8343-A0C5-3D1E87E17D11}"/>
          </ac:spMkLst>
        </pc:spChg>
        <pc:spChg chg="mod">
          <ac:chgData name="Jolan Heyse" userId="960fa660-ab54-4cd3-b9d2-159a5d7ebdb8" providerId="ADAL" clId="{63D4EA39-128F-5223-85F2-0699DF93DF01}" dt="2026-03-31T10:07:18.608" v="1948"/>
          <ac:spMkLst>
            <pc:docMk/>
            <pc:sldMk cId="3496678616" sldId="507"/>
            <ac:spMk id="58" creationId="{E3822CD5-271A-C11E-2751-013E8FE383CD}"/>
          </ac:spMkLst>
        </pc:spChg>
        <pc:spChg chg="mod">
          <ac:chgData name="Jolan Heyse" userId="960fa660-ab54-4cd3-b9d2-159a5d7ebdb8" providerId="ADAL" clId="{63D4EA39-128F-5223-85F2-0699DF93DF01}" dt="2026-03-31T10:07:18.608" v="1948"/>
          <ac:spMkLst>
            <pc:docMk/>
            <pc:sldMk cId="3496678616" sldId="507"/>
            <ac:spMk id="59" creationId="{FC59FB44-92ED-3226-15A0-CB0F8EEDE5FD}"/>
          </ac:spMkLst>
        </pc:spChg>
        <pc:spChg chg="mod">
          <ac:chgData name="Jolan Heyse" userId="960fa660-ab54-4cd3-b9d2-159a5d7ebdb8" providerId="ADAL" clId="{63D4EA39-128F-5223-85F2-0699DF93DF01}" dt="2026-03-31T10:07:18.608" v="1948"/>
          <ac:spMkLst>
            <pc:docMk/>
            <pc:sldMk cId="3496678616" sldId="507"/>
            <ac:spMk id="60" creationId="{60088EC5-4F43-15F6-72C0-9E9D78546EBA}"/>
          </ac:spMkLst>
        </pc:spChg>
        <pc:spChg chg="mod">
          <ac:chgData name="Jolan Heyse" userId="960fa660-ab54-4cd3-b9d2-159a5d7ebdb8" providerId="ADAL" clId="{63D4EA39-128F-5223-85F2-0699DF93DF01}" dt="2026-03-31T10:07:18.608" v="1948"/>
          <ac:spMkLst>
            <pc:docMk/>
            <pc:sldMk cId="3496678616" sldId="507"/>
            <ac:spMk id="61" creationId="{987D55C0-E2D5-4AD5-4584-DB91F2D2DD09}"/>
          </ac:spMkLst>
        </pc:spChg>
        <pc:spChg chg="mod">
          <ac:chgData name="Jolan Heyse" userId="960fa660-ab54-4cd3-b9d2-159a5d7ebdb8" providerId="ADAL" clId="{63D4EA39-128F-5223-85F2-0699DF93DF01}" dt="2026-03-31T10:07:18.608" v="1948"/>
          <ac:spMkLst>
            <pc:docMk/>
            <pc:sldMk cId="3496678616" sldId="507"/>
            <ac:spMk id="62" creationId="{BB37B3F1-F754-6C60-F92C-DA92C4F01FBA}"/>
          </ac:spMkLst>
        </pc:spChg>
        <pc:spChg chg="mod">
          <ac:chgData name="Jolan Heyse" userId="960fa660-ab54-4cd3-b9d2-159a5d7ebdb8" providerId="ADAL" clId="{63D4EA39-128F-5223-85F2-0699DF93DF01}" dt="2026-03-31T10:07:18.608" v="1948"/>
          <ac:spMkLst>
            <pc:docMk/>
            <pc:sldMk cId="3496678616" sldId="507"/>
            <ac:spMk id="63" creationId="{7A2A4028-9ECD-54FD-613B-3F2D3AF55840}"/>
          </ac:spMkLst>
        </pc:spChg>
        <pc:spChg chg="mod">
          <ac:chgData name="Jolan Heyse" userId="960fa660-ab54-4cd3-b9d2-159a5d7ebdb8" providerId="ADAL" clId="{63D4EA39-128F-5223-85F2-0699DF93DF01}" dt="2026-03-31T10:07:18.608" v="1948"/>
          <ac:spMkLst>
            <pc:docMk/>
            <pc:sldMk cId="3496678616" sldId="507"/>
            <ac:spMk id="64" creationId="{75516FCC-FFD5-3522-D10B-484F24845616}"/>
          </ac:spMkLst>
        </pc:spChg>
        <pc:spChg chg="mod">
          <ac:chgData name="Jolan Heyse" userId="960fa660-ab54-4cd3-b9d2-159a5d7ebdb8" providerId="ADAL" clId="{63D4EA39-128F-5223-85F2-0699DF93DF01}" dt="2026-03-31T10:07:18.608" v="1948"/>
          <ac:spMkLst>
            <pc:docMk/>
            <pc:sldMk cId="3496678616" sldId="507"/>
            <ac:spMk id="65" creationId="{5F2DA87A-C060-F54C-69EA-F61117240E86}"/>
          </ac:spMkLst>
        </pc:spChg>
        <pc:spChg chg="add del">
          <ac:chgData name="Jolan Heyse" userId="960fa660-ab54-4cd3-b9d2-159a5d7ebdb8" providerId="ADAL" clId="{63D4EA39-128F-5223-85F2-0699DF93DF01}" dt="2026-03-31T10:07:48.138" v="1955" actId="478"/>
          <ac:spMkLst>
            <pc:docMk/>
            <pc:sldMk cId="3496678616" sldId="507"/>
            <ac:spMk id="66" creationId="{6BF2B260-7126-36E5-09EE-2F5327CC9D10}"/>
          </ac:spMkLst>
        </pc:spChg>
        <pc:spChg chg="add del">
          <ac:chgData name="Jolan Heyse" userId="960fa660-ab54-4cd3-b9d2-159a5d7ebdb8" providerId="ADAL" clId="{63D4EA39-128F-5223-85F2-0699DF93DF01}" dt="2026-03-31T10:08:28.092" v="1957" actId="478"/>
          <ac:spMkLst>
            <pc:docMk/>
            <pc:sldMk cId="3496678616" sldId="507"/>
            <ac:spMk id="67" creationId="{11AF6563-A1D2-8EE3-29CE-F39AA9592D24}"/>
          </ac:spMkLst>
        </pc:spChg>
        <pc:spChg chg="add del mod">
          <ac:chgData name="Jolan Heyse" userId="960fa660-ab54-4cd3-b9d2-159a5d7ebdb8" providerId="ADAL" clId="{63D4EA39-128F-5223-85F2-0699DF93DF01}" dt="2026-03-31T10:10:30.214" v="1969" actId="21"/>
          <ac:spMkLst>
            <pc:docMk/>
            <pc:sldMk cId="3496678616" sldId="507"/>
            <ac:spMk id="68" creationId="{5BF927A6-C894-2CF6-8029-803958AB7773}"/>
          </ac:spMkLst>
        </pc:spChg>
        <pc:spChg chg="add mod">
          <ac:chgData name="Jolan Heyse" userId="960fa660-ab54-4cd3-b9d2-159a5d7ebdb8" providerId="ADAL" clId="{63D4EA39-128F-5223-85F2-0699DF93DF01}" dt="2026-03-31T10:11:52.032" v="1977" actId="1036"/>
          <ac:spMkLst>
            <pc:docMk/>
            <pc:sldMk cId="3496678616" sldId="507"/>
            <ac:spMk id="69" creationId="{4C298CC5-7D9C-F0EB-1009-27466EE22A5D}"/>
          </ac:spMkLst>
        </pc:spChg>
        <pc:spChg chg="add mod">
          <ac:chgData name="Jolan Heyse" userId="960fa660-ab54-4cd3-b9d2-159a5d7ebdb8" providerId="ADAL" clId="{63D4EA39-128F-5223-85F2-0699DF93DF01}" dt="2026-03-31T10:12:02.790" v="1979"/>
          <ac:spMkLst>
            <pc:docMk/>
            <pc:sldMk cId="3496678616" sldId="507"/>
            <ac:spMk id="70" creationId="{36D82F81-A501-B75E-7ABE-625472C6C17C}"/>
          </ac:spMkLst>
        </pc:spChg>
        <pc:grpChg chg="del mod">
          <ac:chgData name="Jolan Heyse" userId="960fa660-ab54-4cd3-b9d2-159a5d7ebdb8" providerId="ADAL" clId="{63D4EA39-128F-5223-85F2-0699DF93DF01}" dt="2026-03-31T10:06:44.616" v="1943" actId="478"/>
          <ac:grpSpMkLst>
            <pc:docMk/>
            <pc:sldMk cId="3496678616" sldId="507"/>
            <ac:grpSpMk id="22" creationId="{736BAAFF-FD86-1372-1D58-65115050FD59}"/>
          </ac:grpSpMkLst>
        </pc:grpChg>
        <pc:grpChg chg="del mod">
          <ac:chgData name="Jolan Heyse" userId="960fa660-ab54-4cd3-b9d2-159a5d7ebdb8" providerId="ADAL" clId="{63D4EA39-128F-5223-85F2-0699DF93DF01}" dt="2026-03-31T10:06:37.381" v="1942" actId="478"/>
          <ac:grpSpMkLst>
            <pc:docMk/>
            <pc:sldMk cId="3496678616" sldId="507"/>
            <ac:grpSpMk id="33" creationId="{AFED06E7-640D-B15C-3275-57C399909ABD}"/>
          </ac:grpSpMkLst>
        </pc:grpChg>
        <pc:grpChg chg="mod">
          <ac:chgData name="Jolan Heyse" userId="960fa660-ab54-4cd3-b9d2-159a5d7ebdb8" providerId="ADAL" clId="{63D4EA39-128F-5223-85F2-0699DF93DF01}" dt="2026-03-31T10:07:14.285" v="1947" actId="1076"/>
          <ac:grpSpMkLst>
            <pc:docMk/>
            <pc:sldMk cId="3496678616" sldId="507"/>
            <ac:grpSpMk id="44" creationId="{4080CAED-CC86-9FE8-F55D-B28A8440CE91}"/>
          </ac:grpSpMkLst>
        </pc:grpChg>
        <pc:grpChg chg="mod">
          <ac:chgData name="Jolan Heyse" userId="960fa660-ab54-4cd3-b9d2-159a5d7ebdb8" providerId="ADAL" clId="{63D4EA39-128F-5223-85F2-0699DF93DF01}" dt="2026-03-31T10:11:59.919" v="1978" actId="166"/>
          <ac:grpSpMkLst>
            <pc:docMk/>
            <pc:sldMk cId="3496678616" sldId="507"/>
            <ac:grpSpMk id="55" creationId="{CED6161C-F813-6FA6-5C50-2C1B9F6185F1}"/>
          </ac:grpSpMkLst>
        </pc:gr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1281F7-D938-640D-0E4A-0855AC9ED1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a:extLst>
              <a:ext uri="{FF2B5EF4-FFF2-40B4-BE49-F238E27FC236}">
                <a16:creationId xmlns:a16="http://schemas.microsoft.com/office/drawing/2014/main" id="{3496DFAD-5558-4BDD-F34D-D1563E8E8F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D6ADD-B21C-E948-AA04-DCFC50B51270}" type="datetimeFigureOut">
              <a:rPr lang="en-BE" smtClean="0"/>
              <a:t>3/31/26</a:t>
            </a:fld>
            <a:endParaRPr lang="en-BE"/>
          </a:p>
        </p:txBody>
      </p:sp>
      <p:sp>
        <p:nvSpPr>
          <p:cNvPr id="5" name="Slide Number Placeholder 4">
            <a:extLst>
              <a:ext uri="{FF2B5EF4-FFF2-40B4-BE49-F238E27FC236}">
                <a16:creationId xmlns:a16="http://schemas.microsoft.com/office/drawing/2014/main" id="{AAE40D42-69DB-4AE7-F156-C620991F75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40471F-1FE7-7945-A53A-D70D6E2125E3}" type="slidenum">
              <a:rPr lang="en-BE" smtClean="0"/>
              <a:t>‹#›</a:t>
            </a:fld>
            <a:endParaRPr lang="en-BE"/>
          </a:p>
        </p:txBody>
      </p:sp>
      <p:pic>
        <p:nvPicPr>
          <p:cNvPr id="7" name="Picture 6">
            <a:extLst>
              <a:ext uri="{FF2B5EF4-FFF2-40B4-BE49-F238E27FC236}">
                <a16:creationId xmlns:a16="http://schemas.microsoft.com/office/drawing/2014/main" id="{87C8925A-4D42-40F9-6535-2110A38B0DA1}"/>
              </a:ext>
            </a:extLst>
          </p:cNvPr>
          <p:cNvPicPr>
            <a:picLocks noChangeAspect="1"/>
          </p:cNvPicPr>
          <p:nvPr/>
        </p:nvPicPr>
        <p:blipFill>
          <a:blip r:embed="rId2"/>
          <a:srcRect l="16351" t="24623" r="16868" b="24268"/>
          <a:stretch/>
        </p:blipFill>
        <p:spPr>
          <a:xfrm>
            <a:off x="138545" y="8685213"/>
            <a:ext cx="658351" cy="349537"/>
          </a:xfrm>
          <a:prstGeom prst="rect">
            <a:avLst/>
          </a:prstGeom>
        </p:spPr>
      </p:pic>
    </p:spTree>
    <p:extLst>
      <p:ext uri="{BB962C8B-B14F-4D97-AF65-F5344CB8AC3E}">
        <p14:creationId xmlns:p14="http://schemas.microsoft.com/office/powerpoint/2010/main" val="282916518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571814-10B7-DF4E-B6E5-F469B8DD27A5}" type="datetimeFigureOut">
              <a:rPr lang="en-BE" smtClean="0"/>
              <a:t>3/31/26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4728FA-C277-644A-B7A0-E50FFC1951C0}" type="slidenum">
              <a:rPr lang="en-BE" smtClean="0"/>
              <a:t>‹#›</a:t>
            </a:fld>
            <a:endParaRPr lang="en-BE"/>
          </a:p>
        </p:txBody>
      </p:sp>
    </p:spTree>
    <p:extLst>
      <p:ext uri="{BB962C8B-B14F-4D97-AF65-F5344CB8AC3E}">
        <p14:creationId xmlns:p14="http://schemas.microsoft.com/office/powerpoint/2010/main" val="2684839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machine learning models learn patterns from the data that we give to it, it is evident that the quality of the output of your model will heavily depend on the quality of the data that it was trained on</a:t>
            </a:r>
          </a:p>
          <a:p>
            <a:endParaRPr lang="en-US" dirty="0"/>
          </a:p>
          <a:p>
            <a:r>
              <a:rPr lang="en-US" dirty="0"/>
              <a:t>GARBAGE IN = GARBAGE OUT</a:t>
            </a:r>
          </a:p>
          <a:p>
            <a:endParaRPr lang="en-US" dirty="0"/>
          </a:p>
          <a:p>
            <a:r>
              <a:rPr lang="en-US" dirty="0"/>
              <a:t>No matter how sophisticated your model, if the data quality is low, you will never get good and reproducible results</a:t>
            </a:r>
          </a:p>
        </p:txBody>
      </p:sp>
      <p:sp>
        <p:nvSpPr>
          <p:cNvPr id="4" name="Slide Number Placeholder 3"/>
          <p:cNvSpPr>
            <a:spLocks noGrp="1"/>
          </p:cNvSpPr>
          <p:nvPr>
            <p:ph type="sldNum" sz="quarter" idx="5"/>
          </p:nvPr>
        </p:nvSpPr>
        <p:spPr/>
        <p:txBody>
          <a:bodyPr/>
          <a:lstStyle/>
          <a:p>
            <a:fld id="{A24728FA-C277-644A-B7A0-E50FFC1951C0}" type="slidenum">
              <a:rPr lang="en-BE" smtClean="0"/>
              <a:t>3</a:t>
            </a:fld>
            <a:endParaRPr lang="en-BE"/>
          </a:p>
        </p:txBody>
      </p:sp>
    </p:spTree>
    <p:extLst>
      <p:ext uri="{BB962C8B-B14F-4D97-AF65-F5344CB8AC3E}">
        <p14:creationId xmlns:p14="http://schemas.microsoft.com/office/powerpoint/2010/main" val="140006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machine learning models learn patterns from the data that we give to it, it is evident that the quality of the output of your model will heavily depend on the quality of the data that it was trained on</a:t>
            </a:r>
          </a:p>
          <a:p>
            <a:endParaRPr lang="en-US" dirty="0"/>
          </a:p>
          <a:p>
            <a:r>
              <a:rPr lang="en-US" dirty="0"/>
              <a:t>GARBAGE IN = GARBAGE OUT</a:t>
            </a:r>
          </a:p>
          <a:p>
            <a:endParaRPr lang="en-US" dirty="0"/>
          </a:p>
          <a:p>
            <a:r>
              <a:rPr lang="en-US" dirty="0"/>
              <a:t>No matter how sophisticated your model, if the data quality is low, you will never get good and reproducible results</a:t>
            </a:r>
          </a:p>
          <a:p>
            <a:endParaRPr lang="en-US" dirty="0"/>
          </a:p>
        </p:txBody>
      </p:sp>
      <p:sp>
        <p:nvSpPr>
          <p:cNvPr id="4" name="Slide Number Placeholder 3"/>
          <p:cNvSpPr>
            <a:spLocks noGrp="1"/>
          </p:cNvSpPr>
          <p:nvPr>
            <p:ph type="sldNum" sz="quarter" idx="5"/>
          </p:nvPr>
        </p:nvSpPr>
        <p:spPr/>
        <p:txBody>
          <a:bodyPr/>
          <a:lstStyle/>
          <a:p>
            <a:fld id="{A24728FA-C277-644A-B7A0-E50FFC1951C0}" type="slidenum">
              <a:rPr lang="en-BE" smtClean="0"/>
              <a:t>4</a:t>
            </a:fld>
            <a:endParaRPr lang="en-BE"/>
          </a:p>
        </p:txBody>
      </p:sp>
    </p:spTree>
    <p:extLst>
      <p:ext uri="{BB962C8B-B14F-4D97-AF65-F5344CB8AC3E}">
        <p14:creationId xmlns:p14="http://schemas.microsoft.com/office/powerpoint/2010/main" val="2292547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237D0-AE18-28D1-EBFB-801E853E6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12480-7D14-11F3-11C3-3F7BF023A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48312-4C82-D97C-E078-9E594554FBBC}"/>
              </a:ext>
            </a:extLst>
          </p:cNvPr>
          <p:cNvSpPr>
            <a:spLocks noGrp="1"/>
          </p:cNvSpPr>
          <p:nvPr>
            <p:ph type="body" idx="1"/>
          </p:nvPr>
        </p:nvSpPr>
        <p:spPr/>
        <p:txBody>
          <a:bodyPr/>
          <a:lstStyle/>
          <a:p>
            <a:r>
              <a:rPr lang="en-US" dirty="0"/>
              <a:t>Data preprocessing can help to reduce the impact of impurities in your dataset</a:t>
            </a:r>
          </a:p>
        </p:txBody>
      </p:sp>
      <p:sp>
        <p:nvSpPr>
          <p:cNvPr id="4" name="Slide Number Placeholder 3">
            <a:extLst>
              <a:ext uri="{FF2B5EF4-FFF2-40B4-BE49-F238E27FC236}">
                <a16:creationId xmlns:a16="http://schemas.microsoft.com/office/drawing/2014/main" id="{5BED935F-28A9-2CBD-9478-1B737EC7711C}"/>
              </a:ext>
            </a:extLst>
          </p:cNvPr>
          <p:cNvSpPr>
            <a:spLocks noGrp="1"/>
          </p:cNvSpPr>
          <p:nvPr>
            <p:ph type="sldNum" sz="quarter" idx="5"/>
          </p:nvPr>
        </p:nvSpPr>
        <p:spPr/>
        <p:txBody>
          <a:bodyPr/>
          <a:lstStyle/>
          <a:p>
            <a:fld id="{A24728FA-C277-644A-B7A0-E50FFC1951C0}" type="slidenum">
              <a:rPr lang="en-BE" smtClean="0"/>
              <a:t>5</a:t>
            </a:fld>
            <a:endParaRPr lang="en-BE"/>
          </a:p>
        </p:txBody>
      </p:sp>
    </p:spTree>
    <p:extLst>
      <p:ext uri="{BB962C8B-B14F-4D97-AF65-F5344CB8AC3E}">
        <p14:creationId xmlns:p14="http://schemas.microsoft.com/office/powerpoint/2010/main" val="2919470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5698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809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8505-8798-977E-C7F4-5E0A5907C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F1BB4-0F41-0E6F-834D-BA5A2DCC2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3D672-EECF-A31F-550B-C803F2E39241}"/>
              </a:ext>
            </a:extLst>
          </p:cNvPr>
          <p:cNvSpPr>
            <a:spLocks noGrp="1"/>
          </p:cNvSpPr>
          <p:nvPr>
            <p:ph type="body" idx="1"/>
          </p:nvPr>
        </p:nvSpPr>
        <p:spPr/>
        <p:txBody>
          <a:bodyPr/>
          <a:lstStyle/>
          <a:p>
            <a:r>
              <a:rPr lang="en-US" dirty="0"/>
              <a:t>Since machine learning models learn patterns from the data that we give to it, it is evident that the quality of the output of your model will heavily depend on the quality of the data that it was trained on</a:t>
            </a:r>
          </a:p>
          <a:p>
            <a:endParaRPr lang="en-US" dirty="0"/>
          </a:p>
          <a:p>
            <a:r>
              <a:rPr lang="en-US" dirty="0"/>
              <a:t>GARBAGE IN = GARBAGE OUT</a:t>
            </a:r>
          </a:p>
          <a:p>
            <a:endParaRPr lang="en-US" dirty="0"/>
          </a:p>
          <a:p>
            <a:r>
              <a:rPr lang="en-US" dirty="0"/>
              <a:t>No matter how sophisticated your model, if the data quality is low, you will never get good and reproducible results</a:t>
            </a:r>
          </a:p>
        </p:txBody>
      </p:sp>
      <p:sp>
        <p:nvSpPr>
          <p:cNvPr id="4" name="Slide Number Placeholder 3">
            <a:extLst>
              <a:ext uri="{FF2B5EF4-FFF2-40B4-BE49-F238E27FC236}">
                <a16:creationId xmlns:a16="http://schemas.microsoft.com/office/drawing/2014/main" id="{BCD2F6F1-7AC8-3D42-2D55-B216A7174A04}"/>
              </a:ext>
            </a:extLst>
          </p:cNvPr>
          <p:cNvSpPr>
            <a:spLocks noGrp="1"/>
          </p:cNvSpPr>
          <p:nvPr>
            <p:ph type="sldNum" sz="quarter" idx="5"/>
          </p:nvPr>
        </p:nvSpPr>
        <p:spPr/>
        <p:txBody>
          <a:bodyPr/>
          <a:lstStyle/>
          <a:p>
            <a:fld id="{A24728FA-C277-644A-B7A0-E50FFC1951C0}" type="slidenum">
              <a:rPr lang="en-BE" smtClean="0"/>
              <a:t>14</a:t>
            </a:fld>
            <a:endParaRPr lang="en-BE"/>
          </a:p>
        </p:txBody>
      </p:sp>
    </p:spTree>
    <p:extLst>
      <p:ext uri="{BB962C8B-B14F-4D97-AF65-F5344CB8AC3E}">
        <p14:creationId xmlns:p14="http://schemas.microsoft.com/office/powerpoint/2010/main" val="263455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046E-3AB8-7A72-877D-2F252C03E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0B13C-6292-4EC1-CA81-4486B39358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BEC3F4-4611-43A0-7A58-E3587B4313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Artificial intelligence is a cluster term for any technology where a machine shows “human intelligence”</a:t>
            </a:r>
          </a:p>
          <a:p>
            <a:endParaRPr lang="en-US" dirty="0"/>
          </a:p>
        </p:txBody>
      </p:sp>
      <p:sp>
        <p:nvSpPr>
          <p:cNvPr id="4" name="Slide Number Placeholder 3">
            <a:extLst>
              <a:ext uri="{FF2B5EF4-FFF2-40B4-BE49-F238E27FC236}">
                <a16:creationId xmlns:a16="http://schemas.microsoft.com/office/drawing/2014/main" id="{35B1B81F-CB5A-EDDE-CE5F-9E33478321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41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0A169-D824-5F89-8F2E-DFBA3337C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62C0D-556A-68BE-DED1-688E51A1BB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0F07BA-A46A-E1FC-BBC0-9232A213F1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A52185-94A0-5014-FA0D-7C945E1F22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8953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61B9-BFE4-F55D-871F-C8807AB47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CD104-E8B4-99BD-1ABC-2196C62C2A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E0BAC7-3E73-3D57-95C4-06292FAD9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43B12F-201C-DDB7-54CB-A1D4E5CC95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791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FFE2C-7710-0724-A887-9E288A20B9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9A862-63ED-2B7C-BEDE-F1D54B04FD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C4F03E-65E1-1824-4C9F-E9942F010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AB475E-8CA9-8C7C-2FFA-20D06CD847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051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6B7B5-2D84-F5A1-556F-D42A973CF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FE85C-C308-2133-A8B9-94C7CE902D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A851E3C-A1C2-0E3F-882A-483480B491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3B36A-F854-4D34-281F-5B8D8D7607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4500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B19B1-F26B-29E2-1E83-6C5CEC190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2E7E7-1C28-DCAE-CED2-453973D241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60A100-06EC-5008-B2D6-EFF50387BB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3EB644-15C6-44C5-2CFC-BE87C66306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96406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349FA-6E43-9B3C-C4A3-B7AE5A6A8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93065-AD1E-0916-EF6D-0841ADD49F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2D88EF-FCD6-0FD8-16F2-49342F7451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E16B81-B094-C15D-E927-80AE5DD487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4728FA-C277-644A-B7A0-E50FFC1951C0}" type="slidenum">
              <a:rPr kumimoji="0" lang="en-B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B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422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Master" Target="../slideMasters/slideMaster7.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s>
</file>

<file path=ppt/slideLayouts/_rels/slideLayout24.xml.rels><?xml version="1.0" encoding="UTF-8" standalone="yes"?>
<Relationships xmlns="http://schemas.openxmlformats.org/package/2006/relationships"><Relationship Id="rId26" Type="http://schemas.openxmlformats.org/officeDocument/2006/relationships/image" Target="../media/image39.svg"/><Relationship Id="rId21" Type="http://schemas.openxmlformats.org/officeDocument/2006/relationships/image" Target="../media/image34.svg"/><Relationship Id="rId42" Type="http://schemas.openxmlformats.org/officeDocument/2006/relationships/image" Target="../media/image55.svg"/><Relationship Id="rId47" Type="http://schemas.openxmlformats.org/officeDocument/2006/relationships/image" Target="../media/image60.svg"/><Relationship Id="rId63" Type="http://schemas.openxmlformats.org/officeDocument/2006/relationships/image" Target="../media/image76.svg"/><Relationship Id="rId68" Type="http://schemas.openxmlformats.org/officeDocument/2006/relationships/image" Target="../media/image81.svg"/><Relationship Id="rId7" Type="http://schemas.openxmlformats.org/officeDocument/2006/relationships/image" Target="../media/image20.svg"/><Relationship Id="rId71" Type="http://schemas.openxmlformats.org/officeDocument/2006/relationships/image" Target="../media/image84.svg"/><Relationship Id="rId2" Type="http://schemas.openxmlformats.org/officeDocument/2006/relationships/image" Target="../media/image15.svg"/><Relationship Id="rId16" Type="http://schemas.openxmlformats.org/officeDocument/2006/relationships/image" Target="../media/image29.svg"/><Relationship Id="rId29" Type="http://schemas.openxmlformats.org/officeDocument/2006/relationships/image" Target="../media/image42.svg"/><Relationship Id="rId11" Type="http://schemas.openxmlformats.org/officeDocument/2006/relationships/image" Target="../media/image24.svg"/><Relationship Id="rId24" Type="http://schemas.openxmlformats.org/officeDocument/2006/relationships/image" Target="../media/image37.svg"/><Relationship Id="rId32" Type="http://schemas.openxmlformats.org/officeDocument/2006/relationships/image" Target="../media/image45.svg"/><Relationship Id="rId37" Type="http://schemas.openxmlformats.org/officeDocument/2006/relationships/image" Target="../media/image50.svg"/><Relationship Id="rId40" Type="http://schemas.openxmlformats.org/officeDocument/2006/relationships/image" Target="../media/image53.svg"/><Relationship Id="rId45" Type="http://schemas.openxmlformats.org/officeDocument/2006/relationships/image" Target="../media/image58.svg"/><Relationship Id="rId53" Type="http://schemas.openxmlformats.org/officeDocument/2006/relationships/image" Target="../media/image66.svg"/><Relationship Id="rId58" Type="http://schemas.openxmlformats.org/officeDocument/2006/relationships/image" Target="../media/image71.svg"/><Relationship Id="rId66" Type="http://schemas.openxmlformats.org/officeDocument/2006/relationships/image" Target="../media/image79.svg"/><Relationship Id="rId5" Type="http://schemas.openxmlformats.org/officeDocument/2006/relationships/image" Target="../media/image18.svg"/><Relationship Id="rId61" Type="http://schemas.openxmlformats.org/officeDocument/2006/relationships/image" Target="../media/image74.svg"/><Relationship Id="rId19" Type="http://schemas.openxmlformats.org/officeDocument/2006/relationships/image" Target="../media/image32.svg"/><Relationship Id="rId14" Type="http://schemas.openxmlformats.org/officeDocument/2006/relationships/image" Target="../media/image27.svg"/><Relationship Id="rId22" Type="http://schemas.openxmlformats.org/officeDocument/2006/relationships/image" Target="../media/image35.svg"/><Relationship Id="rId27" Type="http://schemas.openxmlformats.org/officeDocument/2006/relationships/image" Target="../media/image40.svg"/><Relationship Id="rId30" Type="http://schemas.openxmlformats.org/officeDocument/2006/relationships/image" Target="../media/image43.svg"/><Relationship Id="rId35" Type="http://schemas.openxmlformats.org/officeDocument/2006/relationships/image" Target="../media/image48.svg"/><Relationship Id="rId43" Type="http://schemas.openxmlformats.org/officeDocument/2006/relationships/image" Target="../media/image56.svg"/><Relationship Id="rId48" Type="http://schemas.openxmlformats.org/officeDocument/2006/relationships/image" Target="../media/image61.svg"/><Relationship Id="rId56" Type="http://schemas.openxmlformats.org/officeDocument/2006/relationships/image" Target="../media/image69.svg"/><Relationship Id="rId64" Type="http://schemas.openxmlformats.org/officeDocument/2006/relationships/image" Target="../media/image77.svg"/><Relationship Id="rId69" Type="http://schemas.openxmlformats.org/officeDocument/2006/relationships/image" Target="../media/image82.svg"/><Relationship Id="rId8" Type="http://schemas.openxmlformats.org/officeDocument/2006/relationships/image" Target="../media/image21.svg"/><Relationship Id="rId51" Type="http://schemas.openxmlformats.org/officeDocument/2006/relationships/image" Target="../media/image64.svg"/><Relationship Id="rId72" Type="http://schemas.openxmlformats.org/officeDocument/2006/relationships/image" Target="../media/image85.svg"/><Relationship Id="rId3" Type="http://schemas.openxmlformats.org/officeDocument/2006/relationships/image" Target="../media/image16.svg"/><Relationship Id="rId12" Type="http://schemas.openxmlformats.org/officeDocument/2006/relationships/image" Target="../media/image25.svg"/><Relationship Id="rId17" Type="http://schemas.openxmlformats.org/officeDocument/2006/relationships/image" Target="../media/image30.svg"/><Relationship Id="rId25" Type="http://schemas.openxmlformats.org/officeDocument/2006/relationships/image" Target="../media/image38.svg"/><Relationship Id="rId33" Type="http://schemas.openxmlformats.org/officeDocument/2006/relationships/image" Target="../media/image46.svg"/><Relationship Id="rId38" Type="http://schemas.openxmlformats.org/officeDocument/2006/relationships/image" Target="../media/image51.svg"/><Relationship Id="rId46" Type="http://schemas.openxmlformats.org/officeDocument/2006/relationships/image" Target="../media/image59.svg"/><Relationship Id="rId59" Type="http://schemas.openxmlformats.org/officeDocument/2006/relationships/image" Target="../media/image72.svg"/><Relationship Id="rId67" Type="http://schemas.openxmlformats.org/officeDocument/2006/relationships/image" Target="../media/image80.svg"/><Relationship Id="rId20" Type="http://schemas.openxmlformats.org/officeDocument/2006/relationships/image" Target="../media/image33.svg"/><Relationship Id="rId41" Type="http://schemas.openxmlformats.org/officeDocument/2006/relationships/image" Target="../media/image54.svg"/><Relationship Id="rId54" Type="http://schemas.openxmlformats.org/officeDocument/2006/relationships/image" Target="../media/image67.svg"/><Relationship Id="rId62" Type="http://schemas.openxmlformats.org/officeDocument/2006/relationships/image" Target="../media/image75.svg"/><Relationship Id="rId70" Type="http://schemas.openxmlformats.org/officeDocument/2006/relationships/image" Target="../media/image83.svg"/><Relationship Id="rId1" Type="http://schemas.openxmlformats.org/officeDocument/2006/relationships/slideMaster" Target="../slideMasters/slideMaster7.xml"/><Relationship Id="rId6" Type="http://schemas.openxmlformats.org/officeDocument/2006/relationships/image" Target="../media/image19.svg"/><Relationship Id="rId15" Type="http://schemas.openxmlformats.org/officeDocument/2006/relationships/image" Target="../media/image28.svg"/><Relationship Id="rId23" Type="http://schemas.openxmlformats.org/officeDocument/2006/relationships/image" Target="../media/image36.svg"/><Relationship Id="rId28" Type="http://schemas.openxmlformats.org/officeDocument/2006/relationships/image" Target="../media/image41.svg"/><Relationship Id="rId36" Type="http://schemas.openxmlformats.org/officeDocument/2006/relationships/image" Target="../media/image49.svg"/><Relationship Id="rId49" Type="http://schemas.openxmlformats.org/officeDocument/2006/relationships/image" Target="../media/image62.svg"/><Relationship Id="rId57" Type="http://schemas.openxmlformats.org/officeDocument/2006/relationships/image" Target="../media/image70.svg"/><Relationship Id="rId10" Type="http://schemas.openxmlformats.org/officeDocument/2006/relationships/image" Target="../media/image23.svg"/><Relationship Id="rId31" Type="http://schemas.openxmlformats.org/officeDocument/2006/relationships/image" Target="../media/image44.svg"/><Relationship Id="rId44" Type="http://schemas.openxmlformats.org/officeDocument/2006/relationships/image" Target="../media/image57.svg"/><Relationship Id="rId52" Type="http://schemas.openxmlformats.org/officeDocument/2006/relationships/image" Target="../media/image65.svg"/><Relationship Id="rId60" Type="http://schemas.openxmlformats.org/officeDocument/2006/relationships/image" Target="../media/image73.svg"/><Relationship Id="rId65" Type="http://schemas.openxmlformats.org/officeDocument/2006/relationships/image" Target="../media/image78.svg"/><Relationship Id="rId4" Type="http://schemas.openxmlformats.org/officeDocument/2006/relationships/image" Target="../media/image17.svg"/><Relationship Id="rId9" Type="http://schemas.openxmlformats.org/officeDocument/2006/relationships/image" Target="../media/image22.svg"/><Relationship Id="rId13" Type="http://schemas.openxmlformats.org/officeDocument/2006/relationships/image" Target="../media/image26.svg"/><Relationship Id="rId18" Type="http://schemas.openxmlformats.org/officeDocument/2006/relationships/image" Target="../media/image31.svg"/><Relationship Id="rId39" Type="http://schemas.openxmlformats.org/officeDocument/2006/relationships/image" Target="../media/image52.svg"/><Relationship Id="rId34" Type="http://schemas.openxmlformats.org/officeDocument/2006/relationships/image" Target="../media/image47.svg"/><Relationship Id="rId50" Type="http://schemas.openxmlformats.org/officeDocument/2006/relationships/image" Target="../media/image63.svg"/><Relationship Id="rId55" Type="http://schemas.openxmlformats.org/officeDocument/2006/relationships/image" Target="../media/image68.svg"/></Relationships>
</file>

<file path=ppt/slideLayouts/_rels/slideLayout25.xml.rels><?xml version="1.0" encoding="UTF-8" standalone="yes"?>
<Relationships xmlns="http://schemas.openxmlformats.org/package/2006/relationships"><Relationship Id="rId13" Type="http://schemas.openxmlformats.org/officeDocument/2006/relationships/image" Target="../media/image97.svg"/><Relationship Id="rId18" Type="http://schemas.openxmlformats.org/officeDocument/2006/relationships/image" Target="../media/image102.svg"/><Relationship Id="rId26" Type="http://schemas.openxmlformats.org/officeDocument/2006/relationships/image" Target="../media/image110.svg"/><Relationship Id="rId39" Type="http://schemas.openxmlformats.org/officeDocument/2006/relationships/image" Target="../media/image123.svg"/><Relationship Id="rId21" Type="http://schemas.openxmlformats.org/officeDocument/2006/relationships/image" Target="../media/image105.svg"/><Relationship Id="rId34" Type="http://schemas.openxmlformats.org/officeDocument/2006/relationships/image" Target="../media/image118.svg"/><Relationship Id="rId42" Type="http://schemas.openxmlformats.org/officeDocument/2006/relationships/image" Target="../media/image126.svg"/><Relationship Id="rId47" Type="http://schemas.openxmlformats.org/officeDocument/2006/relationships/image" Target="../media/image131.svg"/><Relationship Id="rId50" Type="http://schemas.openxmlformats.org/officeDocument/2006/relationships/image" Target="../media/image134.svg"/><Relationship Id="rId55" Type="http://schemas.openxmlformats.org/officeDocument/2006/relationships/image" Target="../media/image139.svg"/><Relationship Id="rId7" Type="http://schemas.openxmlformats.org/officeDocument/2006/relationships/image" Target="../media/image91.svg"/><Relationship Id="rId2" Type="http://schemas.openxmlformats.org/officeDocument/2006/relationships/image" Target="../media/image86.svg"/><Relationship Id="rId16" Type="http://schemas.openxmlformats.org/officeDocument/2006/relationships/image" Target="../media/image100.svg"/><Relationship Id="rId29" Type="http://schemas.openxmlformats.org/officeDocument/2006/relationships/image" Target="../media/image113.svg"/><Relationship Id="rId11" Type="http://schemas.openxmlformats.org/officeDocument/2006/relationships/image" Target="../media/image95.svg"/><Relationship Id="rId24" Type="http://schemas.openxmlformats.org/officeDocument/2006/relationships/image" Target="../media/image108.svg"/><Relationship Id="rId32" Type="http://schemas.openxmlformats.org/officeDocument/2006/relationships/image" Target="../media/image116.svg"/><Relationship Id="rId37" Type="http://schemas.openxmlformats.org/officeDocument/2006/relationships/image" Target="../media/image121.svg"/><Relationship Id="rId40" Type="http://schemas.openxmlformats.org/officeDocument/2006/relationships/image" Target="../media/image124.svg"/><Relationship Id="rId45" Type="http://schemas.openxmlformats.org/officeDocument/2006/relationships/image" Target="../media/image129.svg"/><Relationship Id="rId53" Type="http://schemas.openxmlformats.org/officeDocument/2006/relationships/image" Target="../media/image137.svg"/><Relationship Id="rId58" Type="http://schemas.openxmlformats.org/officeDocument/2006/relationships/image" Target="../media/image142.svg"/><Relationship Id="rId5" Type="http://schemas.openxmlformats.org/officeDocument/2006/relationships/image" Target="../media/image89.svg"/><Relationship Id="rId61" Type="http://schemas.openxmlformats.org/officeDocument/2006/relationships/image" Target="../media/image145.svg"/><Relationship Id="rId19" Type="http://schemas.openxmlformats.org/officeDocument/2006/relationships/image" Target="../media/image103.svg"/><Relationship Id="rId14" Type="http://schemas.openxmlformats.org/officeDocument/2006/relationships/image" Target="../media/image98.svg"/><Relationship Id="rId22" Type="http://schemas.openxmlformats.org/officeDocument/2006/relationships/image" Target="../media/image106.svg"/><Relationship Id="rId27" Type="http://schemas.openxmlformats.org/officeDocument/2006/relationships/image" Target="../media/image111.svg"/><Relationship Id="rId30" Type="http://schemas.openxmlformats.org/officeDocument/2006/relationships/image" Target="../media/image114.svg"/><Relationship Id="rId35" Type="http://schemas.openxmlformats.org/officeDocument/2006/relationships/image" Target="../media/image119.svg"/><Relationship Id="rId43" Type="http://schemas.openxmlformats.org/officeDocument/2006/relationships/image" Target="../media/image127.svg"/><Relationship Id="rId48" Type="http://schemas.openxmlformats.org/officeDocument/2006/relationships/image" Target="../media/image132.svg"/><Relationship Id="rId56" Type="http://schemas.openxmlformats.org/officeDocument/2006/relationships/image" Target="../media/image140.svg"/><Relationship Id="rId8" Type="http://schemas.openxmlformats.org/officeDocument/2006/relationships/image" Target="../media/image92.svg"/><Relationship Id="rId51" Type="http://schemas.openxmlformats.org/officeDocument/2006/relationships/image" Target="../media/image135.svg"/><Relationship Id="rId3" Type="http://schemas.openxmlformats.org/officeDocument/2006/relationships/image" Target="../media/image87.svg"/><Relationship Id="rId12" Type="http://schemas.openxmlformats.org/officeDocument/2006/relationships/image" Target="../media/image96.svg"/><Relationship Id="rId17" Type="http://schemas.openxmlformats.org/officeDocument/2006/relationships/image" Target="../media/image101.svg"/><Relationship Id="rId25" Type="http://schemas.openxmlformats.org/officeDocument/2006/relationships/image" Target="../media/image109.svg"/><Relationship Id="rId33" Type="http://schemas.openxmlformats.org/officeDocument/2006/relationships/image" Target="../media/image117.svg"/><Relationship Id="rId38" Type="http://schemas.openxmlformats.org/officeDocument/2006/relationships/image" Target="../media/image122.svg"/><Relationship Id="rId46" Type="http://schemas.openxmlformats.org/officeDocument/2006/relationships/image" Target="../media/image130.svg"/><Relationship Id="rId59" Type="http://schemas.openxmlformats.org/officeDocument/2006/relationships/image" Target="../media/image143.svg"/><Relationship Id="rId20" Type="http://schemas.openxmlformats.org/officeDocument/2006/relationships/image" Target="../media/image104.svg"/><Relationship Id="rId41" Type="http://schemas.openxmlformats.org/officeDocument/2006/relationships/image" Target="../media/image125.svg"/><Relationship Id="rId54" Type="http://schemas.openxmlformats.org/officeDocument/2006/relationships/image" Target="../media/image138.svg"/><Relationship Id="rId1" Type="http://schemas.openxmlformats.org/officeDocument/2006/relationships/slideMaster" Target="../slideMasters/slideMaster7.xml"/><Relationship Id="rId6" Type="http://schemas.openxmlformats.org/officeDocument/2006/relationships/image" Target="../media/image90.svg"/><Relationship Id="rId15" Type="http://schemas.openxmlformats.org/officeDocument/2006/relationships/image" Target="../media/image99.svg"/><Relationship Id="rId23" Type="http://schemas.openxmlformats.org/officeDocument/2006/relationships/image" Target="../media/image107.svg"/><Relationship Id="rId28" Type="http://schemas.openxmlformats.org/officeDocument/2006/relationships/image" Target="../media/image112.svg"/><Relationship Id="rId36" Type="http://schemas.openxmlformats.org/officeDocument/2006/relationships/image" Target="../media/image120.svg"/><Relationship Id="rId49" Type="http://schemas.openxmlformats.org/officeDocument/2006/relationships/image" Target="../media/image133.svg"/><Relationship Id="rId57" Type="http://schemas.openxmlformats.org/officeDocument/2006/relationships/image" Target="../media/image141.svg"/><Relationship Id="rId10" Type="http://schemas.openxmlformats.org/officeDocument/2006/relationships/image" Target="../media/image94.svg"/><Relationship Id="rId31" Type="http://schemas.openxmlformats.org/officeDocument/2006/relationships/image" Target="../media/image115.svg"/><Relationship Id="rId44" Type="http://schemas.openxmlformats.org/officeDocument/2006/relationships/image" Target="../media/image128.svg"/><Relationship Id="rId52" Type="http://schemas.openxmlformats.org/officeDocument/2006/relationships/image" Target="../media/image136.svg"/><Relationship Id="rId60" Type="http://schemas.openxmlformats.org/officeDocument/2006/relationships/image" Target="../media/image144.svg"/><Relationship Id="rId4" Type="http://schemas.openxmlformats.org/officeDocument/2006/relationships/image" Target="../media/image88.svg"/><Relationship Id="rId9" Type="http://schemas.openxmlformats.org/officeDocument/2006/relationships/image" Target="../media/image93.sv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52.svg"/><Relationship Id="rId3" Type="http://schemas.openxmlformats.org/officeDocument/2006/relationships/image" Target="../media/image147.svg"/><Relationship Id="rId7" Type="http://schemas.openxmlformats.org/officeDocument/2006/relationships/image" Target="../media/image151.svg"/><Relationship Id="rId2" Type="http://schemas.openxmlformats.org/officeDocument/2006/relationships/image" Target="../media/image146.svg"/><Relationship Id="rId1" Type="http://schemas.openxmlformats.org/officeDocument/2006/relationships/slideMaster" Target="../slideMasters/slideMaster7.xml"/><Relationship Id="rId6" Type="http://schemas.openxmlformats.org/officeDocument/2006/relationships/image" Target="../media/image150.svg"/><Relationship Id="rId11" Type="http://schemas.openxmlformats.org/officeDocument/2006/relationships/image" Target="../media/image155.svg"/><Relationship Id="rId5" Type="http://schemas.openxmlformats.org/officeDocument/2006/relationships/image" Target="../media/image149.svg"/><Relationship Id="rId10" Type="http://schemas.openxmlformats.org/officeDocument/2006/relationships/image" Target="../media/image154.svg"/><Relationship Id="rId4" Type="http://schemas.openxmlformats.org/officeDocument/2006/relationships/image" Target="../media/image148.svg"/><Relationship Id="rId9" Type="http://schemas.openxmlformats.org/officeDocument/2006/relationships/image" Target="../media/image15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title">
    <p:spTree>
      <p:nvGrpSpPr>
        <p:cNvPr id="1" name=""/>
        <p:cNvGrpSpPr/>
        <p:nvPr/>
      </p:nvGrpSpPr>
      <p:grpSpPr>
        <a:xfrm>
          <a:off x="0" y="0"/>
          <a:ext cx="0" cy="0"/>
          <a:chOff x="0" y="0"/>
          <a:chExt cx="0" cy="0"/>
        </a:xfrm>
      </p:grpSpPr>
      <p:sp>
        <p:nvSpPr>
          <p:cNvPr id="16" name="Vrije vorm: vorm 15">
            <a:extLst>
              <a:ext uri="{FF2B5EF4-FFF2-40B4-BE49-F238E27FC236}">
                <a16:creationId xmlns:a16="http://schemas.microsoft.com/office/drawing/2014/main" id="{4A604E13-2276-D5DE-3D58-6EFB8E3967FB}"/>
              </a:ext>
            </a:extLst>
          </p:cNvPr>
          <p:cNvSpPr/>
          <p:nvPr/>
        </p:nvSpPr>
        <p:spPr>
          <a:xfrm>
            <a:off x="9907168" y="4571974"/>
            <a:ext cx="2286025" cy="2286025"/>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10241950" y="2620808"/>
            <a:ext cx="1616456" cy="1616456"/>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4"/>
          </a:solidFill>
          <a:ln w="0" cap="flat">
            <a:noFill/>
            <a:prstDash val="solid"/>
            <a:miter/>
          </a:ln>
        </p:spPr>
        <p:txBody>
          <a:bodyPr rtlCol="0" anchor="ctr"/>
          <a:lstStyle/>
          <a:p>
            <a:endParaRPr lang="nl-NL"/>
          </a:p>
        </p:txBody>
      </p:sp>
      <p:sp>
        <p:nvSpPr>
          <p:cNvPr id="18" name="Vrije vorm: vorm 17">
            <a:extLst>
              <a:ext uri="{FF2B5EF4-FFF2-40B4-BE49-F238E27FC236}">
                <a16:creationId xmlns:a16="http://schemas.microsoft.com/office/drawing/2014/main" id="{5FAC88EB-12CC-AF74-3DA4-9849EEE0EF7A}"/>
              </a:ext>
            </a:extLst>
          </p:cNvPr>
          <p:cNvSpPr/>
          <p:nvPr/>
        </p:nvSpPr>
        <p:spPr>
          <a:xfrm>
            <a:off x="7621143" y="2285707"/>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7621143" y="0"/>
            <a:ext cx="2286025" cy="2286025"/>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rgbClr val="00A3A6"/>
          </a:solidFill>
          <a:ln w="0" cap="flat">
            <a:noFill/>
            <a:prstDash val="solid"/>
            <a:miter/>
          </a:ln>
        </p:spPr>
        <p:txBody>
          <a:bodyPr rtlCol="0" anchor="ctr"/>
          <a:lstStyle/>
          <a:p>
            <a:endParaRPr lang="nl-NL"/>
          </a:p>
        </p:txBody>
      </p:sp>
      <p:sp>
        <p:nvSpPr>
          <p:cNvPr id="21" name="Vrije vorm: vorm 20">
            <a:extLst>
              <a:ext uri="{FF2B5EF4-FFF2-40B4-BE49-F238E27FC236}">
                <a16:creationId xmlns:a16="http://schemas.microsoft.com/office/drawing/2014/main" id="{D8982F97-2479-6D1B-B7A0-953536834A38}"/>
              </a:ext>
            </a:extLst>
          </p:cNvPr>
          <p:cNvSpPr/>
          <p:nvPr/>
        </p:nvSpPr>
        <p:spPr>
          <a:xfrm>
            <a:off x="7621143" y="4571746"/>
            <a:ext cx="2286024" cy="1143012"/>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solidFill>
            <a:srgbClr val="EE641C"/>
          </a:solidFill>
          <a:ln w="0" cap="flat">
            <a:noFill/>
            <a:prstDash val="solid"/>
            <a:miter/>
          </a:ln>
        </p:spPr>
        <p:txBody>
          <a:bodyPr rtlCol="0" anchor="ctr"/>
          <a:lstStyle/>
          <a:p>
            <a:endParaRPr lang="nl-NL"/>
          </a:p>
        </p:txBody>
      </p:sp>
      <p:sp>
        <p:nvSpPr>
          <p:cNvPr id="22" name="Vrije vorm: vorm 21">
            <a:extLst>
              <a:ext uri="{FF2B5EF4-FFF2-40B4-BE49-F238E27FC236}">
                <a16:creationId xmlns:a16="http://schemas.microsoft.com/office/drawing/2014/main" id="{B2D793A6-2CFD-8B8D-9624-10E6E7FB2A1D}"/>
              </a:ext>
            </a:extLst>
          </p:cNvPr>
          <p:cNvSpPr/>
          <p:nvPr/>
        </p:nvSpPr>
        <p:spPr>
          <a:xfrm>
            <a:off x="9907168" y="1142451"/>
            <a:ext cx="2286025" cy="1143015"/>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solidFill>
            <a:srgbClr val="FBB70C"/>
          </a:solidFill>
          <a:ln w="0" cap="flat">
            <a:noFill/>
            <a:prstDash val="solid"/>
            <a:miter/>
          </a:ln>
        </p:spPr>
        <p:txBody>
          <a:bodyPr rtlCol="0" anchor="ctr"/>
          <a:lstStyle/>
          <a:p>
            <a:endParaRPr lang="nl-NL"/>
          </a:p>
        </p:txBody>
      </p:sp>
      <p:pic>
        <p:nvPicPr>
          <p:cNvPr id="14" name="Graphic 13">
            <a:extLst>
              <a:ext uri="{FF2B5EF4-FFF2-40B4-BE49-F238E27FC236}">
                <a16:creationId xmlns:a16="http://schemas.microsoft.com/office/drawing/2014/main" id="{41CC6DF8-10D5-107D-4D76-E2F385D50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95" y="288000"/>
            <a:ext cx="914400" cy="485775"/>
          </a:xfrm>
          <a:prstGeom prst="rect">
            <a:avLst/>
          </a:prstGeom>
        </p:spPr>
      </p:pic>
      <p:sp>
        <p:nvSpPr>
          <p:cNvPr id="2" name="Picture Placeholder 342">
            <a:extLst>
              <a:ext uri="{FF2B5EF4-FFF2-40B4-BE49-F238E27FC236}">
                <a16:creationId xmlns:a16="http://schemas.microsoft.com/office/drawing/2014/main" id="{82DA0CE5-4C38-A013-901C-FB99DB1B1C8D}"/>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
        <p:nvSpPr>
          <p:cNvPr id="4" name="Title 1">
            <a:extLst>
              <a:ext uri="{FF2B5EF4-FFF2-40B4-BE49-F238E27FC236}">
                <a16:creationId xmlns:a16="http://schemas.microsoft.com/office/drawing/2014/main" id="{707B48C2-E188-B2EB-7A42-59DE727DD3D1}"/>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2"/>
                </a:solidFill>
                <a:latin typeface="+mj-lt"/>
                <a:cs typeface="Arial" panose="020B0604020202020204" pitchFamily="34" charset="0"/>
              </a:defRPr>
            </a:lvl1pPr>
          </a:lstStyle>
          <a:p>
            <a:r>
              <a:rPr lang="en-US"/>
              <a:t>Title</a:t>
            </a:r>
          </a:p>
        </p:txBody>
      </p:sp>
      <p:sp>
        <p:nvSpPr>
          <p:cNvPr id="5" name="Tijdelijke aanduiding voor tekst 26">
            <a:extLst>
              <a:ext uri="{FF2B5EF4-FFF2-40B4-BE49-F238E27FC236}">
                <a16:creationId xmlns:a16="http://schemas.microsoft.com/office/drawing/2014/main" id="{8756094A-B02C-E5C7-59A4-7F504D59DDA4}"/>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6" name="Text Placeholder 2">
            <a:extLst>
              <a:ext uri="{FF2B5EF4-FFF2-40B4-BE49-F238E27FC236}">
                <a16:creationId xmlns:a16="http://schemas.microsoft.com/office/drawing/2014/main" id="{3AD12AD0-8108-1393-BC16-265984DF97F3}"/>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i="1"/>
            </a:lvl1pPr>
          </a:lstStyle>
          <a:p>
            <a:pPr lvl="0"/>
            <a:r>
              <a:rPr lang="en-US"/>
              <a:t>Name</a:t>
            </a:r>
            <a:endParaRPr lang="en-BE"/>
          </a:p>
        </p:txBody>
      </p:sp>
      <p:sp>
        <p:nvSpPr>
          <p:cNvPr id="7" name="Text Placeholder 13">
            <a:extLst>
              <a:ext uri="{FF2B5EF4-FFF2-40B4-BE49-F238E27FC236}">
                <a16:creationId xmlns:a16="http://schemas.microsoft.com/office/drawing/2014/main" id="{30A98F02-C1F0-0EA5-9258-075410C762FB}"/>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chemeClr val="tx1"/>
                </a:solidFill>
                <a:latin typeface="+mj-lt"/>
              </a:defRPr>
            </a:lvl1pPr>
          </a:lstStyle>
          <a:p>
            <a:pPr lvl="0"/>
            <a:r>
              <a:rPr lang="en-US"/>
              <a:t>Subtitle</a:t>
            </a:r>
            <a:endParaRPr lang="en-BE"/>
          </a:p>
        </p:txBody>
      </p:sp>
    </p:spTree>
    <p:extLst>
      <p:ext uri="{BB962C8B-B14F-4D97-AF65-F5344CB8AC3E}">
        <p14:creationId xmlns:p14="http://schemas.microsoft.com/office/powerpoint/2010/main" val="195085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7955931" y="3763779"/>
            <a:ext cx="1616455" cy="1616455"/>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FC85976D-EE45-AE2D-287E-345B5F157F96}"/>
              </a:ext>
            </a:extLst>
          </p:cNvPr>
          <p:cNvSpPr/>
          <p:nvPr/>
        </p:nvSpPr>
        <p:spPr>
          <a:xfrm>
            <a:off x="7621148" y="2286742"/>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a:p>
        </p:txBody>
      </p:sp>
      <p:sp>
        <p:nvSpPr>
          <p:cNvPr id="15" name="Vrije vorm: vorm 14">
            <a:extLst>
              <a:ext uri="{FF2B5EF4-FFF2-40B4-BE49-F238E27FC236}">
                <a16:creationId xmlns:a16="http://schemas.microsoft.com/office/drawing/2014/main" id="{5CB21A53-6FB1-525B-E4F0-F59E8EDA975E}"/>
              </a:ext>
            </a:extLst>
          </p:cNvPr>
          <p:cNvSpPr/>
          <p:nvPr/>
        </p:nvSpPr>
        <p:spPr>
          <a:xfrm>
            <a:off x="7621148" y="0"/>
            <a:ext cx="2286025" cy="2286025"/>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a:p>
        </p:txBody>
      </p:sp>
      <p:sp>
        <p:nvSpPr>
          <p:cNvPr id="23" name="Vrije vorm: vorm 22">
            <a:extLst>
              <a:ext uri="{FF2B5EF4-FFF2-40B4-BE49-F238E27FC236}">
                <a16:creationId xmlns:a16="http://schemas.microsoft.com/office/drawing/2014/main" id="{7835CE72-ED67-FFB3-4AF2-B219E802D267}"/>
              </a:ext>
            </a:extLst>
          </p:cNvPr>
          <p:cNvSpPr/>
          <p:nvPr/>
        </p:nvSpPr>
        <p:spPr>
          <a:xfrm>
            <a:off x="9907174" y="4571739"/>
            <a:ext cx="2286025" cy="1143013"/>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a:p>
        </p:txBody>
      </p:sp>
      <p:sp>
        <p:nvSpPr>
          <p:cNvPr id="24" name="Vrije vorm: vorm 23">
            <a:extLst>
              <a:ext uri="{FF2B5EF4-FFF2-40B4-BE49-F238E27FC236}">
                <a16:creationId xmlns:a16="http://schemas.microsoft.com/office/drawing/2014/main" id="{B0FB8D35-F14F-4A1B-A129-BCD790B43475}"/>
              </a:ext>
            </a:extLst>
          </p:cNvPr>
          <p:cNvSpPr/>
          <p:nvPr/>
        </p:nvSpPr>
        <p:spPr>
          <a:xfrm>
            <a:off x="9907174" y="1142451"/>
            <a:ext cx="2286025" cy="1143013"/>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DC9D5A06-4B5F-5150-061F-8455585C64F0}"/>
              </a:ext>
            </a:extLst>
          </p:cNvPr>
          <p:cNvSpPr/>
          <p:nvPr/>
        </p:nvSpPr>
        <p:spPr>
          <a:xfrm>
            <a:off x="9907168" y="2285706"/>
            <a:ext cx="2286036" cy="2286039"/>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95" y="281884"/>
            <a:ext cx="914400" cy="485775"/>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2400"/>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7293429" y="0"/>
            <a:ext cx="4898571" cy="68580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160268372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mall pictures title">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79E433C-0540-F01E-B1B4-534F584EED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2000" y="288000"/>
            <a:ext cx="914400" cy="485775"/>
          </a:xfrm>
          <a:prstGeom prst="rect">
            <a:avLst/>
          </a:prstGeom>
        </p:spPr>
      </p:pic>
      <p:sp>
        <p:nvSpPr>
          <p:cNvPr id="4" name="Title 1">
            <a:extLst>
              <a:ext uri="{FF2B5EF4-FFF2-40B4-BE49-F238E27FC236}">
                <a16:creationId xmlns:a16="http://schemas.microsoft.com/office/drawing/2014/main" id="{C73ABB36-7C9E-22B4-A8FC-4A2D4C716E93}"/>
              </a:ext>
            </a:extLst>
          </p:cNvPr>
          <p:cNvSpPr>
            <a:spLocks noGrp="1"/>
          </p:cNvSpPr>
          <p:nvPr>
            <p:ph type="title" hasCustomPrompt="1"/>
          </p:nvPr>
        </p:nvSpPr>
        <p:spPr>
          <a:xfrm>
            <a:off x="791996" y="2206486"/>
            <a:ext cx="5616000" cy="1959415"/>
          </a:xfrm>
          <a:prstGeom prst="rect">
            <a:avLst/>
          </a:prstGeom>
        </p:spPr>
        <p:txBody>
          <a:bodyPr anchor="b">
            <a:normAutofit/>
          </a:bodyPr>
          <a:lstStyle>
            <a:lvl1pPr>
              <a:defRPr sz="4600" b="1">
                <a:solidFill>
                  <a:schemeClr val="tx2"/>
                </a:solidFill>
                <a:latin typeface="+mj-lt"/>
                <a:cs typeface="Arial" panose="020B0604020202020204" pitchFamily="34" charset="0"/>
              </a:defRPr>
            </a:lvl1pPr>
          </a:lstStyle>
          <a:p>
            <a:r>
              <a:rPr lang="en-US"/>
              <a:t>Title</a:t>
            </a:r>
          </a:p>
        </p:txBody>
      </p:sp>
      <p:sp>
        <p:nvSpPr>
          <p:cNvPr id="5" name="Tijdelijke aanduiding voor tekst 26">
            <a:extLst>
              <a:ext uri="{FF2B5EF4-FFF2-40B4-BE49-F238E27FC236}">
                <a16:creationId xmlns:a16="http://schemas.microsoft.com/office/drawing/2014/main" id="{E0A99706-3A4D-14BA-CB6B-7149017AF111}"/>
              </a:ext>
            </a:extLst>
          </p:cNvPr>
          <p:cNvSpPr>
            <a:spLocks noGrp="1"/>
          </p:cNvSpPr>
          <p:nvPr>
            <p:ph type="body" sz="quarter" idx="10" hasCustomPrompt="1"/>
          </p:nvPr>
        </p:nvSpPr>
        <p:spPr>
          <a:xfrm>
            <a:off x="791996" y="6189582"/>
            <a:ext cx="5616000" cy="386534"/>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Date</a:t>
            </a:r>
          </a:p>
        </p:txBody>
      </p:sp>
      <p:sp>
        <p:nvSpPr>
          <p:cNvPr id="6" name="Text Placeholder 2">
            <a:extLst>
              <a:ext uri="{FF2B5EF4-FFF2-40B4-BE49-F238E27FC236}">
                <a16:creationId xmlns:a16="http://schemas.microsoft.com/office/drawing/2014/main" id="{CB093B80-5D4D-CA33-D2C4-4596A0F54E9A}"/>
              </a:ext>
            </a:extLst>
          </p:cNvPr>
          <p:cNvSpPr>
            <a:spLocks noGrp="1"/>
          </p:cNvSpPr>
          <p:nvPr>
            <p:ph type="body" sz="quarter" idx="11" hasCustomPrompt="1"/>
          </p:nvPr>
        </p:nvSpPr>
        <p:spPr>
          <a:xfrm>
            <a:off x="792163" y="5035550"/>
            <a:ext cx="5616575" cy="969963"/>
          </a:xfrm>
          <a:prstGeom prst="rect">
            <a:avLst/>
          </a:prstGeom>
        </p:spPr>
        <p:txBody>
          <a:bodyPr/>
          <a:lstStyle>
            <a:lvl1pPr marL="0" indent="0">
              <a:buNone/>
              <a:defRPr sz="1800" b="0"/>
            </a:lvl1pPr>
          </a:lstStyle>
          <a:p>
            <a:pPr lvl="0"/>
            <a:r>
              <a:rPr lang="en-US"/>
              <a:t>Name</a:t>
            </a:r>
            <a:endParaRPr lang="en-BE"/>
          </a:p>
        </p:txBody>
      </p:sp>
      <p:sp>
        <p:nvSpPr>
          <p:cNvPr id="14" name="Text Placeholder 13">
            <a:extLst>
              <a:ext uri="{FF2B5EF4-FFF2-40B4-BE49-F238E27FC236}">
                <a16:creationId xmlns:a16="http://schemas.microsoft.com/office/drawing/2014/main" id="{E419F916-8174-248E-3A91-979A8C17C7FF}"/>
              </a:ext>
            </a:extLst>
          </p:cNvPr>
          <p:cNvSpPr>
            <a:spLocks noGrp="1"/>
          </p:cNvSpPr>
          <p:nvPr>
            <p:ph type="body" sz="quarter" idx="14" hasCustomPrompt="1"/>
          </p:nvPr>
        </p:nvSpPr>
        <p:spPr>
          <a:xfrm>
            <a:off x="791997" y="4267200"/>
            <a:ext cx="5616742" cy="695325"/>
          </a:xfrm>
          <a:prstGeom prst="rect">
            <a:avLst/>
          </a:prstGeom>
        </p:spPr>
        <p:txBody>
          <a:bodyPr>
            <a:normAutofit/>
          </a:bodyPr>
          <a:lstStyle>
            <a:lvl1pPr marL="0" indent="0">
              <a:buNone/>
              <a:defRPr sz="2800">
                <a:solidFill>
                  <a:schemeClr val="tx1"/>
                </a:solidFill>
                <a:latin typeface="+mj-lt"/>
              </a:defRPr>
            </a:lvl1pPr>
          </a:lstStyle>
          <a:p>
            <a:pPr lvl="0"/>
            <a:r>
              <a:rPr lang="en-US"/>
              <a:t>Subtitle</a:t>
            </a:r>
            <a:endParaRPr lang="en-BE"/>
          </a:p>
        </p:txBody>
      </p:sp>
      <p:grpSp>
        <p:nvGrpSpPr>
          <p:cNvPr id="17" name="Group 16">
            <a:extLst>
              <a:ext uri="{FF2B5EF4-FFF2-40B4-BE49-F238E27FC236}">
                <a16:creationId xmlns:a16="http://schemas.microsoft.com/office/drawing/2014/main" id="{F9EB486D-771C-5C25-821B-1B997BC7FCDE}"/>
              </a:ext>
            </a:extLst>
          </p:cNvPr>
          <p:cNvGrpSpPr/>
          <p:nvPr userDrawn="1"/>
        </p:nvGrpSpPr>
        <p:grpSpPr>
          <a:xfrm>
            <a:off x="7619950" y="9236"/>
            <a:ext cx="4572050" cy="6857999"/>
            <a:chOff x="3577077" y="-168237"/>
            <a:chExt cx="4572050" cy="6857999"/>
          </a:xfrm>
          <a:solidFill>
            <a:srgbClr val="D1E4F7"/>
          </a:solidFill>
        </p:grpSpPr>
        <p:sp>
          <p:nvSpPr>
            <p:cNvPr id="8" name="Vrije vorm: vorm 15">
              <a:extLst>
                <a:ext uri="{FF2B5EF4-FFF2-40B4-BE49-F238E27FC236}">
                  <a16:creationId xmlns:a16="http://schemas.microsoft.com/office/drawing/2014/main" id="{C042B0B8-8B53-2B38-1FAF-C474E63108E7}"/>
                </a:ext>
              </a:extLst>
            </p:cNvPr>
            <p:cNvSpPr/>
            <p:nvPr userDrawn="1"/>
          </p:nvSpPr>
          <p:spPr>
            <a:xfrm>
              <a:off x="5863102" y="4403737"/>
              <a:ext cx="2286025" cy="2286025"/>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grpFill/>
            <a:ln w="0" cap="flat">
              <a:noFill/>
              <a:prstDash val="solid"/>
              <a:miter/>
            </a:ln>
          </p:spPr>
          <p:txBody>
            <a:bodyPr rtlCol="0" anchor="ctr"/>
            <a:lstStyle/>
            <a:p>
              <a:endParaRPr lang="nl-NL"/>
            </a:p>
          </p:txBody>
        </p:sp>
        <p:sp>
          <p:nvSpPr>
            <p:cNvPr id="9" name="Vrije vorm: vorm 16">
              <a:extLst>
                <a:ext uri="{FF2B5EF4-FFF2-40B4-BE49-F238E27FC236}">
                  <a16:creationId xmlns:a16="http://schemas.microsoft.com/office/drawing/2014/main" id="{2C5B0466-C57A-E7EC-CA5D-B38C5C776D9F}"/>
                </a:ext>
              </a:extLst>
            </p:cNvPr>
            <p:cNvSpPr/>
            <p:nvPr userDrawn="1"/>
          </p:nvSpPr>
          <p:spPr>
            <a:xfrm rot="2700000">
              <a:off x="6197884" y="2452571"/>
              <a:ext cx="1616456" cy="1616456"/>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grpFill/>
            <a:ln w="0" cap="flat">
              <a:noFill/>
              <a:prstDash val="solid"/>
              <a:miter/>
            </a:ln>
          </p:spPr>
          <p:txBody>
            <a:bodyPr rtlCol="0" anchor="ctr"/>
            <a:lstStyle/>
            <a:p>
              <a:endParaRPr lang="nl-NL"/>
            </a:p>
          </p:txBody>
        </p:sp>
        <p:sp>
          <p:nvSpPr>
            <p:cNvPr id="11" name="Vrije vorm: vorm 17">
              <a:extLst>
                <a:ext uri="{FF2B5EF4-FFF2-40B4-BE49-F238E27FC236}">
                  <a16:creationId xmlns:a16="http://schemas.microsoft.com/office/drawing/2014/main" id="{CCD5D24D-0DA2-3139-BE82-A4A4F7D4CD99}"/>
                </a:ext>
              </a:extLst>
            </p:cNvPr>
            <p:cNvSpPr/>
            <p:nvPr userDrawn="1"/>
          </p:nvSpPr>
          <p:spPr>
            <a:xfrm>
              <a:off x="3577077" y="211747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grpFill/>
            <a:ln w="0" cap="flat">
              <a:noFill/>
              <a:prstDash val="solid"/>
              <a:miter/>
            </a:ln>
          </p:spPr>
          <p:txBody>
            <a:bodyPr rtlCol="0" anchor="ctr"/>
            <a:lstStyle/>
            <a:p>
              <a:endParaRPr lang="nl-NL"/>
            </a:p>
          </p:txBody>
        </p:sp>
        <p:sp>
          <p:nvSpPr>
            <p:cNvPr id="12" name="Vrije vorm: vorm 18">
              <a:extLst>
                <a:ext uri="{FF2B5EF4-FFF2-40B4-BE49-F238E27FC236}">
                  <a16:creationId xmlns:a16="http://schemas.microsoft.com/office/drawing/2014/main" id="{A8A35A09-C43E-D801-AE38-5EDA278067AA}"/>
                </a:ext>
              </a:extLst>
            </p:cNvPr>
            <p:cNvSpPr/>
            <p:nvPr userDrawn="1"/>
          </p:nvSpPr>
          <p:spPr>
            <a:xfrm>
              <a:off x="3577077" y="-168237"/>
              <a:ext cx="2286025" cy="2286025"/>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grpFill/>
            <a:ln w="0" cap="flat">
              <a:noFill/>
              <a:prstDash val="solid"/>
              <a:miter/>
            </a:ln>
          </p:spPr>
          <p:txBody>
            <a:bodyPr rtlCol="0" anchor="ctr"/>
            <a:lstStyle/>
            <a:p>
              <a:endParaRPr lang="nl-NL"/>
            </a:p>
          </p:txBody>
        </p:sp>
        <p:sp>
          <p:nvSpPr>
            <p:cNvPr id="13" name="Vrije vorm: vorm 20">
              <a:extLst>
                <a:ext uri="{FF2B5EF4-FFF2-40B4-BE49-F238E27FC236}">
                  <a16:creationId xmlns:a16="http://schemas.microsoft.com/office/drawing/2014/main" id="{8D7284FD-E1FE-0409-EA34-0347610ED3E4}"/>
                </a:ext>
              </a:extLst>
            </p:cNvPr>
            <p:cNvSpPr/>
            <p:nvPr userDrawn="1"/>
          </p:nvSpPr>
          <p:spPr>
            <a:xfrm>
              <a:off x="3577077" y="4403509"/>
              <a:ext cx="2286024" cy="1143012"/>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grpFill/>
            <a:ln w="0" cap="flat">
              <a:noFill/>
              <a:prstDash val="solid"/>
              <a:miter/>
            </a:ln>
          </p:spPr>
          <p:txBody>
            <a:bodyPr rtlCol="0" anchor="ctr"/>
            <a:lstStyle/>
            <a:p>
              <a:endParaRPr lang="nl-NL"/>
            </a:p>
          </p:txBody>
        </p:sp>
        <p:sp>
          <p:nvSpPr>
            <p:cNvPr id="16" name="Vrije vorm: vorm 21">
              <a:extLst>
                <a:ext uri="{FF2B5EF4-FFF2-40B4-BE49-F238E27FC236}">
                  <a16:creationId xmlns:a16="http://schemas.microsoft.com/office/drawing/2014/main" id="{038B6A0A-7A61-5921-5A70-7C557AE57B1D}"/>
                </a:ext>
              </a:extLst>
            </p:cNvPr>
            <p:cNvSpPr/>
            <p:nvPr userDrawn="1"/>
          </p:nvSpPr>
          <p:spPr>
            <a:xfrm>
              <a:off x="5863102" y="974214"/>
              <a:ext cx="2286025" cy="1143015"/>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grpFill/>
            <a:ln w="0" cap="flat">
              <a:noFill/>
              <a:prstDash val="solid"/>
              <a:miter/>
            </a:ln>
          </p:spPr>
          <p:txBody>
            <a:bodyPr rtlCol="0" anchor="ctr"/>
            <a:lstStyle/>
            <a:p>
              <a:endParaRPr lang="nl-NL"/>
            </a:p>
          </p:txBody>
        </p:sp>
      </p:grpSp>
      <p:sp>
        <p:nvSpPr>
          <p:cNvPr id="3" name="Picture Placeholder 2">
            <a:extLst>
              <a:ext uri="{FF2B5EF4-FFF2-40B4-BE49-F238E27FC236}">
                <a16:creationId xmlns:a16="http://schemas.microsoft.com/office/drawing/2014/main" id="{84F6E6DB-E106-7715-009C-A38370FB6D46}"/>
              </a:ext>
            </a:extLst>
          </p:cNvPr>
          <p:cNvSpPr>
            <a:spLocks noGrp="1"/>
          </p:cNvSpPr>
          <p:nvPr>
            <p:ph type="pic" sz="quarter" idx="15"/>
          </p:nvPr>
        </p:nvSpPr>
        <p:spPr>
          <a:xfrm>
            <a:off x="7615356" y="2289157"/>
            <a:ext cx="2286000" cy="2286000"/>
          </a:xfrm>
          <a:prstGeom prst="rect">
            <a:avLst/>
          </a:prstGeom>
          <a:ln>
            <a:noFill/>
          </a:ln>
        </p:spPr>
        <p:txBody>
          <a:bodyPr/>
          <a:lstStyle/>
          <a:p>
            <a:r>
              <a:rPr lang="en-US"/>
              <a:t>Click icon to add picture</a:t>
            </a:r>
            <a:endParaRPr lang="en-BE"/>
          </a:p>
        </p:txBody>
      </p:sp>
      <p:sp>
        <p:nvSpPr>
          <p:cNvPr id="10" name="Picture Placeholder 2">
            <a:extLst>
              <a:ext uri="{FF2B5EF4-FFF2-40B4-BE49-F238E27FC236}">
                <a16:creationId xmlns:a16="http://schemas.microsoft.com/office/drawing/2014/main" id="{12308350-1190-C8AD-4EE4-BFF0510A6448}"/>
              </a:ext>
            </a:extLst>
          </p:cNvPr>
          <p:cNvSpPr>
            <a:spLocks noGrp="1"/>
          </p:cNvSpPr>
          <p:nvPr>
            <p:ph type="pic" sz="quarter" idx="16"/>
          </p:nvPr>
        </p:nvSpPr>
        <p:spPr>
          <a:xfrm>
            <a:off x="9901356" y="4590195"/>
            <a:ext cx="2286000" cy="2286000"/>
          </a:xfrm>
          <a:prstGeom prst="ellipse">
            <a:avLst/>
          </a:prstGeom>
          <a:ln>
            <a:noFill/>
          </a:ln>
        </p:spPr>
        <p:txBody>
          <a:bodyPr/>
          <a:lstStyle/>
          <a:p>
            <a:r>
              <a:rPr lang="en-US"/>
              <a:t>Click icon to add picture</a:t>
            </a:r>
            <a:endParaRPr lang="en-BE"/>
          </a:p>
        </p:txBody>
      </p:sp>
      <p:sp>
        <p:nvSpPr>
          <p:cNvPr id="15" name="Picture Placeholder 2">
            <a:extLst>
              <a:ext uri="{FF2B5EF4-FFF2-40B4-BE49-F238E27FC236}">
                <a16:creationId xmlns:a16="http://schemas.microsoft.com/office/drawing/2014/main" id="{07A2888C-1ADC-4683-2DB8-9A8A33210EA4}"/>
              </a:ext>
            </a:extLst>
          </p:cNvPr>
          <p:cNvSpPr>
            <a:spLocks noGrp="1"/>
          </p:cNvSpPr>
          <p:nvPr>
            <p:ph type="pic" sz="quarter" idx="17"/>
          </p:nvPr>
        </p:nvSpPr>
        <p:spPr>
          <a:xfrm>
            <a:off x="9901356" y="2283332"/>
            <a:ext cx="2286000" cy="2286000"/>
          </a:xfrm>
          <a:prstGeom prst="diamond">
            <a:avLst/>
          </a:prstGeom>
          <a:ln>
            <a:noFill/>
          </a:ln>
        </p:spPr>
        <p:txBody>
          <a:bodyPr/>
          <a:lstStyle/>
          <a:p>
            <a:r>
              <a:rPr lang="en-US"/>
              <a:t>Click icon to add picture</a:t>
            </a:r>
            <a:endParaRPr lang="en-BE"/>
          </a:p>
        </p:txBody>
      </p:sp>
    </p:spTree>
    <p:extLst>
      <p:ext uri="{BB962C8B-B14F-4D97-AF65-F5344CB8AC3E}">
        <p14:creationId xmlns:p14="http://schemas.microsoft.com/office/powerpoint/2010/main" val="235366332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72C627-6B22-1CE4-C94A-AD37FEE634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1999" y="288001"/>
            <a:ext cx="914395" cy="485774"/>
          </a:xfrm>
          <a:prstGeom prst="rect">
            <a:avLst/>
          </a:prstGeom>
        </p:spPr>
      </p:pic>
      <p:sp>
        <p:nvSpPr>
          <p:cNvPr id="9" name="Title 1">
            <a:extLst>
              <a:ext uri="{FF2B5EF4-FFF2-40B4-BE49-F238E27FC236}">
                <a16:creationId xmlns:a16="http://schemas.microsoft.com/office/drawing/2014/main" id="{994925F7-3367-5E1C-72A7-0F7C7D509810}"/>
              </a:ext>
            </a:extLst>
          </p:cNvPr>
          <p:cNvSpPr>
            <a:spLocks noGrp="1"/>
          </p:cNvSpPr>
          <p:nvPr>
            <p:ph type="title" hasCustomPrompt="1"/>
          </p:nvPr>
        </p:nvSpPr>
        <p:spPr>
          <a:xfrm>
            <a:off x="792000" y="3428996"/>
            <a:ext cx="5616000" cy="2628000"/>
          </a:xfrm>
          <a:prstGeom prst="rect">
            <a:avLst/>
          </a:prstGeom>
        </p:spPr>
        <p:txBody>
          <a:bodyPr anchor="b">
            <a:noAutofit/>
          </a:bodyPr>
          <a:lstStyle>
            <a:lvl1pPr>
              <a:defRPr sz="3600" b="1">
                <a:solidFill>
                  <a:schemeClr val="bg1"/>
                </a:solidFill>
                <a:latin typeface="+mj-lt"/>
                <a:cs typeface="Arial" panose="020B0604020202020204" pitchFamily="34" charset="0"/>
              </a:defRPr>
            </a:lvl1pPr>
          </a:lstStyle>
          <a:p>
            <a:r>
              <a:rPr lang="en-US"/>
              <a:t>1. Click to edit chapter title</a:t>
            </a:r>
          </a:p>
        </p:txBody>
      </p:sp>
      <p:sp>
        <p:nvSpPr>
          <p:cNvPr id="10" name="Vrije vorm: vorm 9">
            <a:extLst>
              <a:ext uri="{FF2B5EF4-FFF2-40B4-BE49-F238E27FC236}">
                <a16:creationId xmlns:a16="http://schemas.microsoft.com/office/drawing/2014/main" id="{9D7874E6-8F32-E150-BAF7-B511F20500C6}"/>
              </a:ext>
            </a:extLst>
          </p:cNvPr>
          <p:cNvSpPr/>
          <p:nvPr/>
        </p:nvSpPr>
        <p:spPr>
          <a:xfrm>
            <a:off x="6319232" y="979711"/>
            <a:ext cx="1959432" cy="1959432"/>
          </a:xfrm>
          <a:custGeom>
            <a:avLst/>
            <a:gdLst>
              <a:gd name="connsiteX0" fmla="*/ 1959432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2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2" y="979716"/>
                </a:moveTo>
                <a:cubicBezTo>
                  <a:pt x="1959432" y="1520798"/>
                  <a:pt x="1520799" y="1959432"/>
                  <a:pt x="979716" y="1959432"/>
                </a:cubicBezTo>
                <a:cubicBezTo>
                  <a:pt x="438634" y="1959432"/>
                  <a:pt x="0" y="1520798"/>
                  <a:pt x="0" y="979716"/>
                </a:cubicBezTo>
                <a:cubicBezTo>
                  <a:pt x="0" y="438634"/>
                  <a:pt x="438634" y="0"/>
                  <a:pt x="979716" y="0"/>
                </a:cubicBezTo>
                <a:cubicBezTo>
                  <a:pt x="1520799" y="0"/>
                  <a:pt x="1959432" y="438634"/>
                  <a:pt x="1959432"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1" name="Vrije vorm: vorm 10">
            <a:extLst>
              <a:ext uri="{FF2B5EF4-FFF2-40B4-BE49-F238E27FC236}">
                <a16:creationId xmlns:a16="http://schemas.microsoft.com/office/drawing/2014/main" id="{2086703F-1C6B-9CEE-059F-79D72CC7F7D9}"/>
              </a:ext>
            </a:extLst>
          </p:cNvPr>
          <p:cNvSpPr/>
          <p:nvPr/>
        </p:nvSpPr>
        <p:spPr>
          <a:xfrm rot="18900000">
            <a:off x="10520734" y="5185526"/>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2" name="Vrije vorm: vorm 11">
            <a:extLst>
              <a:ext uri="{FF2B5EF4-FFF2-40B4-BE49-F238E27FC236}">
                <a16:creationId xmlns:a16="http://schemas.microsoft.com/office/drawing/2014/main" id="{94737E12-FD75-B42D-8730-33325832D72C}"/>
              </a:ext>
            </a:extLst>
          </p:cNvPr>
          <p:cNvSpPr/>
          <p:nvPr/>
        </p:nvSpPr>
        <p:spPr>
          <a:xfrm>
            <a:off x="8278655" y="2939135"/>
            <a:ext cx="1959432" cy="1959432"/>
          </a:xfrm>
          <a:custGeom>
            <a:avLst/>
            <a:gdLst>
              <a:gd name="connsiteX0" fmla="*/ 0 w 1959432"/>
              <a:gd name="connsiteY0" fmla="*/ 0 h 1959432"/>
              <a:gd name="connsiteX1" fmla="*/ 1959433 w 1959432"/>
              <a:gd name="connsiteY1" fmla="*/ 0 h 1959432"/>
              <a:gd name="connsiteX2" fmla="*/ 1959433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3" y="0"/>
                </a:lnTo>
                <a:lnTo>
                  <a:pt x="1959433"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3" name="Vrije vorm: vorm 12">
            <a:extLst>
              <a:ext uri="{FF2B5EF4-FFF2-40B4-BE49-F238E27FC236}">
                <a16:creationId xmlns:a16="http://schemas.microsoft.com/office/drawing/2014/main" id="{8407AF6D-9000-F733-EA84-FF76C63BD23E}"/>
              </a:ext>
            </a:extLst>
          </p:cNvPr>
          <p:cNvSpPr/>
          <p:nvPr/>
        </p:nvSpPr>
        <p:spPr>
          <a:xfrm>
            <a:off x="8278655" y="4898567"/>
            <a:ext cx="1959432" cy="1959432"/>
          </a:xfrm>
          <a:custGeom>
            <a:avLst/>
            <a:gdLst>
              <a:gd name="connsiteX0" fmla="*/ 1959433 w 1959432"/>
              <a:gd name="connsiteY0" fmla="*/ 979716 h 1959432"/>
              <a:gd name="connsiteX1" fmla="*/ 979716 w 1959432"/>
              <a:gd name="connsiteY1" fmla="*/ 1959432 h 1959432"/>
              <a:gd name="connsiteX2" fmla="*/ 0 w 1959432"/>
              <a:gd name="connsiteY2" fmla="*/ 979716 h 1959432"/>
              <a:gd name="connsiteX3" fmla="*/ 979716 w 1959432"/>
              <a:gd name="connsiteY3" fmla="*/ 0 h 1959432"/>
              <a:gd name="connsiteX4" fmla="*/ 1959433 w 1959432"/>
              <a:gd name="connsiteY4" fmla="*/ 979716 h 195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432" h="1959432">
                <a:moveTo>
                  <a:pt x="1959433" y="979716"/>
                </a:moveTo>
                <a:cubicBezTo>
                  <a:pt x="1959433" y="1520798"/>
                  <a:pt x="1520799" y="1959432"/>
                  <a:pt x="979716" y="1959432"/>
                </a:cubicBezTo>
                <a:cubicBezTo>
                  <a:pt x="438634" y="1959432"/>
                  <a:pt x="0" y="1520799"/>
                  <a:pt x="0" y="979716"/>
                </a:cubicBezTo>
                <a:cubicBezTo>
                  <a:pt x="0" y="438634"/>
                  <a:pt x="438634" y="0"/>
                  <a:pt x="979716" y="0"/>
                </a:cubicBezTo>
                <a:cubicBezTo>
                  <a:pt x="1520799" y="0"/>
                  <a:pt x="1959433" y="438634"/>
                  <a:pt x="1959433" y="979716"/>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15" name="Vrije vorm: vorm 14">
            <a:extLst>
              <a:ext uri="{FF2B5EF4-FFF2-40B4-BE49-F238E27FC236}">
                <a16:creationId xmlns:a16="http://schemas.microsoft.com/office/drawing/2014/main" id="{514ADAA3-453A-9C26-2FBA-422163CFD1A2}"/>
              </a:ext>
            </a:extLst>
          </p:cNvPr>
          <p:cNvSpPr/>
          <p:nvPr/>
        </p:nvSpPr>
        <p:spPr>
          <a:xfrm>
            <a:off x="8278655" y="1959427"/>
            <a:ext cx="1959432" cy="979716"/>
          </a:xfrm>
          <a:custGeom>
            <a:avLst/>
            <a:gdLst>
              <a:gd name="connsiteX0" fmla="*/ 1959432 w 1959432"/>
              <a:gd name="connsiteY0" fmla="*/ 1 h 979716"/>
              <a:gd name="connsiteX1" fmla="*/ 0 w 1959432"/>
              <a:gd name="connsiteY1" fmla="*/ 0 h 979716"/>
              <a:gd name="connsiteX2" fmla="*/ 979715 w 1959432"/>
              <a:gd name="connsiteY2" fmla="*/ 979717 h 979716"/>
              <a:gd name="connsiteX3" fmla="*/ 1959432 w 1959432"/>
              <a:gd name="connsiteY3" fmla="*/ 1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1"/>
                </a:moveTo>
                <a:lnTo>
                  <a:pt x="0" y="0"/>
                </a:lnTo>
                <a:cubicBezTo>
                  <a:pt x="0" y="541049"/>
                  <a:pt x="438667" y="979716"/>
                  <a:pt x="979715" y="979717"/>
                </a:cubicBezTo>
                <a:cubicBezTo>
                  <a:pt x="1520764" y="979717"/>
                  <a:pt x="1959432" y="541049"/>
                  <a:pt x="1959432" y="1"/>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3" name="Vrije vorm: vorm 22">
            <a:extLst>
              <a:ext uri="{FF2B5EF4-FFF2-40B4-BE49-F238E27FC236}">
                <a16:creationId xmlns:a16="http://schemas.microsoft.com/office/drawing/2014/main" id="{13A82B70-3E4B-D590-C7AB-B541A730BDE4}"/>
              </a:ext>
            </a:extLst>
          </p:cNvPr>
          <p:cNvSpPr/>
          <p:nvPr/>
        </p:nvSpPr>
        <p:spPr>
          <a:xfrm>
            <a:off x="6319232" y="-4"/>
            <a:ext cx="1959432" cy="979716"/>
          </a:xfrm>
          <a:custGeom>
            <a:avLst/>
            <a:gdLst>
              <a:gd name="connsiteX0" fmla="*/ 0 w 1959432"/>
              <a:gd name="connsiteY0" fmla="*/ 979716 h 979716"/>
              <a:gd name="connsiteX1" fmla="*/ 1959432 w 1959432"/>
              <a:gd name="connsiteY1" fmla="*/ 979716 h 979716"/>
              <a:gd name="connsiteX2" fmla="*/ 979716 w 1959432"/>
              <a:gd name="connsiteY2" fmla="*/ 0 h 979716"/>
              <a:gd name="connsiteX3" fmla="*/ 0 w 1959432"/>
              <a:gd name="connsiteY3" fmla="*/ 979716 h 979716"/>
            </a:gdLst>
            <a:ahLst/>
            <a:cxnLst>
              <a:cxn ang="0">
                <a:pos x="connsiteX0" y="connsiteY0"/>
              </a:cxn>
              <a:cxn ang="0">
                <a:pos x="connsiteX1" y="connsiteY1"/>
              </a:cxn>
              <a:cxn ang="0">
                <a:pos x="connsiteX2" y="connsiteY2"/>
              </a:cxn>
              <a:cxn ang="0">
                <a:pos x="connsiteX3" y="connsiteY3"/>
              </a:cxn>
            </a:cxnLst>
            <a:rect l="l" t="t" r="r" b="b"/>
            <a:pathLst>
              <a:path w="1959432" h="979716">
                <a:moveTo>
                  <a:pt x="0" y="979716"/>
                </a:moveTo>
                <a:lnTo>
                  <a:pt x="1959432" y="979716"/>
                </a:lnTo>
                <a:lnTo>
                  <a:pt x="979716" y="0"/>
                </a:lnTo>
                <a:lnTo>
                  <a:pt x="0" y="9797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4" name="Vrije vorm: vorm 23">
            <a:extLst>
              <a:ext uri="{FF2B5EF4-FFF2-40B4-BE49-F238E27FC236}">
                <a16:creationId xmlns:a16="http://schemas.microsoft.com/office/drawing/2014/main" id="{BF269EE7-C1AF-3F62-C49F-070358B3ED1D}"/>
              </a:ext>
            </a:extLst>
          </p:cNvPr>
          <p:cNvSpPr/>
          <p:nvPr/>
        </p:nvSpPr>
        <p:spPr>
          <a:xfrm>
            <a:off x="6319241" y="2939143"/>
            <a:ext cx="1959414" cy="979707"/>
          </a:xfrm>
          <a:custGeom>
            <a:avLst/>
            <a:gdLst>
              <a:gd name="connsiteX0" fmla="*/ 1959415 w 1959414"/>
              <a:gd name="connsiteY0" fmla="*/ 0 h 979707"/>
              <a:gd name="connsiteX1" fmla="*/ 0 w 1959414"/>
              <a:gd name="connsiteY1" fmla="*/ 1 h 979707"/>
              <a:gd name="connsiteX2" fmla="*/ 979708 w 1959414"/>
              <a:gd name="connsiteY2" fmla="*/ 979708 h 979707"/>
              <a:gd name="connsiteX3" fmla="*/ 1959415 w 1959414"/>
              <a:gd name="connsiteY3" fmla="*/ 0 h 979707"/>
            </a:gdLst>
            <a:ahLst/>
            <a:cxnLst>
              <a:cxn ang="0">
                <a:pos x="connsiteX0" y="connsiteY0"/>
              </a:cxn>
              <a:cxn ang="0">
                <a:pos x="connsiteX1" y="connsiteY1"/>
              </a:cxn>
              <a:cxn ang="0">
                <a:pos x="connsiteX2" y="connsiteY2"/>
              </a:cxn>
              <a:cxn ang="0">
                <a:pos x="connsiteX3" y="connsiteY3"/>
              </a:cxn>
            </a:cxnLst>
            <a:rect l="l" t="t" r="r" b="b"/>
            <a:pathLst>
              <a:path w="1959414" h="979707">
                <a:moveTo>
                  <a:pt x="1959415" y="0"/>
                </a:moveTo>
                <a:lnTo>
                  <a:pt x="0" y="1"/>
                </a:lnTo>
                <a:lnTo>
                  <a:pt x="979708" y="979708"/>
                </a:lnTo>
                <a:lnTo>
                  <a:pt x="1959415" y="0"/>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5" name="Vrije vorm: vorm 24">
            <a:extLst>
              <a:ext uri="{FF2B5EF4-FFF2-40B4-BE49-F238E27FC236}">
                <a16:creationId xmlns:a16="http://schemas.microsoft.com/office/drawing/2014/main" id="{BD6879C0-8027-C467-721B-B6EA184AF2D1}"/>
              </a:ext>
            </a:extLst>
          </p:cNvPr>
          <p:cNvSpPr/>
          <p:nvPr/>
        </p:nvSpPr>
        <p:spPr>
          <a:xfrm rot="8100000">
            <a:off x="4646758" y="289739"/>
            <a:ext cx="1385515" cy="1385515"/>
          </a:xfrm>
          <a:custGeom>
            <a:avLst/>
            <a:gdLst>
              <a:gd name="connsiteX0" fmla="*/ 0 w 1385515"/>
              <a:gd name="connsiteY0" fmla="*/ 0 h 1385515"/>
              <a:gd name="connsiteX1" fmla="*/ 1385515 w 1385515"/>
              <a:gd name="connsiteY1" fmla="*/ 0 h 1385515"/>
              <a:gd name="connsiteX2" fmla="*/ 1385515 w 1385515"/>
              <a:gd name="connsiteY2" fmla="*/ 1385516 h 1385515"/>
              <a:gd name="connsiteX3" fmla="*/ 0 w 1385515"/>
              <a:gd name="connsiteY3" fmla="*/ 1385516 h 1385515"/>
            </a:gdLst>
            <a:ahLst/>
            <a:cxnLst>
              <a:cxn ang="0">
                <a:pos x="connsiteX0" y="connsiteY0"/>
              </a:cxn>
              <a:cxn ang="0">
                <a:pos x="connsiteX1" y="connsiteY1"/>
              </a:cxn>
              <a:cxn ang="0">
                <a:pos x="connsiteX2" y="connsiteY2"/>
              </a:cxn>
              <a:cxn ang="0">
                <a:pos x="connsiteX3" y="connsiteY3"/>
              </a:cxn>
            </a:cxnLst>
            <a:rect l="l" t="t" r="r" b="b"/>
            <a:pathLst>
              <a:path w="1385515" h="1385515">
                <a:moveTo>
                  <a:pt x="0" y="0"/>
                </a:moveTo>
                <a:lnTo>
                  <a:pt x="1385515" y="0"/>
                </a:lnTo>
                <a:lnTo>
                  <a:pt x="1385515" y="1385516"/>
                </a:lnTo>
                <a:lnTo>
                  <a:pt x="0" y="1385516"/>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6" name="Vrije vorm: vorm 25">
            <a:extLst>
              <a:ext uri="{FF2B5EF4-FFF2-40B4-BE49-F238E27FC236}">
                <a16:creationId xmlns:a16="http://schemas.microsoft.com/office/drawing/2014/main" id="{80F902A1-E45C-814F-FECF-6D8954C7AEB7}"/>
              </a:ext>
            </a:extLst>
          </p:cNvPr>
          <p:cNvSpPr/>
          <p:nvPr userDrawn="1"/>
        </p:nvSpPr>
        <p:spPr>
          <a:xfrm rot="10800000">
            <a:off x="2400367" y="2781"/>
            <a:ext cx="1959432" cy="1959432"/>
          </a:xfrm>
          <a:custGeom>
            <a:avLst/>
            <a:gdLst>
              <a:gd name="connsiteX0" fmla="*/ 0 w 1959432"/>
              <a:gd name="connsiteY0" fmla="*/ 0 h 1959432"/>
              <a:gd name="connsiteX1" fmla="*/ 1959432 w 1959432"/>
              <a:gd name="connsiteY1" fmla="*/ 0 h 1959432"/>
              <a:gd name="connsiteX2" fmla="*/ 1959432 w 1959432"/>
              <a:gd name="connsiteY2" fmla="*/ 1959432 h 1959432"/>
              <a:gd name="connsiteX3" fmla="*/ 0 w 1959432"/>
              <a:gd name="connsiteY3" fmla="*/ 1959432 h 1959432"/>
            </a:gdLst>
            <a:ahLst/>
            <a:cxnLst>
              <a:cxn ang="0">
                <a:pos x="connsiteX0" y="connsiteY0"/>
              </a:cxn>
              <a:cxn ang="0">
                <a:pos x="connsiteX1" y="connsiteY1"/>
              </a:cxn>
              <a:cxn ang="0">
                <a:pos x="connsiteX2" y="connsiteY2"/>
              </a:cxn>
              <a:cxn ang="0">
                <a:pos x="connsiteX3" y="connsiteY3"/>
              </a:cxn>
            </a:cxnLst>
            <a:rect l="l" t="t" r="r" b="b"/>
            <a:pathLst>
              <a:path w="1959432" h="1959432">
                <a:moveTo>
                  <a:pt x="0" y="0"/>
                </a:moveTo>
                <a:lnTo>
                  <a:pt x="1959432" y="0"/>
                </a:lnTo>
                <a:lnTo>
                  <a:pt x="1959432" y="1959432"/>
                </a:lnTo>
                <a:lnTo>
                  <a:pt x="0" y="1959432"/>
                </a:ln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
        <p:nvSpPr>
          <p:cNvPr id="27" name="Vrije vorm: vorm 26">
            <a:extLst>
              <a:ext uri="{FF2B5EF4-FFF2-40B4-BE49-F238E27FC236}">
                <a16:creationId xmlns:a16="http://schemas.microsoft.com/office/drawing/2014/main" id="{ECF82274-B301-1AF4-CC14-71F8F6BD4890}"/>
              </a:ext>
            </a:extLst>
          </p:cNvPr>
          <p:cNvSpPr/>
          <p:nvPr/>
        </p:nvSpPr>
        <p:spPr>
          <a:xfrm>
            <a:off x="4359799" y="1962213"/>
            <a:ext cx="1959432" cy="979716"/>
          </a:xfrm>
          <a:custGeom>
            <a:avLst/>
            <a:gdLst>
              <a:gd name="connsiteX0" fmla="*/ 1959432 w 1959432"/>
              <a:gd name="connsiteY0" fmla="*/ 0 h 979716"/>
              <a:gd name="connsiteX1" fmla="*/ 0 w 1959432"/>
              <a:gd name="connsiteY1" fmla="*/ 1 h 979716"/>
              <a:gd name="connsiteX2" fmla="*/ 979717 w 1959432"/>
              <a:gd name="connsiteY2" fmla="*/ 979716 h 979716"/>
              <a:gd name="connsiteX3" fmla="*/ 1959432 w 1959432"/>
              <a:gd name="connsiteY3" fmla="*/ 0 h 979716"/>
            </a:gdLst>
            <a:ahLst/>
            <a:cxnLst>
              <a:cxn ang="0">
                <a:pos x="connsiteX0" y="connsiteY0"/>
              </a:cxn>
              <a:cxn ang="0">
                <a:pos x="connsiteX1" y="connsiteY1"/>
              </a:cxn>
              <a:cxn ang="0">
                <a:pos x="connsiteX2" y="connsiteY2"/>
              </a:cxn>
              <a:cxn ang="0">
                <a:pos x="connsiteX3" y="connsiteY3"/>
              </a:cxn>
            </a:cxnLst>
            <a:rect l="l" t="t" r="r" b="b"/>
            <a:pathLst>
              <a:path w="1959432" h="979716">
                <a:moveTo>
                  <a:pt x="1959432" y="0"/>
                </a:moveTo>
                <a:lnTo>
                  <a:pt x="0" y="1"/>
                </a:lnTo>
                <a:cubicBezTo>
                  <a:pt x="0" y="541049"/>
                  <a:pt x="438668" y="979717"/>
                  <a:pt x="979717" y="979716"/>
                </a:cubicBezTo>
                <a:cubicBezTo>
                  <a:pt x="1520765" y="979716"/>
                  <a:pt x="1959433" y="541048"/>
                  <a:pt x="1959432" y="0"/>
                </a:cubicBezTo>
                <a:close/>
              </a:path>
            </a:pathLst>
          </a:custGeom>
          <a:solidFill>
            <a:schemeClr val="tx2">
              <a:lumMod val="20000"/>
              <a:lumOff val="80000"/>
              <a:alpha val="43000"/>
            </a:schemeClr>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14274C"/>
              </a:solidFill>
              <a:effectLst/>
              <a:uLnTx/>
              <a:uFillTx/>
              <a:latin typeface="Trebuchet MS"/>
              <a:ea typeface="+mn-ea"/>
              <a:cs typeface="+mn-cs"/>
            </a:endParaRPr>
          </a:p>
        </p:txBody>
      </p:sp>
    </p:spTree>
    <p:extLst>
      <p:ext uri="{BB962C8B-B14F-4D97-AF65-F5344CB8AC3E}">
        <p14:creationId xmlns:p14="http://schemas.microsoft.com/office/powerpoint/2010/main" val="3917765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Chapter">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4382B98-F52A-356D-3C7F-C910A58C6305}"/>
              </a:ext>
            </a:extLst>
          </p:cNvPr>
          <p:cNvSpPr>
            <a:spLocks noGrp="1"/>
          </p:cNvSpPr>
          <p:nvPr>
            <p:ph type="body" sz="quarter" idx="10" hasCustomPrompt="1"/>
          </p:nvPr>
        </p:nvSpPr>
        <p:spPr>
          <a:xfrm>
            <a:off x="5416338" y="2299097"/>
            <a:ext cx="4491426" cy="2286007"/>
          </a:xfrm>
          <a:prstGeom prst="rect">
            <a:avLst/>
          </a:prstGeom>
        </p:spPr>
        <p:txBody>
          <a:bodyPr anchor="b"/>
          <a:lstStyle>
            <a:lvl1pPr marL="0" indent="0">
              <a:buNone/>
              <a:defRPr sz="4800" b="1">
                <a:solidFill>
                  <a:schemeClr val="bg1"/>
                </a:solidFill>
                <a:latin typeface="+mj-lt"/>
              </a:defRPr>
            </a:lvl1pPr>
          </a:lstStyle>
          <a:p>
            <a:pPr lvl="0"/>
            <a:r>
              <a:rPr lang="en-US"/>
              <a:t>Title</a:t>
            </a:r>
          </a:p>
        </p:txBody>
      </p:sp>
      <p:cxnSp>
        <p:nvCxnSpPr>
          <p:cNvPr id="14" name="Straight Connector 13">
            <a:extLst>
              <a:ext uri="{FF2B5EF4-FFF2-40B4-BE49-F238E27FC236}">
                <a16:creationId xmlns:a16="http://schemas.microsoft.com/office/drawing/2014/main" id="{245ED613-E63C-1A40-8BA6-A1E7EC1B8441}"/>
              </a:ext>
            </a:extLst>
          </p:cNvPr>
          <p:cNvCxnSpPr>
            <a:cxnSpLocks/>
          </p:cNvCxnSpPr>
          <p:nvPr userDrawn="1"/>
        </p:nvCxnSpPr>
        <p:spPr>
          <a:xfrm>
            <a:off x="5332687" y="2151613"/>
            <a:ext cx="0" cy="260568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Text Placeholder 4">
            <a:extLst>
              <a:ext uri="{FF2B5EF4-FFF2-40B4-BE49-F238E27FC236}">
                <a16:creationId xmlns:a16="http://schemas.microsoft.com/office/drawing/2014/main" id="{5D2D1E3A-2AAA-BB69-2B3E-0CFC160254F9}"/>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1">
                    <a:lumMod val="10000"/>
                    <a:lumOff val="90000"/>
                  </a:schemeClr>
                </a:solidFill>
                <a:latin typeface="+mj-lt"/>
              </a:defRPr>
            </a:lvl1pPr>
          </a:lstStyle>
          <a:p>
            <a:pPr lvl="0"/>
            <a:r>
              <a:rPr lang="en-US"/>
              <a:t>01</a:t>
            </a:r>
          </a:p>
        </p:txBody>
      </p:sp>
      <p:grpSp>
        <p:nvGrpSpPr>
          <p:cNvPr id="36" name="Group 35">
            <a:extLst>
              <a:ext uri="{FF2B5EF4-FFF2-40B4-BE49-F238E27FC236}">
                <a16:creationId xmlns:a16="http://schemas.microsoft.com/office/drawing/2014/main" id="{295E0F4D-D704-5EE7-5BD6-FBFC12DB1897}"/>
              </a:ext>
            </a:extLst>
          </p:cNvPr>
          <p:cNvGrpSpPr/>
          <p:nvPr userDrawn="1"/>
        </p:nvGrpSpPr>
        <p:grpSpPr>
          <a:xfrm>
            <a:off x="6486555" y="-8"/>
            <a:ext cx="5705445" cy="6858008"/>
            <a:chOff x="6459109" y="-8"/>
            <a:chExt cx="5735424" cy="6894043"/>
          </a:xfrm>
        </p:grpSpPr>
        <p:sp>
          <p:nvSpPr>
            <p:cNvPr id="18" name="Vrije vorm: vorm 9">
              <a:extLst>
                <a:ext uri="{FF2B5EF4-FFF2-40B4-BE49-F238E27FC236}">
                  <a16:creationId xmlns:a16="http://schemas.microsoft.com/office/drawing/2014/main" id="{C75DACDE-E7EC-DE63-0CB5-ECE0306FA2D1}"/>
                </a:ext>
              </a:extLst>
            </p:cNvPr>
            <p:cNvSpPr/>
            <p:nvPr userDrawn="1"/>
          </p:nvSpPr>
          <p:spPr>
            <a:xfrm flipH="1">
              <a:off x="6459109" y="4604722"/>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24" name="Vrije vorm: vorm 18">
              <a:extLst>
                <a:ext uri="{FF2B5EF4-FFF2-40B4-BE49-F238E27FC236}">
                  <a16:creationId xmlns:a16="http://schemas.microsoft.com/office/drawing/2014/main" id="{A0EC596D-4717-F121-FDF3-7E08940E4701}"/>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0" name="Vrije vorm: vorm 11">
              <a:extLst>
                <a:ext uri="{FF2B5EF4-FFF2-40B4-BE49-F238E27FC236}">
                  <a16:creationId xmlns:a16="http://schemas.microsoft.com/office/drawing/2014/main" id="{4EB34652-C23D-42D0-EAFD-AE0AD02690D0}"/>
                </a:ext>
              </a:extLst>
            </p:cNvPr>
            <p:cNvSpPr/>
            <p:nvPr/>
          </p:nvSpPr>
          <p:spPr>
            <a:xfrm>
              <a:off x="8752365"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3" name="Vrije vorm: vorm 16">
              <a:extLst>
                <a:ext uri="{FF2B5EF4-FFF2-40B4-BE49-F238E27FC236}">
                  <a16:creationId xmlns:a16="http://schemas.microsoft.com/office/drawing/2014/main" id="{0A4A98AD-D827-0E2D-8305-081B14717334}"/>
                </a:ext>
              </a:extLst>
            </p:cNvPr>
            <p:cNvSpPr/>
            <p:nvPr userDrawn="1"/>
          </p:nvSpPr>
          <p:spPr>
            <a:xfrm rot="18900000" flipH="1">
              <a:off x="7935202" y="34569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4" name="Vrije vorm: vorm 17">
              <a:extLst>
                <a:ext uri="{FF2B5EF4-FFF2-40B4-BE49-F238E27FC236}">
                  <a16:creationId xmlns:a16="http://schemas.microsoft.com/office/drawing/2014/main" id="{4B9606F0-4E05-AE28-10B9-ADE63164B28B}"/>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chemeClr val="tx1">
                  <a:lumMod val="10000"/>
                  <a:lumOff val="90000"/>
                </a:schemeClr>
              </a:solidFill>
              <a:prstDash val="solid"/>
              <a:miter/>
            </a:ln>
          </p:spPr>
          <p:txBody>
            <a:bodyPr rtlCol="0" anchor="ctr"/>
            <a:lstStyle/>
            <a:p>
              <a:endParaRPr lang="nl-NL"/>
            </a:p>
          </p:txBody>
        </p:sp>
        <p:sp>
          <p:nvSpPr>
            <p:cNvPr id="35" name="Vrije vorm: vorm 18">
              <a:extLst>
                <a:ext uri="{FF2B5EF4-FFF2-40B4-BE49-F238E27FC236}">
                  <a16:creationId xmlns:a16="http://schemas.microsoft.com/office/drawing/2014/main" id="{AAB3C64C-1F3E-C5C8-A6F1-5F8F861E80D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chemeClr val="tx1">
                  <a:lumMod val="10000"/>
                  <a:lumOff val="90000"/>
                </a:schemeClr>
              </a:solidFill>
              <a:prstDash val="solid"/>
              <a:miter/>
            </a:ln>
          </p:spPr>
          <p:txBody>
            <a:bodyPr rtlCol="0" anchor="ctr"/>
            <a:lstStyle/>
            <a:p>
              <a:endParaRPr lang="nl-NL"/>
            </a:p>
          </p:txBody>
        </p:sp>
      </p:grpSp>
      <p:pic>
        <p:nvPicPr>
          <p:cNvPr id="37" name="Graphic 36">
            <a:extLst>
              <a:ext uri="{FF2B5EF4-FFF2-40B4-BE49-F238E27FC236}">
                <a16:creationId xmlns:a16="http://schemas.microsoft.com/office/drawing/2014/main" id="{75E3789D-3585-F958-EF40-CE12185BCE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99" y="288001"/>
            <a:ext cx="914395" cy="485774"/>
          </a:xfrm>
          <a:prstGeom prst="rect">
            <a:avLst/>
          </a:prstGeom>
        </p:spPr>
      </p:pic>
    </p:spTree>
    <p:extLst>
      <p:ext uri="{BB962C8B-B14F-4D97-AF65-F5344CB8AC3E}">
        <p14:creationId xmlns:p14="http://schemas.microsoft.com/office/powerpoint/2010/main" val="2294109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8485926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695183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716148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5164" y="0"/>
            <a:ext cx="5780865" cy="68580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49569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57757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31287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AE88-3FEC-89FE-0362-66D96E3CF9B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072628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FC3B-9EC7-1340-524C-DF707D0FF5C0}"/>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A88D63CE-2897-9F64-A5C3-02628C046423}"/>
              </a:ext>
            </a:extLst>
          </p:cNvPr>
          <p:cNvSpPr>
            <a:spLocks noGrp="1"/>
          </p:cNvSpPr>
          <p:nvPr>
            <p:ph sz="quarter" idx="10"/>
          </p:nvPr>
        </p:nvSpPr>
        <p:spPr>
          <a:xfrm>
            <a:off x="838200" y="1792288"/>
            <a:ext cx="10515600" cy="4700587"/>
          </a:xfrm>
          <a:prstGeom prst="rect">
            <a:avLst/>
          </a:prstGeom>
        </p:spPr>
        <p:txBody>
          <a:bodyPr/>
          <a:lstStyle>
            <a:lvl1pPr>
              <a:buClr>
                <a:srgbClr val="D1E4F7"/>
              </a:buClr>
              <a:defRPr sz="2800">
                <a:solidFill>
                  <a:srgbClr val="FFFFFF"/>
                </a:solidFill>
              </a:defRPr>
            </a:lvl1pPr>
            <a:lvl2pPr>
              <a:buClr>
                <a:srgbClr val="D1E4F7"/>
              </a:buClr>
              <a:defRPr sz="2800">
                <a:solidFill>
                  <a:srgbClr val="FFFFFF"/>
                </a:solidFill>
              </a:defRPr>
            </a:lvl2pPr>
            <a:lvl3pPr>
              <a:buClr>
                <a:srgbClr val="D1E4F7"/>
              </a:buClr>
              <a:defRPr sz="2800">
                <a:solidFill>
                  <a:srgbClr val="FFFFFF"/>
                </a:solidFill>
              </a:defRPr>
            </a:lvl3pPr>
            <a:lvl4pPr>
              <a:buClr>
                <a:srgbClr val="D1E4F7"/>
              </a:buClr>
              <a:defRPr sz="2400">
                <a:solidFill>
                  <a:srgbClr val="FFFFFF"/>
                </a:solidFill>
              </a:defRPr>
            </a:lvl4pPr>
            <a:lvl5pPr>
              <a:buClr>
                <a:srgbClr val="D1E4F7"/>
              </a:buClr>
              <a:defRPr sz="2400">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805354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picture righ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D526F1-EF5F-C379-28A4-1F3EFEFEE216}"/>
              </a:ext>
            </a:extLst>
          </p:cNvPr>
          <p:cNvSpPr>
            <a:spLocks noGrp="1"/>
          </p:cNvSpPr>
          <p:nvPr>
            <p:ph type="title"/>
          </p:nvPr>
        </p:nvSpPr>
        <p:spPr>
          <a:xfrm>
            <a:off x="838200" y="365125"/>
            <a:ext cx="4942668" cy="1325563"/>
          </a:xfrm>
        </p:spPr>
        <p:txBody>
          <a:bodyPr/>
          <a:lstStyle>
            <a:lvl1pPr>
              <a:defRPr>
                <a:solidFill>
                  <a:schemeClr val="bg1"/>
                </a:solidFill>
              </a:defRPr>
            </a:lvl1pPr>
          </a:lstStyle>
          <a:p>
            <a:r>
              <a:rPr lang="en-US"/>
              <a:t>Click to edit Master title style</a:t>
            </a:r>
            <a:endParaRPr lang="en-BE"/>
          </a:p>
        </p:txBody>
      </p:sp>
      <p:sp>
        <p:nvSpPr>
          <p:cNvPr id="5" name="Content Placeholder 2">
            <a:extLst>
              <a:ext uri="{FF2B5EF4-FFF2-40B4-BE49-F238E27FC236}">
                <a16:creationId xmlns:a16="http://schemas.microsoft.com/office/drawing/2014/main" id="{9A575569-F224-9A43-172D-0BE738F351D8}"/>
              </a:ext>
            </a:extLst>
          </p:cNvPr>
          <p:cNvSpPr>
            <a:spLocks noGrp="1"/>
          </p:cNvSpPr>
          <p:nvPr>
            <p:ph sz="quarter" idx="10"/>
          </p:nvPr>
        </p:nvSpPr>
        <p:spPr>
          <a:xfrm>
            <a:off x="838200"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Picture Placeholder 4">
            <a:extLst>
              <a:ext uri="{FF2B5EF4-FFF2-40B4-BE49-F238E27FC236}">
                <a16:creationId xmlns:a16="http://schemas.microsoft.com/office/drawing/2014/main" id="{F923B97E-728A-EA5A-6DBA-70537DEB04ED}"/>
              </a:ext>
            </a:extLst>
          </p:cNvPr>
          <p:cNvSpPr>
            <a:spLocks noGrp="1"/>
          </p:cNvSpPr>
          <p:nvPr>
            <p:ph type="pic" sz="quarter" idx="11"/>
          </p:nvPr>
        </p:nvSpPr>
        <p:spPr>
          <a:xfrm>
            <a:off x="6411134" y="0"/>
            <a:ext cx="5780865" cy="6858000"/>
          </a:xfrm>
          <a:prstGeom prst="rect">
            <a:avLst/>
          </a:prstGeom>
        </p:spPr>
        <p:txBody>
          <a:bodyPr/>
          <a:lstStyle>
            <a:lvl1pPr>
              <a:defRPr>
                <a:solidFill>
                  <a:schemeClr val="bg1"/>
                </a:solidFill>
              </a:defRPr>
            </a:lvl1pPr>
          </a:lstStyle>
          <a:p>
            <a:endParaRPr lang="en-BE"/>
          </a:p>
        </p:txBody>
      </p:sp>
    </p:spTree>
    <p:extLst>
      <p:ext uri="{BB962C8B-B14F-4D97-AF65-F5344CB8AC3E}">
        <p14:creationId xmlns:p14="http://schemas.microsoft.com/office/powerpoint/2010/main" val="1071685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picture lef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3648548-5641-5B2A-5101-3E3091B69AB5}"/>
              </a:ext>
            </a:extLst>
          </p:cNvPr>
          <p:cNvSpPr>
            <a:spLocks noGrp="1"/>
          </p:cNvSpPr>
          <p:nvPr>
            <p:ph type="pic" sz="quarter" idx="11"/>
          </p:nvPr>
        </p:nvSpPr>
        <p:spPr>
          <a:xfrm>
            <a:off x="-5164" y="0"/>
            <a:ext cx="5780865" cy="6858000"/>
          </a:xfrm>
          <a:prstGeom prst="rect">
            <a:avLst/>
          </a:prstGeom>
        </p:spPr>
        <p:txBody>
          <a:bodyPr/>
          <a:lstStyle>
            <a:lvl1pPr>
              <a:defRPr>
                <a:solidFill>
                  <a:schemeClr val="bg1"/>
                </a:solidFill>
              </a:defRPr>
            </a:lvl1pPr>
          </a:lstStyle>
          <a:p>
            <a:endParaRPr lang="en-BE"/>
          </a:p>
        </p:txBody>
      </p:sp>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3473097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spli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6416301" y="365125"/>
            <a:ext cx="4942668" cy="1325563"/>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6416301" y="1792288"/>
            <a:ext cx="4942668" cy="4700587"/>
          </a:xfrm>
          <a:prstGeom prst="rect">
            <a:avLst/>
          </a:prstGeom>
        </p:spPr>
        <p:txBody>
          <a:bodyPr/>
          <a:lstStyle>
            <a:lvl1pPr>
              <a:buClr>
                <a:srgbClr val="D1E4F7"/>
              </a:buClr>
              <a:defRPr sz="2800">
                <a:solidFill>
                  <a:schemeClr val="bg1"/>
                </a:solidFill>
              </a:defRPr>
            </a:lvl1pPr>
            <a:lvl2pPr>
              <a:buClr>
                <a:srgbClr val="D1E4F7"/>
              </a:buClr>
              <a:defRPr sz="2800">
                <a:solidFill>
                  <a:schemeClr val="bg1"/>
                </a:solidFill>
              </a:defRPr>
            </a:lvl2pPr>
            <a:lvl3pPr>
              <a:buClr>
                <a:srgbClr val="D1E4F7"/>
              </a:buClr>
              <a:defRPr sz="2800">
                <a:solidFill>
                  <a:schemeClr val="bg1"/>
                </a:solidFill>
              </a:defRPr>
            </a:lvl3pPr>
            <a:lvl4pPr>
              <a:buClr>
                <a:srgbClr val="D1E4F7"/>
              </a:buClr>
              <a:defRPr sz="2400">
                <a:solidFill>
                  <a:schemeClr val="bg1"/>
                </a:solidFill>
              </a:defRPr>
            </a:lvl4pPr>
            <a:lvl5pPr>
              <a:buClr>
                <a:srgbClr val="D1E4F7"/>
              </a:buClr>
              <a:defRPr sz="2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2" name="Rectangle 1">
            <a:extLst>
              <a:ext uri="{FF2B5EF4-FFF2-40B4-BE49-F238E27FC236}">
                <a16:creationId xmlns:a16="http://schemas.microsoft.com/office/drawing/2014/main" id="{DE7A5706-976A-D89B-951F-6A97BA5FAEF2}"/>
              </a:ext>
            </a:extLst>
          </p:cNvPr>
          <p:cNvSpPr/>
          <p:nvPr userDrawn="1"/>
        </p:nvSpPr>
        <p:spPr>
          <a:xfrm>
            <a:off x="0" y="0"/>
            <a:ext cx="57757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3" name="Graphic 2">
            <a:extLst>
              <a:ext uri="{FF2B5EF4-FFF2-40B4-BE49-F238E27FC236}">
                <a16:creationId xmlns:a16="http://schemas.microsoft.com/office/drawing/2014/main" id="{5673E151-F661-602B-4DB9-9213B6E4C23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3370415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urful 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4288847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2709840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ight end 1">
    <p:spTree>
      <p:nvGrpSpPr>
        <p:cNvPr id="1" name=""/>
        <p:cNvGrpSpPr/>
        <p:nvPr/>
      </p:nvGrpSpPr>
      <p:grpSpPr>
        <a:xfrm>
          <a:off x="0" y="0"/>
          <a:ext cx="0" cy="0"/>
          <a:chOff x="0" y="0"/>
          <a:chExt cx="0" cy="0"/>
        </a:xfrm>
      </p:grpSpPr>
      <p:grpSp>
        <p:nvGrpSpPr>
          <p:cNvPr id="40" name="Groep 39">
            <a:extLst>
              <a:ext uri="{FF2B5EF4-FFF2-40B4-BE49-F238E27FC236}">
                <a16:creationId xmlns:a16="http://schemas.microsoft.com/office/drawing/2014/main" id="{CEECD2BF-9A47-1D71-56C2-A9741D6E7672}"/>
              </a:ext>
            </a:extLst>
          </p:cNvPr>
          <p:cNvGrpSpPr/>
          <p:nvPr/>
        </p:nvGrpSpPr>
        <p:grpSpPr>
          <a:xfrm>
            <a:off x="0" y="0"/>
            <a:ext cx="12194630" cy="4879630"/>
            <a:chOff x="0" y="0"/>
            <a:chExt cx="12194630" cy="4879630"/>
          </a:xfrm>
        </p:grpSpPr>
        <p:sp>
          <p:nvSpPr>
            <p:cNvPr id="16" name="Vrije vorm: vorm 15">
              <a:extLst>
                <a:ext uri="{FF2B5EF4-FFF2-40B4-BE49-F238E27FC236}">
                  <a16:creationId xmlns:a16="http://schemas.microsoft.com/office/drawing/2014/main" id="{4A604E13-2276-D5DE-3D58-6EFB8E3967FB}"/>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grpSp>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1497496" y="5902566"/>
            <a:ext cx="5814872" cy="562370"/>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pic>
        <p:nvPicPr>
          <p:cNvPr id="32" name="Graphic 31">
            <a:extLst>
              <a:ext uri="{FF2B5EF4-FFF2-40B4-BE49-F238E27FC236}">
                <a16:creationId xmlns:a16="http://schemas.microsoft.com/office/drawing/2014/main" id="{A334C4DC-FB10-F75D-671B-5C7FE03C0D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82075" y="5902685"/>
            <a:ext cx="914400" cy="485775"/>
          </a:xfrm>
          <a:prstGeom prst="rect">
            <a:avLst/>
          </a:prstGeom>
        </p:spPr>
      </p:pic>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791995" y="5902566"/>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spTree>
    <p:extLst>
      <p:ext uri="{BB962C8B-B14F-4D97-AF65-F5344CB8AC3E}">
        <p14:creationId xmlns:p14="http://schemas.microsoft.com/office/powerpoint/2010/main" val="30285225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ght end 2">
    <p:spTree>
      <p:nvGrpSpPr>
        <p:cNvPr id="1" name=""/>
        <p:cNvGrpSpPr/>
        <p:nvPr/>
      </p:nvGrpSpPr>
      <p:grpSpPr>
        <a:xfrm>
          <a:off x="0" y="0"/>
          <a:ext cx="0" cy="0"/>
          <a:chOff x="0" y="0"/>
          <a:chExt cx="0" cy="0"/>
        </a:xfrm>
      </p:grpSpPr>
      <p:pic>
        <p:nvPicPr>
          <p:cNvPr id="32" name="Graphic 31">
            <a:extLst>
              <a:ext uri="{FF2B5EF4-FFF2-40B4-BE49-F238E27FC236}">
                <a16:creationId xmlns:a16="http://schemas.microsoft.com/office/drawing/2014/main" id="{A334C4DC-FB10-F75D-671B-5C7FE03C0D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82075" y="5902685"/>
            <a:ext cx="914400" cy="485775"/>
          </a:xfrm>
          <a:prstGeom prst="rect">
            <a:avLst/>
          </a:prstGeom>
        </p:spPr>
      </p:pic>
      <p:grpSp>
        <p:nvGrpSpPr>
          <p:cNvPr id="9" name="Groep 8">
            <a:extLst>
              <a:ext uri="{FF2B5EF4-FFF2-40B4-BE49-F238E27FC236}">
                <a16:creationId xmlns:a16="http://schemas.microsoft.com/office/drawing/2014/main" id="{7B919BA6-3D2A-88FF-45AB-AC9063EC3022}"/>
              </a:ext>
            </a:extLst>
          </p:cNvPr>
          <p:cNvGrpSpPr/>
          <p:nvPr/>
        </p:nvGrpSpPr>
        <p:grpSpPr>
          <a:xfrm>
            <a:off x="0" y="0"/>
            <a:ext cx="12192000" cy="3488945"/>
            <a:chOff x="1356" y="0"/>
            <a:chExt cx="12828299" cy="3671033"/>
          </a:xfrm>
        </p:grpSpPr>
        <p:sp>
          <p:nvSpPr>
            <p:cNvPr id="16" name="Vrije vorm: vorm 15">
              <a:extLst>
                <a:ext uri="{FF2B5EF4-FFF2-40B4-BE49-F238E27FC236}">
                  <a16:creationId xmlns:a16="http://schemas.microsoft.com/office/drawing/2014/main" id="{4A604E13-2276-D5DE-3D58-6EFB8E3967FB}"/>
                </a:ext>
              </a:extLst>
            </p:cNvPr>
            <p:cNvSpPr/>
            <p:nvPr/>
          </p:nvSpPr>
          <p:spPr>
            <a:xfrm>
              <a:off x="3667990" y="3321"/>
              <a:ext cx="1833441" cy="1833440"/>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2"/>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270079" y="264774"/>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10996214" y="3321"/>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4"/>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a:off x="1834784"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9157238" y="1837590"/>
              <a:ext cx="1833442" cy="1833443"/>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chemeClr val="accent1"/>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5501203" y="3069"/>
              <a:ext cx="3661573" cy="1833899"/>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3"/>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1835005" y="0"/>
              <a:ext cx="1833450" cy="1833450"/>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a:off x="2751503"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1356" y="1829706"/>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10800000">
              <a:off x="3667990" y="1837176"/>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0800000">
              <a:off x="3667990" y="2754312"/>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 name="Vrije vorm: vorm 3">
              <a:extLst>
                <a:ext uri="{FF2B5EF4-FFF2-40B4-BE49-F238E27FC236}">
                  <a16:creationId xmlns:a16="http://schemas.microsoft.com/office/drawing/2014/main" id="{60FE7206-1049-6B41-788A-BAEC3C020AFA}"/>
                </a:ext>
              </a:extLst>
            </p:cNvPr>
            <p:cNvSpPr/>
            <p:nvPr/>
          </p:nvSpPr>
          <p:spPr>
            <a:xfrm rot="10800000">
              <a:off x="9162776"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5" name="Vrije vorm: vorm 4">
              <a:extLst>
                <a:ext uri="{FF2B5EF4-FFF2-40B4-BE49-F238E27FC236}">
                  <a16:creationId xmlns:a16="http://schemas.microsoft.com/office/drawing/2014/main" id="{9437E92E-F83D-DC2C-C47E-E48C4727AA40}"/>
                </a:ext>
              </a:extLst>
            </p:cNvPr>
            <p:cNvSpPr/>
            <p:nvPr/>
          </p:nvSpPr>
          <p:spPr>
            <a:xfrm rot="10800000">
              <a:off x="10079495"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F0FFA529-C256-1DCB-0625-15A90B8D7075}"/>
                </a:ext>
              </a:extLst>
            </p:cNvPr>
            <p:cNvSpPr/>
            <p:nvPr/>
          </p:nvSpPr>
          <p:spPr>
            <a:xfrm>
              <a:off x="5496143" y="1829706"/>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6"/>
            </a:solidFill>
            <a:ln w="0" cap="flat">
              <a:noFill/>
              <a:prstDash val="solid"/>
              <a:miter/>
            </a:ln>
          </p:spPr>
          <p:txBody>
            <a:bodyPr rtlCol="0" anchor="ctr"/>
            <a:lstStyle/>
            <a:p>
              <a:endParaRPr lang="nl-NL"/>
            </a:p>
          </p:txBody>
        </p:sp>
        <p:sp>
          <p:nvSpPr>
            <p:cNvPr id="7" name="Vrije vorm: vorm 6">
              <a:extLst>
                <a:ext uri="{FF2B5EF4-FFF2-40B4-BE49-F238E27FC236}">
                  <a16:creationId xmlns:a16="http://schemas.microsoft.com/office/drawing/2014/main" id="{529262A7-C1B8-3CF7-463A-90C66ED978DA}"/>
                </a:ext>
              </a:extLst>
            </p:cNvPr>
            <p:cNvSpPr/>
            <p:nvPr/>
          </p:nvSpPr>
          <p:spPr>
            <a:xfrm rot="10800000">
              <a:off x="7329335" y="1837593"/>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C8F7948-952E-29E1-9A9B-D5BE31C3C9A8}"/>
                </a:ext>
              </a:extLst>
            </p:cNvPr>
            <p:cNvSpPr/>
            <p:nvPr/>
          </p:nvSpPr>
          <p:spPr>
            <a:xfrm rot="2700000">
              <a:off x="11259110" y="2098206"/>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grpSp>
      <p:sp>
        <p:nvSpPr>
          <p:cNvPr id="14" name="Tijdelijke aanduiding voor titel 1">
            <a:extLst>
              <a:ext uri="{FF2B5EF4-FFF2-40B4-BE49-F238E27FC236}">
                <a16:creationId xmlns:a16="http://schemas.microsoft.com/office/drawing/2014/main" id="{43FB04AE-16F6-AE58-CA2D-5E7F84259734}"/>
              </a:ext>
            </a:extLst>
          </p:cNvPr>
          <p:cNvSpPr>
            <a:spLocks noGrp="1"/>
          </p:cNvSpPr>
          <p:nvPr>
            <p:ph type="title" hasCustomPrompt="1"/>
          </p:nvPr>
        </p:nvSpPr>
        <p:spPr>
          <a:xfrm>
            <a:off x="792000" y="4272986"/>
            <a:ext cx="5304000" cy="1872586"/>
          </a:xfrm>
          <a:prstGeom prst="rect">
            <a:avLst/>
          </a:prstGeom>
        </p:spPr>
        <p:txBody>
          <a:bodyPr vert="horz" lIns="91440" tIns="45720" rIns="91440" bIns="45720" rtlCol="0" anchor="t">
            <a:normAutofit/>
          </a:bodyPr>
          <a:lstStyle>
            <a:lvl1pPr>
              <a:defRPr/>
            </a:lvl1pPr>
          </a:lstStyle>
          <a:p>
            <a:r>
              <a:rPr lang="en-US"/>
              <a:t>Click to edit Master title style</a:t>
            </a:r>
            <a:endParaRPr lang="nl-NL"/>
          </a:p>
        </p:txBody>
      </p:sp>
      <p:sp>
        <p:nvSpPr>
          <p:cNvPr id="18" name="Tijdelijke aanduiding voor tekst 26">
            <a:extLst>
              <a:ext uri="{FF2B5EF4-FFF2-40B4-BE49-F238E27FC236}">
                <a16:creationId xmlns:a16="http://schemas.microsoft.com/office/drawing/2014/main" id="{1DE097B5-F977-F334-5086-11E8A78C6B88}"/>
              </a:ext>
            </a:extLst>
          </p:cNvPr>
          <p:cNvSpPr>
            <a:spLocks noGrp="1"/>
          </p:cNvSpPr>
          <p:nvPr>
            <p:ph type="body" sz="quarter" idx="10" hasCustomPrompt="1"/>
          </p:nvPr>
        </p:nvSpPr>
        <p:spPr>
          <a:xfrm>
            <a:off x="7670003" y="4268857"/>
            <a:ext cx="3726472" cy="1296000"/>
          </a:xfrm>
          <a:prstGeom prst="rect">
            <a:avLst/>
          </a:prstGeom>
        </p:spPr>
        <p:txBody>
          <a:bodyPr anchor="t">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21" name="Vrije vorm: vorm 20">
            <a:extLst>
              <a:ext uri="{FF2B5EF4-FFF2-40B4-BE49-F238E27FC236}">
                <a16:creationId xmlns:a16="http://schemas.microsoft.com/office/drawing/2014/main" id="{08347D6B-4806-152E-DD72-B44EFF6FE605}"/>
              </a:ext>
            </a:extLst>
          </p:cNvPr>
          <p:cNvSpPr>
            <a:spLocks noChangeAspect="1"/>
          </p:cNvSpPr>
          <p:nvPr/>
        </p:nvSpPr>
        <p:spPr>
          <a:xfrm>
            <a:off x="6964502" y="4268857"/>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spTree>
    <p:extLst>
      <p:ext uri="{BB962C8B-B14F-4D97-AF65-F5344CB8AC3E}">
        <p14:creationId xmlns:p14="http://schemas.microsoft.com/office/powerpoint/2010/main" val="1230866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ark end 1">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92E722-A1F2-E192-63DB-1754A87ED2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82075" y="5902566"/>
            <a:ext cx="914400" cy="485775"/>
          </a:xfrm>
          <a:prstGeom prst="rect">
            <a:avLst/>
          </a:prstGeom>
        </p:spPr>
      </p:pic>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1497496" y="5902566"/>
            <a:ext cx="5814872" cy="562370"/>
          </a:xfrm>
          <a:prstGeom prst="rect">
            <a:avLst/>
          </a:prstGeom>
        </p:spPr>
        <p:txBody>
          <a:bodyPr anchor="b">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791995" y="5902566"/>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grpSp>
        <p:nvGrpSpPr>
          <p:cNvPr id="23" name="Groep 22">
            <a:extLst>
              <a:ext uri="{FF2B5EF4-FFF2-40B4-BE49-F238E27FC236}">
                <a16:creationId xmlns:a16="http://schemas.microsoft.com/office/drawing/2014/main" id="{EEB7A8C9-A0CF-CA2C-72EC-3DAFC8609B0F}"/>
              </a:ext>
            </a:extLst>
          </p:cNvPr>
          <p:cNvGrpSpPr/>
          <p:nvPr/>
        </p:nvGrpSpPr>
        <p:grpSpPr>
          <a:xfrm>
            <a:off x="0" y="0"/>
            <a:ext cx="12194630" cy="4879630"/>
            <a:chOff x="0" y="0"/>
            <a:chExt cx="12194630" cy="4879630"/>
          </a:xfrm>
        </p:grpSpPr>
        <p:sp>
          <p:nvSpPr>
            <p:cNvPr id="24" name="Vrije vorm: vorm 23">
              <a:extLst>
                <a:ext uri="{FF2B5EF4-FFF2-40B4-BE49-F238E27FC236}">
                  <a16:creationId xmlns:a16="http://schemas.microsoft.com/office/drawing/2014/main" id="{399869FA-D253-8BB4-38AA-1B852323535C}"/>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a:p>
          </p:txBody>
        </p:sp>
        <p:sp>
          <p:nvSpPr>
            <p:cNvPr id="27" name="Vrije vorm: vorm 26">
              <a:extLst>
                <a:ext uri="{FF2B5EF4-FFF2-40B4-BE49-F238E27FC236}">
                  <a16:creationId xmlns:a16="http://schemas.microsoft.com/office/drawing/2014/main" id="{C35772DD-53DE-CFEB-1FAC-4D509FC0FA36}"/>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29" name="Vrije vorm: vorm 28">
              <a:extLst>
                <a:ext uri="{FF2B5EF4-FFF2-40B4-BE49-F238E27FC236}">
                  <a16:creationId xmlns:a16="http://schemas.microsoft.com/office/drawing/2014/main" id="{EBF7AA89-4192-DE80-15A1-6176A69496A6}"/>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a:p>
          </p:txBody>
        </p:sp>
        <p:sp>
          <p:nvSpPr>
            <p:cNvPr id="31" name="Vrije vorm: vorm 30">
              <a:extLst>
                <a:ext uri="{FF2B5EF4-FFF2-40B4-BE49-F238E27FC236}">
                  <a16:creationId xmlns:a16="http://schemas.microsoft.com/office/drawing/2014/main" id="{8CA819EA-8739-A14D-2D18-5C32F4FF0FED}"/>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33" name="Vrije vorm: vorm 32">
              <a:extLst>
                <a:ext uri="{FF2B5EF4-FFF2-40B4-BE49-F238E27FC236}">
                  <a16:creationId xmlns:a16="http://schemas.microsoft.com/office/drawing/2014/main" id="{F369B62F-76FA-B585-4EB8-4F2B669BB002}"/>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a:p>
          </p:txBody>
        </p:sp>
        <p:sp>
          <p:nvSpPr>
            <p:cNvPr id="34" name="Vrije vorm: vorm 33">
              <a:extLst>
                <a:ext uri="{FF2B5EF4-FFF2-40B4-BE49-F238E27FC236}">
                  <a16:creationId xmlns:a16="http://schemas.microsoft.com/office/drawing/2014/main" id="{E54444B7-1442-E4D6-0F66-19D1AF25DD78}"/>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a:p>
          </p:txBody>
        </p:sp>
        <p:sp>
          <p:nvSpPr>
            <p:cNvPr id="35" name="Vrije vorm: vorm 34">
              <a:extLst>
                <a:ext uri="{FF2B5EF4-FFF2-40B4-BE49-F238E27FC236}">
                  <a16:creationId xmlns:a16="http://schemas.microsoft.com/office/drawing/2014/main" id="{B9542184-1726-825C-0E63-9970ACBF8780}"/>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37" name="Vrije vorm: vorm 36">
              <a:extLst>
                <a:ext uri="{FF2B5EF4-FFF2-40B4-BE49-F238E27FC236}">
                  <a16:creationId xmlns:a16="http://schemas.microsoft.com/office/drawing/2014/main" id="{338163DE-406C-D74C-77C8-EB0938CE5415}"/>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a:p>
          </p:txBody>
        </p:sp>
        <p:sp>
          <p:nvSpPr>
            <p:cNvPr id="38" name="Vrije vorm: vorm 37">
              <a:extLst>
                <a:ext uri="{FF2B5EF4-FFF2-40B4-BE49-F238E27FC236}">
                  <a16:creationId xmlns:a16="http://schemas.microsoft.com/office/drawing/2014/main" id="{D4AA38CC-0CF1-283A-A334-0A47D8A86A74}"/>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39" name="Vrije vorm: vorm 38">
              <a:extLst>
                <a:ext uri="{FF2B5EF4-FFF2-40B4-BE49-F238E27FC236}">
                  <a16:creationId xmlns:a16="http://schemas.microsoft.com/office/drawing/2014/main" id="{A9CE4EB0-A0FC-4DF3-14C1-33C6C336355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0" name="Vrije vorm: vorm 39">
              <a:extLst>
                <a:ext uri="{FF2B5EF4-FFF2-40B4-BE49-F238E27FC236}">
                  <a16:creationId xmlns:a16="http://schemas.microsoft.com/office/drawing/2014/main" id="{5721DBB0-BD72-473D-5AEA-59403DC4F6B8}"/>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grpSp>
    </p:spTree>
    <p:extLst>
      <p:ext uri="{BB962C8B-B14F-4D97-AF65-F5344CB8AC3E}">
        <p14:creationId xmlns:p14="http://schemas.microsoft.com/office/powerpoint/2010/main" val="304672696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ark end 2">
    <p:bg>
      <p:bgRef idx="1001">
        <a:schemeClr val="bg1"/>
      </p:bgRef>
    </p:bg>
    <p:spTree>
      <p:nvGrpSpPr>
        <p:cNvPr id="1" name=""/>
        <p:cNvGrpSpPr/>
        <p:nvPr/>
      </p:nvGrpSpPr>
      <p:grpSpPr>
        <a:xfrm>
          <a:off x="0" y="0"/>
          <a:ext cx="0" cy="0"/>
          <a:chOff x="0" y="0"/>
          <a:chExt cx="0" cy="0"/>
        </a:xfrm>
      </p:grpSpPr>
      <p:grpSp>
        <p:nvGrpSpPr>
          <p:cNvPr id="9" name="Groep 8">
            <a:extLst>
              <a:ext uri="{FF2B5EF4-FFF2-40B4-BE49-F238E27FC236}">
                <a16:creationId xmlns:a16="http://schemas.microsoft.com/office/drawing/2014/main" id="{7B919BA6-3D2A-88FF-45AB-AC9063EC3022}"/>
              </a:ext>
            </a:extLst>
          </p:cNvPr>
          <p:cNvGrpSpPr/>
          <p:nvPr/>
        </p:nvGrpSpPr>
        <p:grpSpPr>
          <a:xfrm>
            <a:off x="0" y="0"/>
            <a:ext cx="12192000" cy="3488945"/>
            <a:chOff x="1356" y="0"/>
            <a:chExt cx="12828299" cy="3671033"/>
          </a:xfrm>
        </p:grpSpPr>
        <p:sp>
          <p:nvSpPr>
            <p:cNvPr id="16" name="Vrije vorm: vorm 15">
              <a:extLst>
                <a:ext uri="{FF2B5EF4-FFF2-40B4-BE49-F238E27FC236}">
                  <a16:creationId xmlns:a16="http://schemas.microsoft.com/office/drawing/2014/main" id="{4A604E13-2276-D5DE-3D58-6EFB8E3967FB}"/>
                </a:ext>
              </a:extLst>
            </p:cNvPr>
            <p:cNvSpPr/>
            <p:nvPr/>
          </p:nvSpPr>
          <p:spPr>
            <a:xfrm>
              <a:off x="3667990" y="3321"/>
              <a:ext cx="1833441" cy="1833440"/>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2"/>
            </a:solidFill>
            <a:ln w="0" cap="flat">
              <a:noFill/>
              <a:prstDash val="solid"/>
              <a:miter/>
            </a:ln>
          </p:spPr>
          <p:txBody>
            <a:bodyPr rtlCol="0" anchor="ctr"/>
            <a:lstStyle/>
            <a:p>
              <a:endParaRPr lang="nl-NL"/>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270079" y="264774"/>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sp>
          <p:nvSpPr>
            <p:cNvPr id="19" name="Vrije vorm: vorm 18">
              <a:extLst>
                <a:ext uri="{FF2B5EF4-FFF2-40B4-BE49-F238E27FC236}">
                  <a16:creationId xmlns:a16="http://schemas.microsoft.com/office/drawing/2014/main" id="{932E4208-D2A2-676D-678E-A1239FD82EAD}"/>
                </a:ext>
              </a:extLst>
            </p:cNvPr>
            <p:cNvSpPr/>
            <p:nvPr/>
          </p:nvSpPr>
          <p:spPr>
            <a:xfrm>
              <a:off x="10996214" y="3321"/>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4"/>
            </a:solidFill>
            <a:ln w="0" cap="flat">
              <a:noFill/>
              <a:prstDash val="solid"/>
              <a:miter/>
            </a:ln>
          </p:spPr>
          <p:txBody>
            <a:bodyPr rtlCol="0" anchor="ctr"/>
            <a:lstStyle/>
            <a:p>
              <a:endParaRPr lang="nl-NL"/>
            </a:p>
          </p:txBody>
        </p:sp>
        <p:sp>
          <p:nvSpPr>
            <p:cNvPr id="20" name="Vrije vorm: vorm 19">
              <a:extLst>
                <a:ext uri="{FF2B5EF4-FFF2-40B4-BE49-F238E27FC236}">
                  <a16:creationId xmlns:a16="http://schemas.microsoft.com/office/drawing/2014/main" id="{3E396590-C55C-AB05-C09C-CBC7682089C4}"/>
                </a:ext>
              </a:extLst>
            </p:cNvPr>
            <p:cNvSpPr/>
            <p:nvPr/>
          </p:nvSpPr>
          <p:spPr>
            <a:xfrm>
              <a:off x="1834784"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25" name="Vrije vorm: vorm 24">
              <a:extLst>
                <a:ext uri="{FF2B5EF4-FFF2-40B4-BE49-F238E27FC236}">
                  <a16:creationId xmlns:a16="http://schemas.microsoft.com/office/drawing/2014/main" id="{AF90BB61-5185-C0DC-63FB-D081F17674B4}"/>
                </a:ext>
              </a:extLst>
            </p:cNvPr>
            <p:cNvSpPr/>
            <p:nvPr/>
          </p:nvSpPr>
          <p:spPr>
            <a:xfrm rot="10800000">
              <a:off x="9157238" y="1837590"/>
              <a:ext cx="1833442" cy="1833443"/>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chemeClr val="accent1"/>
            </a:solidFill>
            <a:ln w="0" cap="flat">
              <a:noFill/>
              <a:prstDash val="solid"/>
              <a:miter/>
            </a:ln>
          </p:spPr>
          <p:txBody>
            <a:bodyPr wrap="square" rtlCol="0" anchor="ctr">
              <a:noAutofit/>
            </a:bodyPr>
            <a:lstStyle/>
            <a:p>
              <a:endParaRPr lang="nl-NL"/>
            </a:p>
          </p:txBody>
        </p:sp>
        <p:sp>
          <p:nvSpPr>
            <p:cNvPr id="11" name="Vrije vorm: vorm 10">
              <a:extLst>
                <a:ext uri="{FF2B5EF4-FFF2-40B4-BE49-F238E27FC236}">
                  <a16:creationId xmlns:a16="http://schemas.microsoft.com/office/drawing/2014/main" id="{ACB0736F-C937-0D79-5740-25E3AEBA6F2D}"/>
                </a:ext>
              </a:extLst>
            </p:cNvPr>
            <p:cNvSpPr/>
            <p:nvPr/>
          </p:nvSpPr>
          <p:spPr>
            <a:xfrm>
              <a:off x="5501203" y="3069"/>
              <a:ext cx="3661573" cy="1833899"/>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3"/>
            </a:solidFill>
            <a:ln w="0" cap="flat">
              <a:noFill/>
              <a:prstDash val="solid"/>
              <a:miter/>
            </a:ln>
          </p:spPr>
          <p:txBody>
            <a:bodyPr wrap="square" rtlCol="0" anchor="ctr">
              <a:noAutofit/>
            </a:bodyPr>
            <a:lstStyle/>
            <a:p>
              <a:endParaRPr lang="nl-NL"/>
            </a:p>
          </p:txBody>
        </p:sp>
        <p:sp>
          <p:nvSpPr>
            <p:cNvPr id="10" name="Vrije vorm: vorm 9">
              <a:extLst>
                <a:ext uri="{FF2B5EF4-FFF2-40B4-BE49-F238E27FC236}">
                  <a16:creationId xmlns:a16="http://schemas.microsoft.com/office/drawing/2014/main" id="{5B3C7FC6-6A7E-E043-68F3-56D53C32BB11}"/>
                </a:ext>
              </a:extLst>
            </p:cNvPr>
            <p:cNvSpPr/>
            <p:nvPr/>
          </p:nvSpPr>
          <p:spPr>
            <a:xfrm>
              <a:off x="1835005" y="0"/>
              <a:ext cx="1833450" cy="1833450"/>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a:p>
          </p:txBody>
        </p:sp>
        <p:sp>
          <p:nvSpPr>
            <p:cNvPr id="12" name="Vrije vorm: vorm 11">
              <a:extLst>
                <a:ext uri="{FF2B5EF4-FFF2-40B4-BE49-F238E27FC236}">
                  <a16:creationId xmlns:a16="http://schemas.microsoft.com/office/drawing/2014/main" id="{AFDE8D17-CD25-7646-CC4C-27DFCCFB0280}"/>
                </a:ext>
              </a:extLst>
            </p:cNvPr>
            <p:cNvSpPr/>
            <p:nvPr/>
          </p:nvSpPr>
          <p:spPr>
            <a:xfrm>
              <a:off x="2751503" y="1833442"/>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a:p>
          </p:txBody>
        </p:sp>
        <p:sp>
          <p:nvSpPr>
            <p:cNvPr id="13" name="Vrije vorm: vorm 12">
              <a:extLst>
                <a:ext uri="{FF2B5EF4-FFF2-40B4-BE49-F238E27FC236}">
                  <a16:creationId xmlns:a16="http://schemas.microsoft.com/office/drawing/2014/main" id="{A7945D03-EA2E-4FB5-8E42-F59066C61B3E}"/>
                </a:ext>
              </a:extLst>
            </p:cNvPr>
            <p:cNvSpPr/>
            <p:nvPr/>
          </p:nvSpPr>
          <p:spPr>
            <a:xfrm rot="10800000">
              <a:off x="1356" y="1829706"/>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26" name="Vrije vorm: vorm 25">
              <a:extLst>
                <a:ext uri="{FF2B5EF4-FFF2-40B4-BE49-F238E27FC236}">
                  <a16:creationId xmlns:a16="http://schemas.microsoft.com/office/drawing/2014/main" id="{B2516F00-7ED7-FE84-D266-6A5DACB99F01}"/>
                </a:ext>
              </a:extLst>
            </p:cNvPr>
            <p:cNvSpPr/>
            <p:nvPr/>
          </p:nvSpPr>
          <p:spPr>
            <a:xfrm rot="10800000">
              <a:off x="3667990" y="1837176"/>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28" name="Vrije vorm: vorm 27">
              <a:extLst>
                <a:ext uri="{FF2B5EF4-FFF2-40B4-BE49-F238E27FC236}">
                  <a16:creationId xmlns:a16="http://schemas.microsoft.com/office/drawing/2014/main" id="{A1C734B7-E992-C88B-C79D-5443B20BFF34}"/>
                </a:ext>
              </a:extLst>
            </p:cNvPr>
            <p:cNvSpPr/>
            <p:nvPr/>
          </p:nvSpPr>
          <p:spPr>
            <a:xfrm rot="10800000">
              <a:off x="3667990" y="2754312"/>
              <a:ext cx="1833440" cy="916720"/>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a:p>
          </p:txBody>
        </p:sp>
        <p:sp>
          <p:nvSpPr>
            <p:cNvPr id="4" name="Vrije vorm: vorm 3">
              <a:extLst>
                <a:ext uri="{FF2B5EF4-FFF2-40B4-BE49-F238E27FC236}">
                  <a16:creationId xmlns:a16="http://schemas.microsoft.com/office/drawing/2014/main" id="{60FE7206-1049-6B41-788A-BAEC3C020AFA}"/>
                </a:ext>
              </a:extLst>
            </p:cNvPr>
            <p:cNvSpPr/>
            <p:nvPr/>
          </p:nvSpPr>
          <p:spPr>
            <a:xfrm rot="10800000">
              <a:off x="9162776"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5" name="Vrije vorm: vorm 4">
              <a:extLst>
                <a:ext uri="{FF2B5EF4-FFF2-40B4-BE49-F238E27FC236}">
                  <a16:creationId xmlns:a16="http://schemas.microsoft.com/office/drawing/2014/main" id="{9437E92E-F83D-DC2C-C47E-E48C4727AA40}"/>
                </a:ext>
              </a:extLst>
            </p:cNvPr>
            <p:cNvSpPr/>
            <p:nvPr/>
          </p:nvSpPr>
          <p:spPr>
            <a:xfrm rot="10800000">
              <a:off x="10079495" y="3528"/>
              <a:ext cx="916721" cy="1833440"/>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5"/>
            </a:solidFill>
            <a:ln w="0" cap="flat">
              <a:noFill/>
              <a:prstDash val="solid"/>
              <a:miter/>
            </a:ln>
          </p:spPr>
          <p:txBody>
            <a:bodyPr rtlCol="0" anchor="ctr"/>
            <a:lstStyle/>
            <a:p>
              <a:endParaRPr lang="nl-NL"/>
            </a:p>
          </p:txBody>
        </p:sp>
        <p:sp>
          <p:nvSpPr>
            <p:cNvPr id="6" name="Vrije vorm: vorm 5">
              <a:extLst>
                <a:ext uri="{FF2B5EF4-FFF2-40B4-BE49-F238E27FC236}">
                  <a16:creationId xmlns:a16="http://schemas.microsoft.com/office/drawing/2014/main" id="{F0FFA529-C256-1DCB-0625-15A90B8D7075}"/>
                </a:ext>
              </a:extLst>
            </p:cNvPr>
            <p:cNvSpPr/>
            <p:nvPr/>
          </p:nvSpPr>
          <p:spPr>
            <a:xfrm>
              <a:off x="5496143" y="1829706"/>
              <a:ext cx="1833441" cy="1833440"/>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6"/>
            </a:solidFill>
            <a:ln w="0" cap="flat">
              <a:noFill/>
              <a:prstDash val="solid"/>
              <a:miter/>
            </a:ln>
          </p:spPr>
          <p:txBody>
            <a:bodyPr rtlCol="0" anchor="ctr"/>
            <a:lstStyle/>
            <a:p>
              <a:endParaRPr lang="nl-NL"/>
            </a:p>
          </p:txBody>
        </p:sp>
        <p:sp>
          <p:nvSpPr>
            <p:cNvPr id="7" name="Vrije vorm: vorm 6">
              <a:extLst>
                <a:ext uri="{FF2B5EF4-FFF2-40B4-BE49-F238E27FC236}">
                  <a16:creationId xmlns:a16="http://schemas.microsoft.com/office/drawing/2014/main" id="{529262A7-C1B8-3CF7-463A-90C66ED978DA}"/>
                </a:ext>
              </a:extLst>
            </p:cNvPr>
            <p:cNvSpPr/>
            <p:nvPr/>
          </p:nvSpPr>
          <p:spPr>
            <a:xfrm rot="10800000">
              <a:off x="7329335" y="1837593"/>
              <a:ext cx="1833441" cy="1833440"/>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a:p>
          </p:txBody>
        </p:sp>
        <p:sp>
          <p:nvSpPr>
            <p:cNvPr id="8" name="Vrije vorm: vorm 7">
              <a:extLst>
                <a:ext uri="{FF2B5EF4-FFF2-40B4-BE49-F238E27FC236}">
                  <a16:creationId xmlns:a16="http://schemas.microsoft.com/office/drawing/2014/main" id="{DC8F7948-952E-29E1-9A9B-D5BE31C3C9A8}"/>
                </a:ext>
              </a:extLst>
            </p:cNvPr>
            <p:cNvSpPr/>
            <p:nvPr/>
          </p:nvSpPr>
          <p:spPr>
            <a:xfrm rot="2700000">
              <a:off x="11259110" y="2098206"/>
              <a:ext cx="1296432" cy="1296432"/>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a:p>
          </p:txBody>
        </p:sp>
      </p:grpSp>
      <p:sp>
        <p:nvSpPr>
          <p:cNvPr id="14" name="Tijdelijke aanduiding voor titel 1">
            <a:extLst>
              <a:ext uri="{FF2B5EF4-FFF2-40B4-BE49-F238E27FC236}">
                <a16:creationId xmlns:a16="http://schemas.microsoft.com/office/drawing/2014/main" id="{43FB04AE-16F6-AE58-CA2D-5E7F84259734}"/>
              </a:ext>
            </a:extLst>
          </p:cNvPr>
          <p:cNvSpPr>
            <a:spLocks noGrp="1"/>
          </p:cNvSpPr>
          <p:nvPr>
            <p:ph type="title" hasCustomPrompt="1"/>
          </p:nvPr>
        </p:nvSpPr>
        <p:spPr>
          <a:xfrm>
            <a:off x="792000" y="4272986"/>
            <a:ext cx="5304000" cy="1872586"/>
          </a:xfrm>
          <a:prstGeom prst="rect">
            <a:avLst/>
          </a:prstGeom>
        </p:spPr>
        <p:txBody>
          <a:bodyPr vert="horz" lIns="91440" tIns="45720" rIns="91440" bIns="45720" rtlCol="0" anchor="t">
            <a:normAutofit/>
          </a:bodyPr>
          <a:lstStyle>
            <a:lvl1pPr>
              <a:defRPr/>
            </a:lvl1pPr>
          </a:lstStyle>
          <a:p>
            <a:r>
              <a:rPr lang="en-US"/>
              <a:t>Click to edit Master title style</a:t>
            </a:r>
            <a:endParaRPr lang="nl-NL"/>
          </a:p>
        </p:txBody>
      </p:sp>
      <p:sp>
        <p:nvSpPr>
          <p:cNvPr id="18" name="Tijdelijke aanduiding voor tekst 26">
            <a:extLst>
              <a:ext uri="{FF2B5EF4-FFF2-40B4-BE49-F238E27FC236}">
                <a16:creationId xmlns:a16="http://schemas.microsoft.com/office/drawing/2014/main" id="{1DE097B5-F977-F334-5086-11E8A78C6B88}"/>
              </a:ext>
            </a:extLst>
          </p:cNvPr>
          <p:cNvSpPr>
            <a:spLocks noGrp="1"/>
          </p:cNvSpPr>
          <p:nvPr>
            <p:ph type="body" sz="quarter" idx="10" hasCustomPrompt="1"/>
          </p:nvPr>
        </p:nvSpPr>
        <p:spPr>
          <a:xfrm>
            <a:off x="7670003" y="4268857"/>
            <a:ext cx="3726472" cy="1296000"/>
          </a:xfrm>
          <a:prstGeom prst="rect">
            <a:avLst/>
          </a:prstGeom>
        </p:spPr>
        <p:txBody>
          <a:bodyPr anchor="t">
            <a:no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21" name="Vrije vorm: vorm 20">
            <a:extLst>
              <a:ext uri="{FF2B5EF4-FFF2-40B4-BE49-F238E27FC236}">
                <a16:creationId xmlns:a16="http://schemas.microsoft.com/office/drawing/2014/main" id="{08347D6B-4806-152E-DD72-B44EFF6FE605}"/>
              </a:ext>
            </a:extLst>
          </p:cNvPr>
          <p:cNvSpPr>
            <a:spLocks noChangeAspect="1"/>
          </p:cNvSpPr>
          <p:nvPr/>
        </p:nvSpPr>
        <p:spPr>
          <a:xfrm>
            <a:off x="6964502" y="4268857"/>
            <a:ext cx="487174" cy="485893"/>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a:p>
        </p:txBody>
      </p:sp>
      <p:pic>
        <p:nvPicPr>
          <p:cNvPr id="2" name="Graphic 1">
            <a:extLst>
              <a:ext uri="{FF2B5EF4-FFF2-40B4-BE49-F238E27FC236}">
                <a16:creationId xmlns:a16="http://schemas.microsoft.com/office/drawing/2014/main" id="{DD344F64-DFA3-C8F2-98AA-971E78FA9F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82075" y="5902566"/>
            <a:ext cx="914400" cy="485775"/>
          </a:xfrm>
          <a:prstGeom prst="rect">
            <a:avLst/>
          </a:prstGeom>
        </p:spPr>
      </p:pic>
    </p:spTree>
    <p:extLst>
      <p:ext uri="{BB962C8B-B14F-4D97-AF65-F5344CB8AC3E}">
        <p14:creationId xmlns:p14="http://schemas.microsoft.com/office/powerpoint/2010/main" val="2316394828"/>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lour pallette">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03BE2AEF-851A-5CD3-F0D8-384DEFC40B29}"/>
              </a:ext>
            </a:extLst>
          </p:cNvPr>
          <p:cNvGrpSpPr/>
          <p:nvPr userDrawn="1"/>
        </p:nvGrpSpPr>
        <p:grpSpPr>
          <a:xfrm>
            <a:off x="7727993" y="852615"/>
            <a:ext cx="1157989" cy="1157751"/>
            <a:chOff x="6246746" y="852615"/>
            <a:chExt cx="1157989" cy="1157751"/>
          </a:xfrm>
        </p:grpSpPr>
        <p:sp>
          <p:nvSpPr>
            <p:cNvPr id="93" name="Rectangle 92">
              <a:extLst>
                <a:ext uri="{FF2B5EF4-FFF2-40B4-BE49-F238E27FC236}">
                  <a16:creationId xmlns:a16="http://schemas.microsoft.com/office/drawing/2014/main" id="{2370A9F6-178A-6C40-AAE5-A0127F8A31B1}"/>
                </a:ext>
              </a:extLst>
            </p:cNvPr>
            <p:cNvSpPr/>
            <p:nvPr/>
          </p:nvSpPr>
          <p:spPr>
            <a:xfrm>
              <a:off x="6246984" y="852615"/>
              <a:ext cx="1157751" cy="1157751"/>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94" name="TextBox 93">
              <a:extLst>
                <a:ext uri="{FF2B5EF4-FFF2-40B4-BE49-F238E27FC236}">
                  <a16:creationId xmlns:a16="http://schemas.microsoft.com/office/drawing/2014/main" id="{369B011D-1DEE-E404-69B6-5C75F07D3FD4}"/>
                </a:ext>
              </a:extLst>
            </p:cNvPr>
            <p:cNvSpPr txBox="1"/>
            <p:nvPr/>
          </p:nvSpPr>
          <p:spPr>
            <a:xfrm>
              <a:off x="6246746"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Cherry</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E83050</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232, 48, 80</a:t>
              </a:r>
            </a:p>
          </p:txBody>
        </p:sp>
      </p:grpSp>
      <p:grpSp>
        <p:nvGrpSpPr>
          <p:cNvPr id="95" name="Group 94">
            <a:extLst>
              <a:ext uri="{FF2B5EF4-FFF2-40B4-BE49-F238E27FC236}">
                <a16:creationId xmlns:a16="http://schemas.microsoft.com/office/drawing/2014/main" id="{EB6A635A-AB98-F359-EA06-A2380BC0242E}"/>
              </a:ext>
            </a:extLst>
          </p:cNvPr>
          <p:cNvGrpSpPr/>
          <p:nvPr userDrawn="1"/>
        </p:nvGrpSpPr>
        <p:grpSpPr>
          <a:xfrm>
            <a:off x="10675254" y="852615"/>
            <a:ext cx="1157752" cy="1157751"/>
            <a:chOff x="7724864" y="852615"/>
            <a:chExt cx="1157752" cy="1157751"/>
          </a:xfrm>
          <a:solidFill>
            <a:srgbClr val="FBB60C"/>
          </a:solidFill>
        </p:grpSpPr>
        <p:sp>
          <p:nvSpPr>
            <p:cNvPr id="96" name="Rectangle 95">
              <a:extLst>
                <a:ext uri="{FF2B5EF4-FFF2-40B4-BE49-F238E27FC236}">
                  <a16:creationId xmlns:a16="http://schemas.microsoft.com/office/drawing/2014/main" id="{9AD41EB8-BB22-9019-2DCB-E7053829C9D6}"/>
                </a:ext>
              </a:extLst>
            </p:cNvPr>
            <p:cNvSpPr/>
            <p:nvPr/>
          </p:nvSpPr>
          <p:spPr>
            <a:xfrm>
              <a:off x="7724865" y="852615"/>
              <a:ext cx="1157751" cy="1157751"/>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TextBox 96">
              <a:extLst>
                <a:ext uri="{FF2B5EF4-FFF2-40B4-BE49-F238E27FC236}">
                  <a16:creationId xmlns:a16="http://schemas.microsoft.com/office/drawing/2014/main" id="{2D4C0BA3-E1D1-F65F-323E-E2D6C8EA0E22}"/>
                </a:ext>
              </a:extLst>
            </p:cNvPr>
            <p:cNvSpPr txBox="1"/>
            <p:nvPr/>
          </p:nvSpPr>
          <p:spPr>
            <a:xfrm>
              <a:off x="7724864"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Yellow</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F9B418</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249, 180, 24</a:t>
              </a:r>
            </a:p>
          </p:txBody>
        </p:sp>
      </p:grpSp>
      <p:grpSp>
        <p:nvGrpSpPr>
          <p:cNvPr id="98" name="Group 97">
            <a:extLst>
              <a:ext uri="{FF2B5EF4-FFF2-40B4-BE49-F238E27FC236}">
                <a16:creationId xmlns:a16="http://schemas.microsoft.com/office/drawing/2014/main" id="{CEE28DA9-FFD3-5316-B8C4-D36BC8A98B8B}"/>
              </a:ext>
            </a:extLst>
          </p:cNvPr>
          <p:cNvGrpSpPr/>
          <p:nvPr userDrawn="1"/>
        </p:nvGrpSpPr>
        <p:grpSpPr>
          <a:xfrm>
            <a:off x="9183274" y="852615"/>
            <a:ext cx="1166884" cy="1157751"/>
            <a:chOff x="9193612" y="852615"/>
            <a:chExt cx="1166884" cy="1157751"/>
          </a:xfrm>
          <a:solidFill>
            <a:srgbClr val="00A042"/>
          </a:solidFill>
        </p:grpSpPr>
        <p:sp>
          <p:nvSpPr>
            <p:cNvPr id="99" name="Rectangle 98">
              <a:extLst>
                <a:ext uri="{FF2B5EF4-FFF2-40B4-BE49-F238E27FC236}">
                  <a16:creationId xmlns:a16="http://schemas.microsoft.com/office/drawing/2014/main" id="{079EC7CD-6613-125B-C862-21D21C87A887}"/>
                </a:ext>
              </a:extLst>
            </p:cNvPr>
            <p:cNvSpPr/>
            <p:nvPr/>
          </p:nvSpPr>
          <p:spPr>
            <a:xfrm>
              <a:off x="9202745" y="852615"/>
              <a:ext cx="1157751" cy="1157751"/>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0" name="TextBox 99">
              <a:extLst>
                <a:ext uri="{FF2B5EF4-FFF2-40B4-BE49-F238E27FC236}">
                  <a16:creationId xmlns:a16="http://schemas.microsoft.com/office/drawing/2014/main" id="{3AD69E9D-9166-F09A-AD4D-1DF929FCBAA5}"/>
                </a:ext>
              </a:extLst>
            </p:cNvPr>
            <p:cNvSpPr txBox="1"/>
            <p:nvPr/>
          </p:nvSpPr>
          <p:spPr>
            <a:xfrm>
              <a:off x="9193612"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Green</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00A14A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0, 161, 74</a:t>
              </a:r>
            </a:p>
          </p:txBody>
        </p:sp>
      </p:grpSp>
      <p:grpSp>
        <p:nvGrpSpPr>
          <p:cNvPr id="101" name="Group 100">
            <a:extLst>
              <a:ext uri="{FF2B5EF4-FFF2-40B4-BE49-F238E27FC236}">
                <a16:creationId xmlns:a16="http://schemas.microsoft.com/office/drawing/2014/main" id="{9DC910A6-D2E5-6526-DF78-89680E712716}"/>
              </a:ext>
            </a:extLst>
          </p:cNvPr>
          <p:cNvGrpSpPr/>
          <p:nvPr userDrawn="1"/>
        </p:nvGrpSpPr>
        <p:grpSpPr>
          <a:xfrm>
            <a:off x="6240609" y="852615"/>
            <a:ext cx="1180805" cy="1157751"/>
            <a:chOff x="10657810" y="852615"/>
            <a:chExt cx="1180805" cy="1157751"/>
          </a:xfrm>
        </p:grpSpPr>
        <p:sp>
          <p:nvSpPr>
            <p:cNvPr id="102" name="Rectangle 101">
              <a:extLst>
                <a:ext uri="{FF2B5EF4-FFF2-40B4-BE49-F238E27FC236}">
                  <a16:creationId xmlns:a16="http://schemas.microsoft.com/office/drawing/2014/main" id="{324B9CE7-3F0A-81EA-6575-92A32D3C5360}"/>
                </a:ext>
              </a:extLst>
            </p:cNvPr>
            <p:cNvSpPr/>
            <p:nvPr/>
          </p:nvSpPr>
          <p:spPr>
            <a:xfrm>
              <a:off x="10680864" y="852615"/>
              <a:ext cx="1157751" cy="1157751"/>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3" name="TextBox 102">
              <a:extLst>
                <a:ext uri="{FF2B5EF4-FFF2-40B4-BE49-F238E27FC236}">
                  <a16:creationId xmlns:a16="http://schemas.microsoft.com/office/drawing/2014/main" id="{B370FBF5-3D21-CCF2-0900-68911790F7B3}"/>
                </a:ext>
              </a:extLst>
            </p:cNvPr>
            <p:cNvSpPr txBox="1"/>
            <p:nvPr/>
          </p:nvSpPr>
          <p:spPr>
            <a:xfrm>
              <a:off x="10657810"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Blue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1F448F</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31, 68, 143</a:t>
              </a:r>
            </a:p>
          </p:txBody>
        </p:sp>
      </p:grpSp>
      <p:grpSp>
        <p:nvGrpSpPr>
          <p:cNvPr id="104" name="Group 103">
            <a:extLst>
              <a:ext uri="{FF2B5EF4-FFF2-40B4-BE49-F238E27FC236}">
                <a16:creationId xmlns:a16="http://schemas.microsoft.com/office/drawing/2014/main" id="{17A4AD49-940C-1CE8-4A79-3ED82C54DD37}"/>
              </a:ext>
            </a:extLst>
          </p:cNvPr>
          <p:cNvGrpSpPr/>
          <p:nvPr userDrawn="1"/>
        </p:nvGrpSpPr>
        <p:grpSpPr>
          <a:xfrm>
            <a:off x="7727993" y="2290431"/>
            <a:ext cx="1157989" cy="1157751"/>
            <a:chOff x="6246746" y="2290431"/>
            <a:chExt cx="1157989" cy="1157751"/>
          </a:xfrm>
        </p:grpSpPr>
        <p:sp>
          <p:nvSpPr>
            <p:cNvPr id="105" name="Rectangle 104">
              <a:extLst>
                <a:ext uri="{FF2B5EF4-FFF2-40B4-BE49-F238E27FC236}">
                  <a16:creationId xmlns:a16="http://schemas.microsoft.com/office/drawing/2014/main" id="{CC1F798C-CDEA-7805-0D73-0390355E879D}"/>
                </a:ext>
              </a:extLst>
            </p:cNvPr>
            <p:cNvSpPr/>
            <p:nvPr/>
          </p:nvSpPr>
          <p:spPr>
            <a:xfrm>
              <a:off x="6246984" y="2290431"/>
              <a:ext cx="1157751" cy="1157751"/>
            </a:xfrm>
            <a:prstGeom prst="rect">
              <a:avLst/>
            </a:prstGeom>
            <a:solidFill>
              <a:srgbClr val="EC4D6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06" name="TextBox 105">
              <a:extLst>
                <a:ext uri="{FF2B5EF4-FFF2-40B4-BE49-F238E27FC236}">
                  <a16:creationId xmlns:a16="http://schemas.microsoft.com/office/drawing/2014/main" id="{193154A9-0542-45AA-A58F-4F9D60D9556D}"/>
                </a:ext>
              </a:extLst>
            </p:cNvPr>
            <p:cNvSpPr txBox="1"/>
            <p:nvPr/>
          </p:nvSpPr>
          <p:spPr>
            <a:xfrm>
              <a:off x="6246746"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EC4D6A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236, 77, 106</a:t>
              </a:r>
            </a:p>
          </p:txBody>
        </p:sp>
      </p:grpSp>
      <p:grpSp>
        <p:nvGrpSpPr>
          <p:cNvPr id="107" name="Group 106">
            <a:extLst>
              <a:ext uri="{FF2B5EF4-FFF2-40B4-BE49-F238E27FC236}">
                <a16:creationId xmlns:a16="http://schemas.microsoft.com/office/drawing/2014/main" id="{CDDD5F8A-9650-3E67-03E9-A44A8D246515}"/>
              </a:ext>
            </a:extLst>
          </p:cNvPr>
          <p:cNvGrpSpPr/>
          <p:nvPr userDrawn="1"/>
        </p:nvGrpSpPr>
        <p:grpSpPr>
          <a:xfrm>
            <a:off x="10675254" y="2290431"/>
            <a:ext cx="1157752" cy="1157751"/>
            <a:chOff x="7724864" y="2290431"/>
            <a:chExt cx="1157752" cy="1157751"/>
          </a:xfrm>
        </p:grpSpPr>
        <p:sp>
          <p:nvSpPr>
            <p:cNvPr id="108" name="Rectangle 107">
              <a:extLst>
                <a:ext uri="{FF2B5EF4-FFF2-40B4-BE49-F238E27FC236}">
                  <a16:creationId xmlns:a16="http://schemas.microsoft.com/office/drawing/2014/main" id="{C35E3A8B-32E8-80FF-2BCE-7C0B28E93AE6}"/>
                </a:ext>
              </a:extLst>
            </p:cNvPr>
            <p:cNvSpPr/>
            <p:nvPr/>
          </p:nvSpPr>
          <p:spPr>
            <a:xfrm>
              <a:off x="7724865" y="2290431"/>
              <a:ext cx="1157751" cy="1157751"/>
            </a:xfrm>
            <a:prstGeom prst="rect">
              <a:avLst/>
            </a:prstGeom>
            <a:solidFill>
              <a:srgbClr val="FCC847"/>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9" name="TextBox 108">
              <a:extLst>
                <a:ext uri="{FF2B5EF4-FFF2-40B4-BE49-F238E27FC236}">
                  <a16:creationId xmlns:a16="http://schemas.microsoft.com/office/drawing/2014/main" id="{16984E9C-5CF9-5204-862A-063B101D67CF}"/>
                </a:ext>
              </a:extLst>
            </p:cNvPr>
            <p:cNvSpPr txBox="1"/>
            <p:nvPr/>
          </p:nvSpPr>
          <p:spPr>
            <a:xfrm>
              <a:off x="7724864"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FCC747</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252, 199, 71</a:t>
              </a:r>
            </a:p>
          </p:txBody>
        </p:sp>
      </p:grpSp>
      <p:grpSp>
        <p:nvGrpSpPr>
          <p:cNvPr id="110" name="Group 109">
            <a:extLst>
              <a:ext uri="{FF2B5EF4-FFF2-40B4-BE49-F238E27FC236}">
                <a16:creationId xmlns:a16="http://schemas.microsoft.com/office/drawing/2014/main" id="{2170E26A-C809-3B16-2B18-6695D0019F48}"/>
              </a:ext>
            </a:extLst>
          </p:cNvPr>
          <p:cNvGrpSpPr/>
          <p:nvPr userDrawn="1"/>
        </p:nvGrpSpPr>
        <p:grpSpPr>
          <a:xfrm>
            <a:off x="9183274" y="2290431"/>
            <a:ext cx="1166884" cy="1157751"/>
            <a:chOff x="9193612" y="2290431"/>
            <a:chExt cx="1166884" cy="1157751"/>
          </a:xfrm>
        </p:grpSpPr>
        <p:sp>
          <p:nvSpPr>
            <p:cNvPr id="111" name="Rectangle 110">
              <a:extLst>
                <a:ext uri="{FF2B5EF4-FFF2-40B4-BE49-F238E27FC236}">
                  <a16:creationId xmlns:a16="http://schemas.microsoft.com/office/drawing/2014/main" id="{8A43E915-8824-1770-C539-C04DE445F3FB}"/>
                </a:ext>
              </a:extLst>
            </p:cNvPr>
            <p:cNvSpPr/>
            <p:nvPr/>
          </p:nvSpPr>
          <p:spPr>
            <a:xfrm>
              <a:off x="9202745" y="2290431"/>
              <a:ext cx="1157751" cy="1157751"/>
            </a:xfrm>
            <a:prstGeom prst="rect">
              <a:avLst/>
            </a:prstGeom>
            <a:solidFill>
              <a:srgbClr val="24AF5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12" name="TextBox 111">
              <a:extLst>
                <a:ext uri="{FF2B5EF4-FFF2-40B4-BE49-F238E27FC236}">
                  <a16:creationId xmlns:a16="http://schemas.microsoft.com/office/drawing/2014/main" id="{0452372A-4EEA-80F2-56A1-C8111D1F1F63}"/>
                </a:ext>
              </a:extLst>
            </p:cNvPr>
            <p:cNvSpPr txBox="1"/>
            <p:nvPr/>
          </p:nvSpPr>
          <p:spPr>
            <a:xfrm>
              <a:off x="9193612"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1AAF5E</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26, 175, 94</a:t>
              </a:r>
            </a:p>
          </p:txBody>
        </p:sp>
      </p:grpSp>
      <p:grpSp>
        <p:nvGrpSpPr>
          <p:cNvPr id="113" name="Group 112">
            <a:extLst>
              <a:ext uri="{FF2B5EF4-FFF2-40B4-BE49-F238E27FC236}">
                <a16:creationId xmlns:a16="http://schemas.microsoft.com/office/drawing/2014/main" id="{B3938410-BDC1-E842-2088-B9E908CD5E48}"/>
              </a:ext>
            </a:extLst>
          </p:cNvPr>
          <p:cNvGrpSpPr/>
          <p:nvPr userDrawn="1"/>
        </p:nvGrpSpPr>
        <p:grpSpPr>
          <a:xfrm>
            <a:off x="6240609" y="2290431"/>
            <a:ext cx="1180805" cy="1157751"/>
            <a:chOff x="10657810" y="2290431"/>
            <a:chExt cx="1180805" cy="1157751"/>
          </a:xfrm>
        </p:grpSpPr>
        <p:sp>
          <p:nvSpPr>
            <p:cNvPr id="114" name="Rectangle 113">
              <a:extLst>
                <a:ext uri="{FF2B5EF4-FFF2-40B4-BE49-F238E27FC236}">
                  <a16:creationId xmlns:a16="http://schemas.microsoft.com/office/drawing/2014/main" id="{8804E110-8C8A-F5CC-0126-00AA6436A625}"/>
                </a:ext>
              </a:extLst>
            </p:cNvPr>
            <p:cNvSpPr/>
            <p:nvPr/>
          </p:nvSpPr>
          <p:spPr>
            <a:xfrm>
              <a:off x="10680864" y="2290431"/>
              <a:ext cx="1157751" cy="1157751"/>
            </a:xfrm>
            <a:prstGeom prst="rect">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15" name="TextBox 114">
              <a:extLst>
                <a:ext uri="{FF2B5EF4-FFF2-40B4-BE49-F238E27FC236}">
                  <a16:creationId xmlns:a16="http://schemas.microsoft.com/office/drawing/2014/main" id="{CAFEC10C-8651-8819-CDB9-4534B70B6824}"/>
                </a:ext>
              </a:extLst>
            </p:cNvPr>
            <p:cNvSpPr txBox="1"/>
            <p:nvPr/>
          </p:nvSpPr>
          <p:spPr>
            <a:xfrm>
              <a:off x="10657810"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24539F</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36, 83, 159</a:t>
              </a:r>
            </a:p>
          </p:txBody>
        </p:sp>
      </p:grpSp>
      <p:grpSp>
        <p:nvGrpSpPr>
          <p:cNvPr id="116" name="Group 115">
            <a:extLst>
              <a:ext uri="{FF2B5EF4-FFF2-40B4-BE49-F238E27FC236}">
                <a16:creationId xmlns:a16="http://schemas.microsoft.com/office/drawing/2014/main" id="{BD009F3D-7D88-8AC0-1F3B-FB1B83D7B84E}"/>
              </a:ext>
            </a:extLst>
          </p:cNvPr>
          <p:cNvGrpSpPr/>
          <p:nvPr userDrawn="1"/>
        </p:nvGrpSpPr>
        <p:grpSpPr>
          <a:xfrm>
            <a:off x="7727993" y="3728247"/>
            <a:ext cx="1157989" cy="1157751"/>
            <a:chOff x="6246746" y="3728247"/>
            <a:chExt cx="1157989" cy="1157751"/>
          </a:xfrm>
        </p:grpSpPr>
        <p:sp>
          <p:nvSpPr>
            <p:cNvPr id="117" name="Rectangle 116">
              <a:extLst>
                <a:ext uri="{FF2B5EF4-FFF2-40B4-BE49-F238E27FC236}">
                  <a16:creationId xmlns:a16="http://schemas.microsoft.com/office/drawing/2014/main" id="{318608CD-CD48-4981-82AF-6E3EC6A7B226}"/>
                </a:ext>
              </a:extLst>
            </p:cNvPr>
            <p:cNvSpPr/>
            <p:nvPr/>
          </p:nvSpPr>
          <p:spPr>
            <a:xfrm>
              <a:off x="6246984" y="3728247"/>
              <a:ext cx="1157751" cy="1157751"/>
            </a:xfrm>
            <a:prstGeom prst="rect">
              <a:avLst/>
            </a:prstGeom>
            <a:solidFill>
              <a:srgbClr val="F6AAB9"/>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18" name="TextBox 117">
              <a:extLst>
                <a:ext uri="{FF2B5EF4-FFF2-40B4-BE49-F238E27FC236}">
                  <a16:creationId xmlns:a16="http://schemas.microsoft.com/office/drawing/2014/main" id="{CCFC2645-DC48-B2F6-D1F4-B9225B822761}"/>
                </a:ext>
              </a:extLst>
            </p:cNvPr>
            <p:cNvSpPr txBox="1"/>
            <p:nvPr/>
          </p:nvSpPr>
          <p:spPr>
            <a:xfrm>
              <a:off x="6246746"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HEX #</a:t>
              </a:r>
              <a:r>
                <a:rPr kumimoji="0" lang="en-GB" sz="900" b="0" i="0" u="none" strike="noStrike" kern="0" cap="none" spc="0" normalizeH="0" baseline="0" noProof="0">
                  <a:ln>
                    <a:noFill/>
                  </a:ln>
                  <a:solidFill>
                    <a:srgbClr val="E82E4F"/>
                  </a:solidFill>
                  <a:effectLst/>
                  <a:uLnTx/>
                  <a:uFillTx/>
                  <a:latin typeface="Trebuchet MS"/>
                </a:rPr>
                <a:t>F6AAB9</a:t>
              </a:r>
              <a:endParaRPr kumimoji="0" lang="en-BE" sz="900" b="0" i="0" u="none" strike="noStrike" kern="0" cap="none" spc="0" normalizeH="0" baseline="0" noProof="0">
                <a:ln>
                  <a:noFill/>
                </a:ln>
                <a:solidFill>
                  <a:srgbClr val="E82E4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RBG 246, 170, 185</a:t>
              </a:r>
            </a:p>
          </p:txBody>
        </p:sp>
      </p:grpSp>
      <p:grpSp>
        <p:nvGrpSpPr>
          <p:cNvPr id="119" name="Group 118">
            <a:extLst>
              <a:ext uri="{FF2B5EF4-FFF2-40B4-BE49-F238E27FC236}">
                <a16:creationId xmlns:a16="http://schemas.microsoft.com/office/drawing/2014/main" id="{73049C6E-01B4-8060-D48F-D1CBD3025DBD}"/>
              </a:ext>
            </a:extLst>
          </p:cNvPr>
          <p:cNvGrpSpPr/>
          <p:nvPr userDrawn="1"/>
        </p:nvGrpSpPr>
        <p:grpSpPr>
          <a:xfrm>
            <a:off x="10675254" y="3728247"/>
            <a:ext cx="1157752" cy="1157751"/>
            <a:chOff x="7724864" y="3728247"/>
            <a:chExt cx="1157752" cy="1157751"/>
          </a:xfrm>
        </p:grpSpPr>
        <p:sp>
          <p:nvSpPr>
            <p:cNvPr id="120" name="Rectangle 119">
              <a:extLst>
                <a:ext uri="{FF2B5EF4-FFF2-40B4-BE49-F238E27FC236}">
                  <a16:creationId xmlns:a16="http://schemas.microsoft.com/office/drawing/2014/main" id="{14A9CA36-CEBD-419F-9812-7C42EB7EEF98}"/>
                </a:ext>
              </a:extLst>
            </p:cNvPr>
            <p:cNvSpPr/>
            <p:nvPr/>
          </p:nvSpPr>
          <p:spPr>
            <a:xfrm>
              <a:off x="7724865" y="3728247"/>
              <a:ext cx="1157751" cy="1157751"/>
            </a:xfrm>
            <a:prstGeom prst="rect">
              <a:avLst/>
            </a:prstGeom>
            <a:solidFill>
              <a:srgbClr val="FEE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1" name="TextBox 120">
              <a:extLst>
                <a:ext uri="{FF2B5EF4-FFF2-40B4-BE49-F238E27FC236}">
                  <a16:creationId xmlns:a16="http://schemas.microsoft.com/office/drawing/2014/main" id="{0A8F0623-5C87-922A-FAD7-6772B982BDD7}"/>
                </a:ext>
              </a:extLst>
            </p:cNvPr>
            <p:cNvSpPr txBox="1"/>
            <p:nvPr/>
          </p:nvSpPr>
          <p:spPr>
            <a:xfrm>
              <a:off x="7724864"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HEX #</a:t>
              </a:r>
              <a:r>
                <a:rPr kumimoji="0" lang="en-GB" sz="900" b="0" i="0" u="none" strike="noStrike" kern="0" cap="none" spc="0" normalizeH="0" baseline="0" noProof="0">
                  <a:ln>
                    <a:noFill/>
                  </a:ln>
                  <a:solidFill>
                    <a:srgbClr val="FBB60C"/>
                  </a:solidFill>
                  <a:effectLst/>
                  <a:uLnTx/>
                  <a:uFillTx/>
                  <a:latin typeface="Trebuchet MS"/>
                </a:rPr>
                <a:t>FCE39B</a:t>
              </a:r>
              <a:endParaRPr kumimoji="0" lang="en-BE" sz="900" b="0" i="0" u="none" strike="noStrike" kern="0" cap="none" spc="0" normalizeH="0" baseline="0" noProof="0">
                <a:ln>
                  <a:noFill/>
                </a:ln>
                <a:solidFill>
                  <a:srgbClr val="FBB60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RBG 252, 227, 155</a:t>
              </a:r>
            </a:p>
          </p:txBody>
        </p:sp>
      </p:grpSp>
      <p:grpSp>
        <p:nvGrpSpPr>
          <p:cNvPr id="122" name="Group 121">
            <a:extLst>
              <a:ext uri="{FF2B5EF4-FFF2-40B4-BE49-F238E27FC236}">
                <a16:creationId xmlns:a16="http://schemas.microsoft.com/office/drawing/2014/main" id="{8E2E373A-6727-2E08-B8F3-4E59CEBAEE00}"/>
              </a:ext>
            </a:extLst>
          </p:cNvPr>
          <p:cNvGrpSpPr/>
          <p:nvPr userDrawn="1"/>
        </p:nvGrpSpPr>
        <p:grpSpPr>
          <a:xfrm>
            <a:off x="9183274" y="3728247"/>
            <a:ext cx="1166884" cy="1157751"/>
            <a:chOff x="9193612" y="3728247"/>
            <a:chExt cx="1166884" cy="1157751"/>
          </a:xfrm>
        </p:grpSpPr>
        <p:sp>
          <p:nvSpPr>
            <p:cNvPr id="123" name="Rectangle 122">
              <a:extLst>
                <a:ext uri="{FF2B5EF4-FFF2-40B4-BE49-F238E27FC236}">
                  <a16:creationId xmlns:a16="http://schemas.microsoft.com/office/drawing/2014/main" id="{87908CCF-3634-5E7C-E71E-66D89FE904FD}"/>
                </a:ext>
              </a:extLst>
            </p:cNvPr>
            <p:cNvSpPr/>
            <p:nvPr/>
          </p:nvSpPr>
          <p:spPr>
            <a:xfrm>
              <a:off x="9202745" y="3728247"/>
              <a:ext cx="1157751" cy="1157751"/>
            </a:xfrm>
            <a:prstGeom prst="rect">
              <a:avLst/>
            </a:prstGeom>
            <a:solidFill>
              <a:srgbClr val="9AD9B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4" name="TextBox 123">
              <a:extLst>
                <a:ext uri="{FF2B5EF4-FFF2-40B4-BE49-F238E27FC236}">
                  <a16:creationId xmlns:a16="http://schemas.microsoft.com/office/drawing/2014/main" id="{7485EC48-9AA9-4CBF-A780-980B25308F32}"/>
                </a:ext>
              </a:extLst>
            </p:cNvPr>
            <p:cNvSpPr txBox="1"/>
            <p:nvPr/>
          </p:nvSpPr>
          <p:spPr>
            <a:xfrm>
              <a:off x="9193612"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HEX #</a:t>
              </a:r>
              <a:r>
                <a:rPr kumimoji="0" lang="en-GB" sz="900" b="0" i="0" u="none" strike="noStrike" kern="0" cap="none" spc="0" normalizeH="0" baseline="0" noProof="0">
                  <a:ln>
                    <a:noFill/>
                  </a:ln>
                  <a:solidFill>
                    <a:srgbClr val="00A042"/>
                  </a:solidFill>
                  <a:effectLst/>
                  <a:uLnTx/>
                  <a:uFillTx/>
                  <a:latin typeface="Trebuchet MS"/>
                </a:rPr>
                <a:t>9BD3B3</a:t>
              </a:r>
              <a:endParaRPr kumimoji="0" lang="en-BE" sz="900" b="0" i="0" u="none" strike="noStrike" kern="0" cap="none" spc="0" normalizeH="0" baseline="0" noProof="0">
                <a:ln>
                  <a:noFill/>
                </a:ln>
                <a:solidFill>
                  <a:srgbClr val="00A042"/>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RBG 155, 211, 179</a:t>
              </a:r>
            </a:p>
          </p:txBody>
        </p:sp>
      </p:grpSp>
      <p:grpSp>
        <p:nvGrpSpPr>
          <p:cNvPr id="125" name="Group 124">
            <a:extLst>
              <a:ext uri="{FF2B5EF4-FFF2-40B4-BE49-F238E27FC236}">
                <a16:creationId xmlns:a16="http://schemas.microsoft.com/office/drawing/2014/main" id="{8869230E-2142-F51D-0FD0-64A78B69E64B}"/>
              </a:ext>
            </a:extLst>
          </p:cNvPr>
          <p:cNvGrpSpPr/>
          <p:nvPr userDrawn="1"/>
        </p:nvGrpSpPr>
        <p:grpSpPr>
          <a:xfrm>
            <a:off x="6240609" y="3728247"/>
            <a:ext cx="1180805" cy="1157751"/>
            <a:chOff x="10657810" y="3728247"/>
            <a:chExt cx="1180805" cy="1157751"/>
          </a:xfrm>
        </p:grpSpPr>
        <p:sp>
          <p:nvSpPr>
            <p:cNvPr id="126" name="Rectangle 125">
              <a:extLst>
                <a:ext uri="{FF2B5EF4-FFF2-40B4-BE49-F238E27FC236}">
                  <a16:creationId xmlns:a16="http://schemas.microsoft.com/office/drawing/2014/main" id="{F1B82D66-E377-EBDA-E8B9-F5C832CD7F6B}"/>
                </a:ext>
              </a:extLst>
            </p:cNvPr>
            <p:cNvSpPr/>
            <p:nvPr/>
          </p:nvSpPr>
          <p:spPr>
            <a:xfrm>
              <a:off x="10680864" y="3728247"/>
              <a:ext cx="1157751" cy="1157751"/>
            </a:xfrm>
            <a:prstGeom prst="rect">
              <a:avLst/>
            </a:prstGeom>
            <a:solidFill>
              <a:srgbClr val="A0B2D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27" name="TextBox 126">
              <a:extLst>
                <a:ext uri="{FF2B5EF4-FFF2-40B4-BE49-F238E27FC236}">
                  <a16:creationId xmlns:a16="http://schemas.microsoft.com/office/drawing/2014/main" id="{BFCBB728-3951-5C1C-62F5-26C1AE97F0C0}"/>
                </a:ext>
              </a:extLst>
            </p:cNvPr>
            <p:cNvSpPr txBox="1"/>
            <p:nvPr/>
          </p:nvSpPr>
          <p:spPr>
            <a:xfrm>
              <a:off x="10657810"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HEX #</a:t>
              </a:r>
              <a:r>
                <a:rPr kumimoji="0" lang="en-GB" sz="900" b="0" i="0" u="none" strike="noStrike" kern="0" cap="none" spc="0" normalizeH="0" baseline="0" noProof="0">
                  <a:ln>
                    <a:noFill/>
                  </a:ln>
                  <a:solidFill>
                    <a:srgbClr val="123F93"/>
                  </a:solidFill>
                  <a:effectLst/>
                  <a:uLnTx/>
                  <a:uFillTx/>
                  <a:latin typeface="Trebuchet MS"/>
                </a:rPr>
                <a:t>A1B2D5</a:t>
              </a:r>
              <a:endParaRPr kumimoji="0" lang="en-BE" sz="900" b="0" i="0" u="none" strike="noStrike" kern="0" cap="none" spc="0" normalizeH="0" baseline="0" noProof="0">
                <a:ln>
                  <a:noFill/>
                </a:ln>
                <a:solidFill>
                  <a:srgbClr val="123F93"/>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RBG 161, 178, 213</a:t>
              </a:r>
            </a:p>
          </p:txBody>
        </p:sp>
      </p:grpSp>
      <p:grpSp>
        <p:nvGrpSpPr>
          <p:cNvPr id="128" name="Group 127">
            <a:extLst>
              <a:ext uri="{FF2B5EF4-FFF2-40B4-BE49-F238E27FC236}">
                <a16:creationId xmlns:a16="http://schemas.microsoft.com/office/drawing/2014/main" id="{823DB28C-ABC4-2C05-2DAE-6A29628DFCC3}"/>
              </a:ext>
            </a:extLst>
          </p:cNvPr>
          <p:cNvGrpSpPr/>
          <p:nvPr userDrawn="1"/>
        </p:nvGrpSpPr>
        <p:grpSpPr>
          <a:xfrm>
            <a:off x="7727993" y="5166063"/>
            <a:ext cx="1157989" cy="1157751"/>
            <a:chOff x="6246746" y="5166063"/>
            <a:chExt cx="1157989" cy="1157751"/>
          </a:xfrm>
        </p:grpSpPr>
        <p:sp>
          <p:nvSpPr>
            <p:cNvPr id="129" name="Rectangle 128">
              <a:extLst>
                <a:ext uri="{FF2B5EF4-FFF2-40B4-BE49-F238E27FC236}">
                  <a16:creationId xmlns:a16="http://schemas.microsoft.com/office/drawing/2014/main" id="{4B0CDA3E-5E9E-055D-CAC4-8B4ED630879B}"/>
                </a:ext>
              </a:extLst>
            </p:cNvPr>
            <p:cNvSpPr/>
            <p:nvPr/>
          </p:nvSpPr>
          <p:spPr>
            <a:xfrm>
              <a:off x="6246984" y="5166063"/>
              <a:ext cx="1157751" cy="1157751"/>
            </a:xfrm>
            <a:prstGeom prst="rect">
              <a:avLst/>
            </a:prstGeom>
            <a:solidFill>
              <a:srgbClr val="FDE3E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130" name="TextBox 129">
              <a:extLst>
                <a:ext uri="{FF2B5EF4-FFF2-40B4-BE49-F238E27FC236}">
                  <a16:creationId xmlns:a16="http://schemas.microsoft.com/office/drawing/2014/main" id="{533C72BC-C7BF-6DC4-74A6-01E3A6C05957}"/>
                </a:ext>
              </a:extLst>
            </p:cNvPr>
            <p:cNvSpPr txBox="1"/>
            <p:nvPr/>
          </p:nvSpPr>
          <p:spPr>
            <a:xfrm>
              <a:off x="6246746"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HEX #</a:t>
              </a:r>
              <a:r>
                <a:rPr kumimoji="0" lang="en-GB" sz="900" b="0" i="0" u="none" strike="noStrike" kern="0" cap="none" spc="0" normalizeH="0" baseline="0" noProof="0">
                  <a:ln>
                    <a:noFill/>
                  </a:ln>
                  <a:solidFill>
                    <a:srgbClr val="E82E4F"/>
                  </a:solidFill>
                  <a:effectLst/>
                  <a:uLnTx/>
                  <a:uFillTx/>
                  <a:latin typeface="Trebuchet MS"/>
                </a:rPr>
                <a:t>FCE3E6</a:t>
              </a:r>
              <a:endParaRPr kumimoji="0" lang="en-BE" sz="900" b="0" i="0" u="none" strike="noStrike" kern="0" cap="none" spc="0" normalizeH="0" baseline="0" noProof="0">
                <a:ln>
                  <a:noFill/>
                </a:ln>
                <a:solidFill>
                  <a:srgbClr val="E82E4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82E4F"/>
                  </a:solidFill>
                  <a:effectLst/>
                  <a:uLnTx/>
                  <a:uFillTx/>
                  <a:latin typeface="Trebuchet MS"/>
                </a:rPr>
                <a:t>RBG 252, 227, 230</a:t>
              </a:r>
            </a:p>
          </p:txBody>
        </p:sp>
      </p:grpSp>
      <p:grpSp>
        <p:nvGrpSpPr>
          <p:cNvPr id="131" name="Group 130">
            <a:extLst>
              <a:ext uri="{FF2B5EF4-FFF2-40B4-BE49-F238E27FC236}">
                <a16:creationId xmlns:a16="http://schemas.microsoft.com/office/drawing/2014/main" id="{57DB6025-8834-49DA-097D-5ED53D43A56E}"/>
              </a:ext>
            </a:extLst>
          </p:cNvPr>
          <p:cNvGrpSpPr/>
          <p:nvPr userDrawn="1"/>
        </p:nvGrpSpPr>
        <p:grpSpPr>
          <a:xfrm>
            <a:off x="10675254" y="5166063"/>
            <a:ext cx="1157752" cy="1157751"/>
            <a:chOff x="7724864" y="5166063"/>
            <a:chExt cx="1157752" cy="1157751"/>
          </a:xfrm>
        </p:grpSpPr>
        <p:sp>
          <p:nvSpPr>
            <p:cNvPr id="132" name="Rectangle 131">
              <a:extLst>
                <a:ext uri="{FF2B5EF4-FFF2-40B4-BE49-F238E27FC236}">
                  <a16:creationId xmlns:a16="http://schemas.microsoft.com/office/drawing/2014/main" id="{A187A1F1-6851-A6A0-B99F-B743F3DDB93E}"/>
                </a:ext>
              </a:extLst>
            </p:cNvPr>
            <p:cNvSpPr/>
            <p:nvPr/>
          </p:nvSpPr>
          <p:spPr>
            <a:xfrm>
              <a:off x="7724865" y="5166063"/>
              <a:ext cx="1157751" cy="1157751"/>
            </a:xfrm>
            <a:prstGeom prst="rect">
              <a:avLst/>
            </a:prstGeom>
            <a:solidFill>
              <a:srgbClr val="FEF4C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3" name="TextBox 132">
              <a:extLst>
                <a:ext uri="{FF2B5EF4-FFF2-40B4-BE49-F238E27FC236}">
                  <a16:creationId xmlns:a16="http://schemas.microsoft.com/office/drawing/2014/main" id="{854B9D6B-3130-FC8F-1CA0-995392C9BEDE}"/>
                </a:ext>
              </a:extLst>
            </p:cNvPr>
            <p:cNvSpPr txBox="1"/>
            <p:nvPr/>
          </p:nvSpPr>
          <p:spPr>
            <a:xfrm>
              <a:off x="7724864"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HEX #</a:t>
              </a:r>
              <a:r>
                <a:rPr kumimoji="0" lang="en-GB" sz="900" b="0" i="0" u="none" strike="noStrike" kern="0" cap="none" spc="0" normalizeH="0" baseline="0" noProof="0">
                  <a:ln>
                    <a:noFill/>
                  </a:ln>
                  <a:solidFill>
                    <a:srgbClr val="FBB60C"/>
                  </a:solidFill>
                  <a:effectLst/>
                  <a:uLnTx/>
                  <a:uFillTx/>
                  <a:latin typeface="Trebuchet MS"/>
                </a:rPr>
                <a:t>FEF4CF</a:t>
              </a:r>
              <a:endParaRPr kumimoji="0" lang="en-BE" sz="900" b="0" i="0" u="none" strike="noStrike" kern="0" cap="none" spc="0" normalizeH="0" baseline="0" noProof="0">
                <a:ln>
                  <a:noFill/>
                </a:ln>
                <a:solidFill>
                  <a:srgbClr val="FBB60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BB60C"/>
                  </a:solidFill>
                  <a:effectLst/>
                  <a:uLnTx/>
                  <a:uFillTx/>
                  <a:latin typeface="Trebuchet MS"/>
                </a:rPr>
                <a:t>RBG 252, 244, 207</a:t>
              </a:r>
            </a:p>
          </p:txBody>
        </p:sp>
      </p:grpSp>
      <p:grpSp>
        <p:nvGrpSpPr>
          <p:cNvPr id="134" name="Group 133">
            <a:extLst>
              <a:ext uri="{FF2B5EF4-FFF2-40B4-BE49-F238E27FC236}">
                <a16:creationId xmlns:a16="http://schemas.microsoft.com/office/drawing/2014/main" id="{91DFDE82-8AC3-129D-9AD2-786B5D303298}"/>
              </a:ext>
            </a:extLst>
          </p:cNvPr>
          <p:cNvGrpSpPr/>
          <p:nvPr userDrawn="1"/>
        </p:nvGrpSpPr>
        <p:grpSpPr>
          <a:xfrm>
            <a:off x="9183274" y="5166063"/>
            <a:ext cx="1166884" cy="1157751"/>
            <a:chOff x="9193612" y="5166063"/>
            <a:chExt cx="1166884" cy="1157751"/>
          </a:xfrm>
        </p:grpSpPr>
        <p:sp>
          <p:nvSpPr>
            <p:cNvPr id="135" name="Rectangle 134">
              <a:extLst>
                <a:ext uri="{FF2B5EF4-FFF2-40B4-BE49-F238E27FC236}">
                  <a16:creationId xmlns:a16="http://schemas.microsoft.com/office/drawing/2014/main" id="{ABCC0CEC-82BC-8865-EAF3-4F5C0B8B2D80}"/>
                </a:ext>
              </a:extLst>
            </p:cNvPr>
            <p:cNvSpPr/>
            <p:nvPr/>
          </p:nvSpPr>
          <p:spPr>
            <a:xfrm>
              <a:off x="9202745" y="5166063"/>
              <a:ext cx="1157751" cy="1157751"/>
            </a:xfrm>
            <a:prstGeom prst="rect">
              <a:avLst/>
            </a:prstGeom>
            <a:solidFill>
              <a:srgbClr val="D2EFD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6" name="TextBox 135">
              <a:extLst>
                <a:ext uri="{FF2B5EF4-FFF2-40B4-BE49-F238E27FC236}">
                  <a16:creationId xmlns:a16="http://schemas.microsoft.com/office/drawing/2014/main" id="{34E3C415-5EFB-9DC5-8CEB-21D7C9034C30}"/>
                </a:ext>
              </a:extLst>
            </p:cNvPr>
            <p:cNvSpPr txBox="1"/>
            <p:nvPr/>
          </p:nvSpPr>
          <p:spPr>
            <a:xfrm>
              <a:off x="9193612"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HEX #</a:t>
              </a:r>
              <a:r>
                <a:rPr kumimoji="0" lang="en-GB" sz="900" b="0" i="0" u="none" strike="noStrike" kern="0" cap="none" spc="0" normalizeH="0" baseline="0" noProof="0">
                  <a:ln>
                    <a:noFill/>
                  </a:ln>
                  <a:solidFill>
                    <a:srgbClr val="00A042"/>
                  </a:solidFill>
                  <a:effectLst/>
                  <a:uLnTx/>
                  <a:uFillTx/>
                  <a:latin typeface="Trebuchet MS"/>
                </a:rPr>
                <a:t>D1EAD9</a:t>
              </a:r>
              <a:endParaRPr kumimoji="0" lang="en-BE" sz="900" b="0" i="0" u="none" strike="noStrike" kern="0" cap="none" spc="0" normalizeH="0" baseline="0" noProof="0">
                <a:ln>
                  <a:noFill/>
                </a:ln>
                <a:solidFill>
                  <a:srgbClr val="00A042"/>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0A042"/>
                  </a:solidFill>
                  <a:effectLst/>
                  <a:uLnTx/>
                  <a:uFillTx/>
                  <a:latin typeface="Trebuchet MS"/>
                </a:rPr>
                <a:t>RBG 209, 234, 217</a:t>
              </a:r>
            </a:p>
          </p:txBody>
        </p:sp>
      </p:grpSp>
      <p:grpSp>
        <p:nvGrpSpPr>
          <p:cNvPr id="137" name="Group 136">
            <a:extLst>
              <a:ext uri="{FF2B5EF4-FFF2-40B4-BE49-F238E27FC236}">
                <a16:creationId xmlns:a16="http://schemas.microsoft.com/office/drawing/2014/main" id="{E1C63C23-5AA2-310A-D204-F2CB361979F9}"/>
              </a:ext>
            </a:extLst>
          </p:cNvPr>
          <p:cNvGrpSpPr/>
          <p:nvPr userDrawn="1"/>
        </p:nvGrpSpPr>
        <p:grpSpPr>
          <a:xfrm>
            <a:off x="6240609" y="5166063"/>
            <a:ext cx="1180805" cy="1157751"/>
            <a:chOff x="10657810" y="5166063"/>
            <a:chExt cx="1180805" cy="1157751"/>
          </a:xfrm>
        </p:grpSpPr>
        <p:sp>
          <p:nvSpPr>
            <p:cNvPr id="138" name="Rectangle 137">
              <a:extLst>
                <a:ext uri="{FF2B5EF4-FFF2-40B4-BE49-F238E27FC236}">
                  <a16:creationId xmlns:a16="http://schemas.microsoft.com/office/drawing/2014/main" id="{904BC2A1-D5F2-F6FB-86E9-6EDB478030EA}"/>
                </a:ext>
              </a:extLst>
            </p:cNvPr>
            <p:cNvSpPr/>
            <p:nvPr/>
          </p:nvSpPr>
          <p:spPr>
            <a:xfrm>
              <a:off x="10680864" y="5166063"/>
              <a:ext cx="1157751" cy="1157751"/>
            </a:xfrm>
            <a:prstGeom prst="rect">
              <a:avLst/>
            </a:prstGeom>
            <a:solidFill>
              <a:srgbClr val="D4DCE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39" name="TextBox 138">
              <a:extLst>
                <a:ext uri="{FF2B5EF4-FFF2-40B4-BE49-F238E27FC236}">
                  <a16:creationId xmlns:a16="http://schemas.microsoft.com/office/drawing/2014/main" id="{F9CA65C7-2085-FBBA-8AF6-F6240BCCF342}"/>
                </a:ext>
              </a:extLst>
            </p:cNvPr>
            <p:cNvSpPr txBox="1"/>
            <p:nvPr/>
          </p:nvSpPr>
          <p:spPr>
            <a:xfrm>
              <a:off x="10657810"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HEX #</a:t>
              </a:r>
              <a:r>
                <a:rPr kumimoji="0" lang="en-GB" sz="900" b="0" i="0" u="none" strike="noStrike" kern="0" cap="none" spc="0" normalizeH="0" baseline="0" noProof="0">
                  <a:ln>
                    <a:noFill/>
                  </a:ln>
                  <a:solidFill>
                    <a:srgbClr val="123F93"/>
                  </a:solidFill>
                  <a:effectLst/>
                  <a:uLnTx/>
                  <a:uFillTx/>
                  <a:latin typeface="Trebuchet MS"/>
                </a:rPr>
                <a:t>D5DBEC</a:t>
              </a:r>
              <a:endParaRPr kumimoji="0" lang="en-BE" sz="900" b="0" i="0" u="none" strike="noStrike" kern="0" cap="none" spc="0" normalizeH="0" baseline="0" noProof="0">
                <a:ln>
                  <a:noFill/>
                </a:ln>
                <a:solidFill>
                  <a:srgbClr val="123F93"/>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123F93"/>
                  </a:solidFill>
                  <a:effectLst/>
                  <a:uLnTx/>
                  <a:uFillTx/>
                  <a:latin typeface="Trebuchet MS"/>
                </a:rPr>
                <a:t>RBG 213, 219, 236</a:t>
              </a:r>
            </a:p>
          </p:txBody>
        </p:sp>
      </p:grpSp>
      <p:grpSp>
        <p:nvGrpSpPr>
          <p:cNvPr id="140" name="Group 139">
            <a:extLst>
              <a:ext uri="{FF2B5EF4-FFF2-40B4-BE49-F238E27FC236}">
                <a16:creationId xmlns:a16="http://schemas.microsoft.com/office/drawing/2014/main" id="{A8BE84A4-5356-F112-1276-A189ABCDFF1F}"/>
              </a:ext>
            </a:extLst>
          </p:cNvPr>
          <p:cNvGrpSpPr/>
          <p:nvPr userDrawn="1"/>
        </p:nvGrpSpPr>
        <p:grpSpPr>
          <a:xfrm>
            <a:off x="1836087" y="853399"/>
            <a:ext cx="1157751" cy="1157586"/>
            <a:chOff x="376439" y="853399"/>
            <a:chExt cx="1157751" cy="1157586"/>
          </a:xfrm>
          <a:solidFill>
            <a:srgbClr val="ED631C"/>
          </a:solidFill>
        </p:grpSpPr>
        <p:sp>
          <p:nvSpPr>
            <p:cNvPr id="141" name="Rectangle 140">
              <a:extLst>
                <a:ext uri="{FF2B5EF4-FFF2-40B4-BE49-F238E27FC236}">
                  <a16:creationId xmlns:a16="http://schemas.microsoft.com/office/drawing/2014/main" id="{CCA3E6DD-C25E-5425-FE61-EBCD7F2C2CCA}"/>
                </a:ext>
              </a:extLst>
            </p:cNvPr>
            <p:cNvSpPr/>
            <p:nvPr/>
          </p:nvSpPr>
          <p:spPr>
            <a:xfrm>
              <a:off x="376439" y="853399"/>
              <a:ext cx="1157585" cy="1157586"/>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2" name="TextBox 141">
              <a:extLst>
                <a:ext uri="{FF2B5EF4-FFF2-40B4-BE49-F238E27FC236}">
                  <a16:creationId xmlns:a16="http://schemas.microsoft.com/office/drawing/2014/main" id="{62526494-F7B5-DB10-576E-A926A6DB464B}"/>
                </a:ext>
              </a:extLst>
            </p:cNvPr>
            <p:cNvSpPr txBox="1"/>
            <p:nvPr/>
          </p:nvSpPr>
          <p:spPr>
            <a:xfrm>
              <a:off x="376439" y="923659"/>
              <a:ext cx="1157751" cy="507831"/>
            </a:xfrm>
            <a:prstGeom prst="rect">
              <a:avLst/>
            </a:prstGeom>
            <a:grp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Orange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EC6523</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236, 101, 35</a:t>
              </a:r>
            </a:p>
          </p:txBody>
        </p:sp>
      </p:grpSp>
      <p:grpSp>
        <p:nvGrpSpPr>
          <p:cNvPr id="143" name="Group 142">
            <a:extLst>
              <a:ext uri="{FF2B5EF4-FFF2-40B4-BE49-F238E27FC236}">
                <a16:creationId xmlns:a16="http://schemas.microsoft.com/office/drawing/2014/main" id="{9FB0C566-C72E-E547-F3EC-7593458834E5}"/>
              </a:ext>
            </a:extLst>
          </p:cNvPr>
          <p:cNvGrpSpPr/>
          <p:nvPr userDrawn="1"/>
        </p:nvGrpSpPr>
        <p:grpSpPr>
          <a:xfrm>
            <a:off x="370600" y="853399"/>
            <a:ext cx="1171671" cy="1157586"/>
            <a:chOff x="1840637" y="853399"/>
            <a:chExt cx="1171671" cy="1157586"/>
          </a:xfrm>
          <a:solidFill>
            <a:srgbClr val="01A2A6"/>
          </a:solidFill>
        </p:grpSpPr>
        <p:sp>
          <p:nvSpPr>
            <p:cNvPr id="144" name="Rectangle 143">
              <a:extLst>
                <a:ext uri="{FF2B5EF4-FFF2-40B4-BE49-F238E27FC236}">
                  <a16:creationId xmlns:a16="http://schemas.microsoft.com/office/drawing/2014/main" id="{D4158118-CA67-7346-5541-45893722E9B6}"/>
                </a:ext>
              </a:extLst>
            </p:cNvPr>
            <p:cNvSpPr/>
            <p:nvPr/>
          </p:nvSpPr>
          <p:spPr>
            <a:xfrm>
              <a:off x="1840637" y="853399"/>
              <a:ext cx="1157585" cy="1157586"/>
            </a:xfrm>
            <a:prstGeom prst="rect">
              <a:avLst/>
            </a:prstGeom>
            <a:grp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5" name="TextBox 144">
              <a:extLst>
                <a:ext uri="{FF2B5EF4-FFF2-40B4-BE49-F238E27FC236}">
                  <a16:creationId xmlns:a16="http://schemas.microsoft.com/office/drawing/2014/main" id="{34E2B194-49B2-0E16-FEB7-A9090B505705}"/>
                </a:ext>
              </a:extLst>
            </p:cNvPr>
            <p:cNvSpPr txBox="1"/>
            <p:nvPr/>
          </p:nvSpPr>
          <p:spPr>
            <a:xfrm>
              <a:off x="1854557"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Aqua</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02A2A7</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 162, 167</a:t>
              </a:r>
            </a:p>
          </p:txBody>
        </p:sp>
      </p:grpSp>
      <p:grpSp>
        <p:nvGrpSpPr>
          <p:cNvPr id="146" name="Group 145">
            <a:extLst>
              <a:ext uri="{FF2B5EF4-FFF2-40B4-BE49-F238E27FC236}">
                <a16:creationId xmlns:a16="http://schemas.microsoft.com/office/drawing/2014/main" id="{C544D0E7-2034-C616-E0D2-968F4754DF2C}"/>
              </a:ext>
            </a:extLst>
          </p:cNvPr>
          <p:cNvGrpSpPr/>
          <p:nvPr userDrawn="1"/>
        </p:nvGrpSpPr>
        <p:grpSpPr>
          <a:xfrm>
            <a:off x="3304834" y="853399"/>
            <a:ext cx="1176222" cy="1157586"/>
            <a:chOff x="3304834" y="853399"/>
            <a:chExt cx="1176222" cy="1157586"/>
          </a:xfrm>
        </p:grpSpPr>
        <p:sp>
          <p:nvSpPr>
            <p:cNvPr id="147" name="Rectangle 146">
              <a:extLst>
                <a:ext uri="{FF2B5EF4-FFF2-40B4-BE49-F238E27FC236}">
                  <a16:creationId xmlns:a16="http://schemas.microsoft.com/office/drawing/2014/main" id="{1EBB3453-6E71-7237-4A8C-1CF311539BF9}"/>
                </a:ext>
              </a:extLst>
            </p:cNvPr>
            <p:cNvSpPr/>
            <p:nvPr/>
          </p:nvSpPr>
          <p:spPr>
            <a:xfrm>
              <a:off x="3304834" y="853399"/>
              <a:ext cx="1157585" cy="1157586"/>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48" name="TextBox 147">
              <a:extLst>
                <a:ext uri="{FF2B5EF4-FFF2-40B4-BE49-F238E27FC236}">
                  <a16:creationId xmlns:a16="http://schemas.microsoft.com/office/drawing/2014/main" id="{0C5EA518-1EE0-15FF-2F3C-5B211954AB69}"/>
                </a:ext>
              </a:extLst>
            </p:cNvPr>
            <p:cNvSpPr txBox="1"/>
            <p:nvPr/>
          </p:nvSpPr>
          <p:spPr>
            <a:xfrm>
              <a:off x="3323305"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Purple</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693A91</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105, 58, 145</a:t>
              </a:r>
            </a:p>
          </p:txBody>
        </p:sp>
      </p:grpSp>
      <p:grpSp>
        <p:nvGrpSpPr>
          <p:cNvPr id="149" name="Group 148">
            <a:extLst>
              <a:ext uri="{FF2B5EF4-FFF2-40B4-BE49-F238E27FC236}">
                <a16:creationId xmlns:a16="http://schemas.microsoft.com/office/drawing/2014/main" id="{76213278-3DD3-93F9-8010-A3BFC6B1133F}"/>
              </a:ext>
            </a:extLst>
          </p:cNvPr>
          <p:cNvGrpSpPr/>
          <p:nvPr userDrawn="1"/>
        </p:nvGrpSpPr>
        <p:grpSpPr>
          <a:xfrm>
            <a:off x="4769032" y="853399"/>
            <a:ext cx="1176222" cy="1157586"/>
            <a:chOff x="4769032" y="853399"/>
            <a:chExt cx="1176222" cy="1157586"/>
          </a:xfrm>
        </p:grpSpPr>
        <p:sp>
          <p:nvSpPr>
            <p:cNvPr id="150" name="Rectangle 149">
              <a:extLst>
                <a:ext uri="{FF2B5EF4-FFF2-40B4-BE49-F238E27FC236}">
                  <a16:creationId xmlns:a16="http://schemas.microsoft.com/office/drawing/2014/main" id="{D32ED0CB-4AE3-1661-7B0C-A74CE2F6DF3C}"/>
                </a:ext>
              </a:extLst>
            </p:cNvPr>
            <p:cNvSpPr/>
            <p:nvPr/>
          </p:nvSpPr>
          <p:spPr>
            <a:xfrm>
              <a:off x="4769032" y="853399"/>
              <a:ext cx="1157585" cy="1157586"/>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1" name="TextBox 150">
              <a:extLst>
                <a:ext uri="{FF2B5EF4-FFF2-40B4-BE49-F238E27FC236}">
                  <a16:creationId xmlns:a16="http://schemas.microsoft.com/office/drawing/2014/main" id="{CDF27954-9E14-C213-CCFC-68AC2BFBA64F}"/>
                </a:ext>
              </a:extLst>
            </p:cNvPr>
            <p:cNvSpPr txBox="1"/>
            <p:nvPr/>
          </p:nvSpPr>
          <p:spPr>
            <a:xfrm>
              <a:off x="4787503" y="923659"/>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Navy</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14274C</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20, 39, 76</a:t>
              </a:r>
            </a:p>
          </p:txBody>
        </p:sp>
      </p:grpSp>
      <p:grpSp>
        <p:nvGrpSpPr>
          <p:cNvPr id="152" name="Group 151">
            <a:extLst>
              <a:ext uri="{FF2B5EF4-FFF2-40B4-BE49-F238E27FC236}">
                <a16:creationId xmlns:a16="http://schemas.microsoft.com/office/drawing/2014/main" id="{E690DB03-8432-6690-25C5-9FFFAA86A3E2}"/>
              </a:ext>
            </a:extLst>
          </p:cNvPr>
          <p:cNvGrpSpPr/>
          <p:nvPr userDrawn="1"/>
        </p:nvGrpSpPr>
        <p:grpSpPr>
          <a:xfrm>
            <a:off x="1836087" y="2291009"/>
            <a:ext cx="1157751" cy="1157586"/>
            <a:chOff x="376439" y="2291009"/>
            <a:chExt cx="1157751" cy="1157586"/>
          </a:xfrm>
        </p:grpSpPr>
        <p:sp>
          <p:nvSpPr>
            <p:cNvPr id="153" name="Rectangle 152">
              <a:extLst>
                <a:ext uri="{FF2B5EF4-FFF2-40B4-BE49-F238E27FC236}">
                  <a16:creationId xmlns:a16="http://schemas.microsoft.com/office/drawing/2014/main" id="{38EE2C4A-49E0-DD2E-8410-80F1BE1DCCAC}"/>
                </a:ext>
              </a:extLst>
            </p:cNvPr>
            <p:cNvSpPr/>
            <p:nvPr/>
          </p:nvSpPr>
          <p:spPr>
            <a:xfrm>
              <a:off x="376439" y="2291009"/>
              <a:ext cx="1157585" cy="1157586"/>
            </a:xfrm>
            <a:prstGeom prst="rect">
              <a:avLst/>
            </a:prstGeom>
            <a:solidFill>
              <a:srgbClr val="E9743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4" name="TextBox 153">
              <a:extLst>
                <a:ext uri="{FF2B5EF4-FFF2-40B4-BE49-F238E27FC236}">
                  <a16:creationId xmlns:a16="http://schemas.microsoft.com/office/drawing/2014/main" id="{ED0D9642-3715-34AF-F018-A2492A410634}"/>
                </a:ext>
              </a:extLst>
            </p:cNvPr>
            <p:cNvSpPr txBox="1"/>
            <p:nvPr/>
          </p:nvSpPr>
          <p:spPr>
            <a:xfrm>
              <a:off x="376439"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EF7739</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239, 119, 57</a:t>
              </a:r>
            </a:p>
          </p:txBody>
        </p:sp>
      </p:grpSp>
      <p:grpSp>
        <p:nvGrpSpPr>
          <p:cNvPr id="155" name="Group 154">
            <a:extLst>
              <a:ext uri="{FF2B5EF4-FFF2-40B4-BE49-F238E27FC236}">
                <a16:creationId xmlns:a16="http://schemas.microsoft.com/office/drawing/2014/main" id="{AF7E330F-BBAB-F949-B3ED-C5429A2E46EF}"/>
              </a:ext>
            </a:extLst>
          </p:cNvPr>
          <p:cNvGrpSpPr/>
          <p:nvPr userDrawn="1"/>
        </p:nvGrpSpPr>
        <p:grpSpPr>
          <a:xfrm>
            <a:off x="370600" y="2291009"/>
            <a:ext cx="1171671" cy="1157586"/>
            <a:chOff x="1840637" y="2291009"/>
            <a:chExt cx="1171671" cy="1157586"/>
          </a:xfrm>
        </p:grpSpPr>
        <p:sp>
          <p:nvSpPr>
            <p:cNvPr id="156" name="Rectangle 155">
              <a:extLst>
                <a:ext uri="{FF2B5EF4-FFF2-40B4-BE49-F238E27FC236}">
                  <a16:creationId xmlns:a16="http://schemas.microsoft.com/office/drawing/2014/main" id="{17C1CA45-88AD-7B1E-EAE6-5AD992FEEB78}"/>
                </a:ext>
              </a:extLst>
            </p:cNvPr>
            <p:cNvSpPr/>
            <p:nvPr/>
          </p:nvSpPr>
          <p:spPr>
            <a:xfrm>
              <a:off x="1840637" y="2291009"/>
              <a:ext cx="1157585" cy="1157586"/>
            </a:xfrm>
            <a:prstGeom prst="rect">
              <a:avLst/>
            </a:prstGeom>
            <a:solidFill>
              <a:srgbClr val="31B5B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57" name="TextBox 156">
              <a:extLst>
                <a:ext uri="{FF2B5EF4-FFF2-40B4-BE49-F238E27FC236}">
                  <a16:creationId xmlns:a16="http://schemas.microsoft.com/office/drawing/2014/main" id="{A38D979B-FD0B-5D36-EA69-305796F87234}"/>
                </a:ext>
              </a:extLst>
            </p:cNvPr>
            <p:cNvSpPr txBox="1"/>
            <p:nvPr/>
          </p:nvSpPr>
          <p:spPr>
            <a:xfrm>
              <a:off x="1854557"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29B3B8</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41, 179, 184</a:t>
              </a:r>
            </a:p>
          </p:txBody>
        </p:sp>
      </p:grpSp>
      <p:grpSp>
        <p:nvGrpSpPr>
          <p:cNvPr id="158" name="Group 157">
            <a:extLst>
              <a:ext uri="{FF2B5EF4-FFF2-40B4-BE49-F238E27FC236}">
                <a16:creationId xmlns:a16="http://schemas.microsoft.com/office/drawing/2014/main" id="{B990B448-1F0E-2C07-995D-48A5D3A38D8C}"/>
              </a:ext>
            </a:extLst>
          </p:cNvPr>
          <p:cNvGrpSpPr/>
          <p:nvPr userDrawn="1"/>
        </p:nvGrpSpPr>
        <p:grpSpPr>
          <a:xfrm>
            <a:off x="3304834" y="2291009"/>
            <a:ext cx="1176222" cy="1157586"/>
            <a:chOff x="3304834" y="2291009"/>
            <a:chExt cx="1176222" cy="1157586"/>
          </a:xfrm>
        </p:grpSpPr>
        <p:sp>
          <p:nvSpPr>
            <p:cNvPr id="159" name="Rectangle 158">
              <a:extLst>
                <a:ext uri="{FF2B5EF4-FFF2-40B4-BE49-F238E27FC236}">
                  <a16:creationId xmlns:a16="http://schemas.microsoft.com/office/drawing/2014/main" id="{B9BCE863-2EC9-F5D7-4061-23C9141B41BD}"/>
                </a:ext>
              </a:extLst>
            </p:cNvPr>
            <p:cNvSpPr/>
            <p:nvPr/>
          </p:nvSpPr>
          <p:spPr>
            <a:xfrm>
              <a:off x="3304834" y="2291009"/>
              <a:ext cx="1157585" cy="1157586"/>
            </a:xfrm>
            <a:prstGeom prst="rect">
              <a:avLst/>
            </a:prstGeom>
            <a:solidFill>
              <a:srgbClr val="784B9B"/>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0" name="TextBox 159">
              <a:extLst>
                <a:ext uri="{FF2B5EF4-FFF2-40B4-BE49-F238E27FC236}">
                  <a16:creationId xmlns:a16="http://schemas.microsoft.com/office/drawing/2014/main" id="{B4CB55E9-93D5-67D8-72BD-FDE40B121F5E}"/>
                </a:ext>
              </a:extLst>
            </p:cNvPr>
            <p:cNvSpPr txBox="1"/>
            <p:nvPr/>
          </p:nvSpPr>
          <p:spPr>
            <a:xfrm>
              <a:off x="3323305" y="2363690"/>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Tint 01</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HEX #</a:t>
              </a:r>
              <a:r>
                <a:rPr kumimoji="0" lang="en-GB" sz="900" b="0" i="0" u="none" strike="noStrike" kern="0" cap="none" spc="0" normalizeH="0" baseline="0" noProof="0">
                  <a:ln>
                    <a:noFill/>
                  </a:ln>
                  <a:solidFill>
                    <a:srgbClr val="FFFFFF"/>
                  </a:solidFill>
                  <a:effectLst/>
                  <a:uLnTx/>
                  <a:uFillTx/>
                  <a:latin typeface="Trebuchet MS"/>
                </a:rPr>
                <a:t>784B9A</a:t>
              </a:r>
              <a:endParaRPr kumimoji="0" lang="en-BE" sz="900" b="0" i="0" u="none" strike="noStrike" kern="0" cap="none" spc="0" normalizeH="0" baseline="0" noProof="0">
                <a:ln>
                  <a:noFill/>
                </a:ln>
                <a:solidFill>
                  <a:srgbClr val="FFFFFF"/>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FFFFFF"/>
                  </a:solidFill>
                  <a:effectLst/>
                  <a:uLnTx/>
                  <a:uFillTx/>
                  <a:latin typeface="Trebuchet MS"/>
                </a:rPr>
                <a:t>RBG 120, 75, 154</a:t>
              </a:r>
            </a:p>
          </p:txBody>
        </p:sp>
      </p:grpSp>
      <p:grpSp>
        <p:nvGrpSpPr>
          <p:cNvPr id="161" name="Group 160">
            <a:extLst>
              <a:ext uri="{FF2B5EF4-FFF2-40B4-BE49-F238E27FC236}">
                <a16:creationId xmlns:a16="http://schemas.microsoft.com/office/drawing/2014/main" id="{F2765C52-3FE8-D4BE-1FBD-CC7F546F11B8}"/>
              </a:ext>
            </a:extLst>
          </p:cNvPr>
          <p:cNvGrpSpPr/>
          <p:nvPr userDrawn="1"/>
        </p:nvGrpSpPr>
        <p:grpSpPr>
          <a:xfrm>
            <a:off x="1836087" y="3728619"/>
            <a:ext cx="1157751" cy="1157586"/>
            <a:chOff x="376439" y="3728619"/>
            <a:chExt cx="1157751" cy="1157586"/>
          </a:xfrm>
        </p:grpSpPr>
        <p:sp>
          <p:nvSpPr>
            <p:cNvPr id="162" name="Rectangle 161">
              <a:extLst>
                <a:ext uri="{FF2B5EF4-FFF2-40B4-BE49-F238E27FC236}">
                  <a16:creationId xmlns:a16="http://schemas.microsoft.com/office/drawing/2014/main" id="{6A22ED64-8ABB-762E-EE0B-77B66C15AE6E}"/>
                </a:ext>
              </a:extLst>
            </p:cNvPr>
            <p:cNvSpPr/>
            <p:nvPr/>
          </p:nvSpPr>
          <p:spPr>
            <a:xfrm>
              <a:off x="376439" y="3728619"/>
              <a:ext cx="1157585" cy="1157586"/>
            </a:xfrm>
            <a:prstGeom prst="rect">
              <a:avLst/>
            </a:prstGeom>
            <a:solidFill>
              <a:srgbClr val="F9C1A4"/>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3" name="TextBox 162">
              <a:extLst>
                <a:ext uri="{FF2B5EF4-FFF2-40B4-BE49-F238E27FC236}">
                  <a16:creationId xmlns:a16="http://schemas.microsoft.com/office/drawing/2014/main" id="{9751C58B-ED92-28A5-D053-FBD1FDE77364}"/>
                </a:ext>
              </a:extLst>
            </p:cNvPr>
            <p:cNvSpPr txBox="1"/>
            <p:nvPr/>
          </p:nvSpPr>
          <p:spPr>
            <a:xfrm>
              <a:off x="376439"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HEX #</a:t>
              </a:r>
              <a:r>
                <a:rPr kumimoji="0" lang="en-GB" sz="900" b="0" i="0" u="none" strike="noStrike" kern="0" cap="none" spc="0" normalizeH="0" baseline="0" noProof="0">
                  <a:ln>
                    <a:noFill/>
                  </a:ln>
                  <a:solidFill>
                    <a:srgbClr val="ED631C"/>
                  </a:solidFill>
                  <a:effectLst/>
                  <a:uLnTx/>
                  <a:uFillTx/>
                  <a:latin typeface="Trebuchet MS"/>
                </a:rPr>
                <a:t>F7C1A3</a:t>
              </a:r>
              <a:endParaRPr kumimoji="0" lang="en-BE" sz="900" b="0" i="0" u="none" strike="noStrike" kern="0" cap="none" spc="0" normalizeH="0" baseline="0" noProof="0">
                <a:ln>
                  <a:noFill/>
                </a:ln>
                <a:solidFill>
                  <a:srgbClr val="ED631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RBG 247, 193, 163</a:t>
              </a:r>
            </a:p>
          </p:txBody>
        </p:sp>
      </p:grpSp>
      <p:grpSp>
        <p:nvGrpSpPr>
          <p:cNvPr id="164" name="Group 163">
            <a:extLst>
              <a:ext uri="{FF2B5EF4-FFF2-40B4-BE49-F238E27FC236}">
                <a16:creationId xmlns:a16="http://schemas.microsoft.com/office/drawing/2014/main" id="{FE537229-79E4-DB2A-7A02-D05CD44ED788}"/>
              </a:ext>
            </a:extLst>
          </p:cNvPr>
          <p:cNvGrpSpPr/>
          <p:nvPr userDrawn="1"/>
        </p:nvGrpSpPr>
        <p:grpSpPr>
          <a:xfrm>
            <a:off x="370600" y="3728619"/>
            <a:ext cx="1171671" cy="1157586"/>
            <a:chOff x="1840637" y="3728619"/>
            <a:chExt cx="1171671" cy="1157586"/>
          </a:xfrm>
        </p:grpSpPr>
        <p:sp>
          <p:nvSpPr>
            <p:cNvPr id="165" name="Rectangle 164">
              <a:extLst>
                <a:ext uri="{FF2B5EF4-FFF2-40B4-BE49-F238E27FC236}">
                  <a16:creationId xmlns:a16="http://schemas.microsoft.com/office/drawing/2014/main" id="{E74B36FB-E86D-46C6-18B7-600A8187227B}"/>
                </a:ext>
              </a:extLst>
            </p:cNvPr>
            <p:cNvSpPr/>
            <p:nvPr/>
          </p:nvSpPr>
          <p:spPr>
            <a:xfrm>
              <a:off x="1840637" y="3728619"/>
              <a:ext cx="1157585" cy="1157586"/>
            </a:xfrm>
            <a:prstGeom prst="rect">
              <a:avLst/>
            </a:prstGeom>
            <a:solidFill>
              <a:srgbClr val="9ADADA"/>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6" name="TextBox 165">
              <a:extLst>
                <a:ext uri="{FF2B5EF4-FFF2-40B4-BE49-F238E27FC236}">
                  <a16:creationId xmlns:a16="http://schemas.microsoft.com/office/drawing/2014/main" id="{76F86DF7-38F4-2F3D-BA0A-751189AEBA99}"/>
                </a:ext>
              </a:extLst>
            </p:cNvPr>
            <p:cNvSpPr txBox="1"/>
            <p:nvPr/>
          </p:nvSpPr>
          <p:spPr>
            <a:xfrm>
              <a:off x="1854557"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HEX #</a:t>
              </a:r>
              <a:r>
                <a:rPr kumimoji="0" lang="en-GB" sz="900" b="0" i="0" u="none" strike="noStrike" kern="0" cap="none" spc="0" normalizeH="0" baseline="0" noProof="0">
                  <a:ln>
                    <a:noFill/>
                  </a:ln>
                  <a:solidFill>
                    <a:srgbClr val="01A2A6"/>
                  </a:solidFill>
                  <a:effectLst/>
                  <a:uLnTx/>
                  <a:uFillTx/>
                  <a:latin typeface="Trebuchet MS"/>
                </a:rPr>
                <a:t>99D7D6</a:t>
              </a:r>
              <a:endParaRPr kumimoji="0" lang="en-BE" sz="900" b="0" i="0" u="none" strike="noStrike" kern="0" cap="none" spc="0" normalizeH="0" baseline="0" noProof="0">
                <a:ln>
                  <a:noFill/>
                </a:ln>
                <a:solidFill>
                  <a:srgbClr val="01A2A6"/>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RBG 153, 215, 214</a:t>
              </a:r>
            </a:p>
          </p:txBody>
        </p:sp>
      </p:grpSp>
      <p:grpSp>
        <p:nvGrpSpPr>
          <p:cNvPr id="167" name="Group 166">
            <a:extLst>
              <a:ext uri="{FF2B5EF4-FFF2-40B4-BE49-F238E27FC236}">
                <a16:creationId xmlns:a16="http://schemas.microsoft.com/office/drawing/2014/main" id="{F5C6CA3C-A79C-5E2B-7D29-0F989207E639}"/>
              </a:ext>
            </a:extLst>
          </p:cNvPr>
          <p:cNvGrpSpPr/>
          <p:nvPr userDrawn="1"/>
        </p:nvGrpSpPr>
        <p:grpSpPr>
          <a:xfrm>
            <a:off x="3304834" y="3728619"/>
            <a:ext cx="1176222" cy="1157586"/>
            <a:chOff x="3304834" y="3728619"/>
            <a:chExt cx="1176222" cy="1157586"/>
          </a:xfrm>
        </p:grpSpPr>
        <p:sp>
          <p:nvSpPr>
            <p:cNvPr id="168" name="Rectangle 167">
              <a:extLst>
                <a:ext uri="{FF2B5EF4-FFF2-40B4-BE49-F238E27FC236}">
                  <a16:creationId xmlns:a16="http://schemas.microsoft.com/office/drawing/2014/main" id="{CF9984DA-8C32-8723-5C76-EE4C91F27324}"/>
                </a:ext>
              </a:extLst>
            </p:cNvPr>
            <p:cNvSpPr/>
            <p:nvPr/>
          </p:nvSpPr>
          <p:spPr>
            <a:xfrm>
              <a:off x="3304834" y="3728619"/>
              <a:ext cx="1157585" cy="1157586"/>
            </a:xfrm>
            <a:prstGeom prst="rect">
              <a:avLst/>
            </a:prstGeom>
            <a:solidFill>
              <a:srgbClr val="C4AFD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69" name="TextBox 168">
              <a:extLst>
                <a:ext uri="{FF2B5EF4-FFF2-40B4-BE49-F238E27FC236}">
                  <a16:creationId xmlns:a16="http://schemas.microsoft.com/office/drawing/2014/main" id="{9F1ED9B7-47F0-AE53-6C13-61B83DC8DB41}"/>
                </a:ext>
              </a:extLst>
            </p:cNvPr>
            <p:cNvSpPr txBox="1"/>
            <p:nvPr/>
          </p:nvSpPr>
          <p:spPr>
            <a:xfrm>
              <a:off x="3323305" y="3764876"/>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Tint 02</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HEX #</a:t>
              </a:r>
              <a:r>
                <a:rPr kumimoji="0" lang="en-GB" sz="900" b="0" i="0" u="none" strike="noStrike" kern="0" cap="none" spc="0" normalizeH="0" baseline="0" noProof="0">
                  <a:ln>
                    <a:noFill/>
                  </a:ln>
                  <a:solidFill>
                    <a:srgbClr val="68398E"/>
                  </a:solidFill>
                  <a:effectLst/>
                  <a:uLnTx/>
                  <a:uFillTx/>
                  <a:latin typeface="Trebuchet MS"/>
                </a:rPr>
                <a:t>C2AFD0</a:t>
              </a:r>
              <a:endParaRPr kumimoji="0" lang="en-BE" sz="900" b="0" i="0" u="none" strike="noStrike" kern="0" cap="none" spc="0" normalizeH="0" baseline="0" noProof="0">
                <a:ln>
                  <a:noFill/>
                </a:ln>
                <a:solidFill>
                  <a:srgbClr val="68398E"/>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RBG 194, 175, 208</a:t>
              </a:r>
            </a:p>
          </p:txBody>
        </p:sp>
      </p:grpSp>
      <p:grpSp>
        <p:nvGrpSpPr>
          <p:cNvPr id="170" name="Group 169">
            <a:extLst>
              <a:ext uri="{FF2B5EF4-FFF2-40B4-BE49-F238E27FC236}">
                <a16:creationId xmlns:a16="http://schemas.microsoft.com/office/drawing/2014/main" id="{23D0E4C7-4B16-823A-BDD0-0B5C63C1CD79}"/>
              </a:ext>
            </a:extLst>
          </p:cNvPr>
          <p:cNvGrpSpPr/>
          <p:nvPr userDrawn="1"/>
        </p:nvGrpSpPr>
        <p:grpSpPr>
          <a:xfrm>
            <a:off x="1836087" y="5166228"/>
            <a:ext cx="1157751" cy="1157586"/>
            <a:chOff x="376439" y="5166228"/>
            <a:chExt cx="1157751" cy="1157586"/>
          </a:xfrm>
        </p:grpSpPr>
        <p:sp>
          <p:nvSpPr>
            <p:cNvPr id="171" name="Rectangle 170">
              <a:extLst>
                <a:ext uri="{FF2B5EF4-FFF2-40B4-BE49-F238E27FC236}">
                  <a16:creationId xmlns:a16="http://schemas.microsoft.com/office/drawing/2014/main" id="{140E9D31-42AA-019F-A321-BDB9A910CF44}"/>
                </a:ext>
              </a:extLst>
            </p:cNvPr>
            <p:cNvSpPr/>
            <p:nvPr/>
          </p:nvSpPr>
          <p:spPr>
            <a:xfrm>
              <a:off x="376439" y="5166228"/>
              <a:ext cx="1157585" cy="1157586"/>
            </a:xfrm>
            <a:prstGeom prst="rect">
              <a:avLst/>
            </a:prstGeom>
            <a:solidFill>
              <a:srgbClr val="FEE9E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2" name="TextBox 171">
              <a:extLst>
                <a:ext uri="{FF2B5EF4-FFF2-40B4-BE49-F238E27FC236}">
                  <a16:creationId xmlns:a16="http://schemas.microsoft.com/office/drawing/2014/main" id="{34EE826C-D34C-A7E4-7093-92F8F0E6224C}"/>
                </a:ext>
              </a:extLst>
            </p:cNvPr>
            <p:cNvSpPr txBox="1"/>
            <p:nvPr/>
          </p:nvSpPr>
          <p:spPr>
            <a:xfrm>
              <a:off x="376439"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HEX #</a:t>
              </a:r>
              <a:r>
                <a:rPr kumimoji="0" lang="en-GB" sz="900" b="0" i="0" u="none" strike="noStrike" kern="0" cap="none" spc="0" normalizeH="0" baseline="0" noProof="0">
                  <a:ln>
                    <a:noFill/>
                  </a:ln>
                  <a:solidFill>
                    <a:srgbClr val="ED631C"/>
                  </a:solidFill>
                  <a:effectLst/>
                  <a:uLnTx/>
                  <a:uFillTx/>
                  <a:latin typeface="Trebuchet MS"/>
                </a:rPr>
                <a:t>FBE8DF</a:t>
              </a:r>
              <a:endParaRPr kumimoji="0" lang="en-BE" sz="900" b="0" i="0" u="none" strike="noStrike" kern="0" cap="none" spc="0" normalizeH="0" baseline="0" noProof="0">
                <a:ln>
                  <a:noFill/>
                </a:ln>
                <a:solidFill>
                  <a:srgbClr val="ED631C"/>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ED631C"/>
                  </a:solidFill>
                  <a:effectLst/>
                  <a:uLnTx/>
                  <a:uFillTx/>
                  <a:latin typeface="Trebuchet MS"/>
                </a:rPr>
                <a:t>RBG 251, 232, 223</a:t>
              </a:r>
            </a:p>
          </p:txBody>
        </p:sp>
      </p:grpSp>
      <p:grpSp>
        <p:nvGrpSpPr>
          <p:cNvPr id="173" name="Group 172">
            <a:extLst>
              <a:ext uri="{FF2B5EF4-FFF2-40B4-BE49-F238E27FC236}">
                <a16:creationId xmlns:a16="http://schemas.microsoft.com/office/drawing/2014/main" id="{420924E9-8488-7967-6482-4AD78A93DAF9}"/>
              </a:ext>
            </a:extLst>
          </p:cNvPr>
          <p:cNvGrpSpPr/>
          <p:nvPr userDrawn="1"/>
        </p:nvGrpSpPr>
        <p:grpSpPr>
          <a:xfrm>
            <a:off x="370600" y="5166228"/>
            <a:ext cx="1171671" cy="1157586"/>
            <a:chOff x="1840637" y="5166228"/>
            <a:chExt cx="1171671" cy="1157586"/>
          </a:xfrm>
        </p:grpSpPr>
        <p:sp>
          <p:nvSpPr>
            <p:cNvPr id="174" name="Rectangle 173">
              <a:extLst>
                <a:ext uri="{FF2B5EF4-FFF2-40B4-BE49-F238E27FC236}">
                  <a16:creationId xmlns:a16="http://schemas.microsoft.com/office/drawing/2014/main" id="{E60523DB-AA6A-4006-EFF6-F0863C958527}"/>
                </a:ext>
              </a:extLst>
            </p:cNvPr>
            <p:cNvSpPr/>
            <p:nvPr/>
          </p:nvSpPr>
          <p:spPr>
            <a:xfrm>
              <a:off x="1840637" y="5166228"/>
              <a:ext cx="1157585" cy="1157586"/>
            </a:xfrm>
            <a:prstGeom prst="rect">
              <a:avLst/>
            </a:prstGeom>
            <a:solidFill>
              <a:srgbClr val="CCEDED"/>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5" name="TextBox 174">
              <a:extLst>
                <a:ext uri="{FF2B5EF4-FFF2-40B4-BE49-F238E27FC236}">
                  <a16:creationId xmlns:a16="http://schemas.microsoft.com/office/drawing/2014/main" id="{0A00647C-510D-F21A-6810-C58A82284405}"/>
                </a:ext>
              </a:extLst>
            </p:cNvPr>
            <p:cNvSpPr txBox="1"/>
            <p:nvPr/>
          </p:nvSpPr>
          <p:spPr>
            <a:xfrm>
              <a:off x="1854557"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HEX #</a:t>
              </a:r>
              <a:r>
                <a:rPr kumimoji="0" lang="en-GB" sz="900" b="0" i="0" u="none" strike="noStrike" kern="0" cap="none" spc="0" normalizeH="0" baseline="0" noProof="0">
                  <a:ln>
                    <a:noFill/>
                  </a:ln>
                  <a:solidFill>
                    <a:srgbClr val="01A2A6"/>
                  </a:solidFill>
                  <a:effectLst/>
                  <a:uLnTx/>
                  <a:uFillTx/>
                  <a:latin typeface="Trebuchet MS"/>
                </a:rPr>
                <a:t>CBEAEC</a:t>
              </a:r>
              <a:endParaRPr kumimoji="0" lang="en-BE" sz="900" b="0" i="0" u="none" strike="noStrike" kern="0" cap="none" spc="0" normalizeH="0" baseline="0" noProof="0">
                <a:ln>
                  <a:noFill/>
                </a:ln>
                <a:solidFill>
                  <a:srgbClr val="01A2A6"/>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01A2A6"/>
                  </a:solidFill>
                  <a:effectLst/>
                  <a:uLnTx/>
                  <a:uFillTx/>
                  <a:latin typeface="Trebuchet MS"/>
                </a:rPr>
                <a:t>RBG 203, 234, 236</a:t>
              </a:r>
            </a:p>
          </p:txBody>
        </p:sp>
      </p:grpSp>
      <p:grpSp>
        <p:nvGrpSpPr>
          <p:cNvPr id="176" name="Group 175">
            <a:extLst>
              <a:ext uri="{FF2B5EF4-FFF2-40B4-BE49-F238E27FC236}">
                <a16:creationId xmlns:a16="http://schemas.microsoft.com/office/drawing/2014/main" id="{DECF0907-3618-F21F-110B-E92B78C755BD}"/>
              </a:ext>
            </a:extLst>
          </p:cNvPr>
          <p:cNvGrpSpPr/>
          <p:nvPr userDrawn="1"/>
        </p:nvGrpSpPr>
        <p:grpSpPr>
          <a:xfrm>
            <a:off x="3304834" y="5166228"/>
            <a:ext cx="1176222" cy="1157586"/>
            <a:chOff x="3304834" y="5166228"/>
            <a:chExt cx="1176222" cy="1157586"/>
          </a:xfrm>
        </p:grpSpPr>
        <p:sp>
          <p:nvSpPr>
            <p:cNvPr id="177" name="Rectangle 176">
              <a:extLst>
                <a:ext uri="{FF2B5EF4-FFF2-40B4-BE49-F238E27FC236}">
                  <a16:creationId xmlns:a16="http://schemas.microsoft.com/office/drawing/2014/main" id="{0E43BD74-6820-7F3C-C15B-32357BE46B06}"/>
                </a:ext>
              </a:extLst>
            </p:cNvPr>
            <p:cNvSpPr/>
            <p:nvPr/>
          </p:nvSpPr>
          <p:spPr>
            <a:xfrm>
              <a:off x="3304834" y="5166228"/>
              <a:ext cx="1157585" cy="1157586"/>
            </a:xfrm>
            <a:prstGeom prst="rect">
              <a:avLst/>
            </a:prstGeom>
            <a:solidFill>
              <a:srgbClr val="E5DDE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78" name="TextBox 177">
              <a:extLst>
                <a:ext uri="{FF2B5EF4-FFF2-40B4-BE49-F238E27FC236}">
                  <a16:creationId xmlns:a16="http://schemas.microsoft.com/office/drawing/2014/main" id="{24983622-CC50-0C9F-739C-642FD894B0F2}"/>
                </a:ext>
              </a:extLst>
            </p:cNvPr>
            <p:cNvSpPr txBox="1"/>
            <p:nvPr/>
          </p:nvSpPr>
          <p:spPr>
            <a:xfrm>
              <a:off x="3323305" y="5202692"/>
              <a:ext cx="1157751" cy="5078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Tint 03</a:t>
              </a: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HEX #</a:t>
              </a:r>
              <a:r>
                <a:rPr kumimoji="0" lang="en-GB" sz="900" b="0" i="0" u="none" strike="noStrike" kern="0" cap="none" spc="0" normalizeH="0" baseline="0" noProof="0">
                  <a:ln>
                    <a:noFill/>
                  </a:ln>
                  <a:solidFill>
                    <a:srgbClr val="68398E"/>
                  </a:solidFill>
                  <a:effectLst/>
                  <a:uLnTx/>
                  <a:uFillTx/>
                  <a:latin typeface="Trebuchet MS"/>
                </a:rPr>
                <a:t>E3DCEA</a:t>
              </a:r>
              <a:endParaRPr kumimoji="0" lang="en-BE" sz="900" b="0" i="0" u="none" strike="noStrike" kern="0" cap="none" spc="0" normalizeH="0" baseline="0" noProof="0">
                <a:ln>
                  <a:noFill/>
                </a:ln>
                <a:solidFill>
                  <a:srgbClr val="68398E"/>
                </a:solidFill>
                <a:effectLst/>
                <a:uLnTx/>
                <a:uFillTx/>
                <a:latin typeface="Trebuchet M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BE" sz="900" b="0" i="0" u="none" strike="noStrike" kern="0" cap="none" spc="0" normalizeH="0" baseline="0" noProof="0">
                  <a:ln>
                    <a:noFill/>
                  </a:ln>
                  <a:solidFill>
                    <a:srgbClr val="68398E"/>
                  </a:solidFill>
                  <a:effectLst/>
                  <a:uLnTx/>
                  <a:uFillTx/>
                  <a:latin typeface="Trebuchet MS"/>
                </a:rPr>
                <a:t>RBG 227, 220, 234</a:t>
              </a:r>
            </a:p>
          </p:txBody>
        </p:sp>
      </p:grpSp>
      <p:sp>
        <p:nvSpPr>
          <p:cNvPr id="179" name="Text Placeholder 12">
            <a:extLst>
              <a:ext uri="{FF2B5EF4-FFF2-40B4-BE49-F238E27FC236}">
                <a16:creationId xmlns:a16="http://schemas.microsoft.com/office/drawing/2014/main" id="{B0463925-574E-09B3-D12D-13ABC48E0164}"/>
              </a:ext>
            </a:extLst>
          </p:cNvPr>
          <p:cNvSpPr txBox="1">
            <a:spLocks/>
          </p:cNvSpPr>
          <p:nvPr userDrawn="1"/>
        </p:nvSpPr>
        <p:spPr>
          <a:xfrm>
            <a:off x="258047" y="337056"/>
            <a:ext cx="5022042" cy="515559"/>
          </a:xfrm>
          <a:prstGeom prst="rect">
            <a:avLst/>
          </a:prstGeom>
        </p:spPr>
        <p:txBody>
          <a:bodyPr>
            <a:noAutofit/>
          </a:bodyPr>
          <a:lstStyle>
            <a:lvl1pPr marL="228600" indent="-228600" algn="l" defTabSz="914400" rtl="0" eaLnBrk="1" latinLnBrk="0" hangingPunct="1">
              <a:lnSpc>
                <a:spcPct val="90000"/>
              </a:lnSpc>
              <a:spcBef>
                <a:spcPts val="10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1pPr>
            <a:lvl2pPr marL="6858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2pPr>
            <a:lvl3pPr marL="11430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3pPr>
            <a:lvl4pPr marL="16002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4pPr>
            <a:lvl5pPr marL="20574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GB">
                <a:solidFill>
                  <a:srgbClr val="14274C">
                    <a:alpha val="85000"/>
                  </a:srgbClr>
                </a:solidFill>
                <a:latin typeface="Trebuchet MS"/>
              </a:rPr>
              <a:t>Primary </a:t>
            </a:r>
            <a:r>
              <a:rPr lang="en-GB" err="1">
                <a:solidFill>
                  <a:srgbClr val="14274C">
                    <a:alpha val="85000"/>
                  </a:srgbClr>
                </a:solidFill>
                <a:latin typeface="Trebuchet MS"/>
              </a:rPr>
              <a:t>color</a:t>
            </a:r>
            <a:r>
              <a:rPr lang="en-GB">
                <a:solidFill>
                  <a:srgbClr val="14274C">
                    <a:alpha val="85000"/>
                  </a:srgbClr>
                </a:solidFill>
                <a:latin typeface="Trebuchet MS"/>
              </a:rPr>
              <a:t> palette</a:t>
            </a:r>
            <a:endParaRPr lang="en-BE">
              <a:solidFill>
                <a:srgbClr val="14274C">
                  <a:alpha val="85000"/>
                </a:srgbClr>
              </a:solidFill>
              <a:latin typeface="Trebuchet MS"/>
            </a:endParaRPr>
          </a:p>
        </p:txBody>
      </p:sp>
      <p:sp>
        <p:nvSpPr>
          <p:cNvPr id="180" name="Text Placeholder 12">
            <a:extLst>
              <a:ext uri="{FF2B5EF4-FFF2-40B4-BE49-F238E27FC236}">
                <a16:creationId xmlns:a16="http://schemas.microsoft.com/office/drawing/2014/main" id="{638AA2FA-251B-58FB-2CAA-39FF8BF5166B}"/>
              </a:ext>
            </a:extLst>
          </p:cNvPr>
          <p:cNvSpPr txBox="1">
            <a:spLocks/>
          </p:cNvSpPr>
          <p:nvPr userDrawn="1"/>
        </p:nvSpPr>
        <p:spPr>
          <a:xfrm>
            <a:off x="6214643" y="337056"/>
            <a:ext cx="5022042" cy="515559"/>
          </a:xfrm>
          <a:prstGeom prst="rect">
            <a:avLst/>
          </a:prstGeom>
        </p:spPr>
        <p:txBody>
          <a:bodyPr>
            <a:noAutofit/>
          </a:bodyPr>
          <a:lstStyle>
            <a:lvl1pPr marL="228600" indent="-228600" algn="l" defTabSz="914400" rtl="0" eaLnBrk="1" latinLnBrk="0" hangingPunct="1">
              <a:lnSpc>
                <a:spcPct val="90000"/>
              </a:lnSpc>
              <a:spcBef>
                <a:spcPts val="10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1pPr>
            <a:lvl2pPr marL="6858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2pPr>
            <a:lvl3pPr marL="1143000" indent="-228600" algn="l" defTabSz="914400" rtl="0" eaLnBrk="1" latinLnBrk="0" hangingPunct="1">
              <a:lnSpc>
                <a:spcPct val="90000"/>
              </a:lnSpc>
              <a:spcBef>
                <a:spcPts val="500"/>
              </a:spcBef>
              <a:buClr>
                <a:srgbClr val="507AC2"/>
              </a:buClr>
              <a:buFont typeface="Wingdings" panose="05000000000000000000" pitchFamily="2" charset="2"/>
              <a:buChar char="§"/>
              <a:defRPr sz="1600" kern="1200">
                <a:solidFill>
                  <a:schemeClr val="tx1">
                    <a:alpha val="85000"/>
                  </a:schemeClr>
                </a:solidFill>
                <a:latin typeface="+mn-lt"/>
                <a:ea typeface="+mn-ea"/>
                <a:cs typeface="+mn-cs"/>
              </a:defRPr>
            </a:lvl3pPr>
            <a:lvl4pPr marL="16002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4pPr>
            <a:lvl5pPr marL="2057400" indent="-228600" algn="l" defTabSz="914400" rtl="0" eaLnBrk="1" latinLnBrk="0" hangingPunct="1">
              <a:lnSpc>
                <a:spcPct val="90000"/>
              </a:lnSpc>
              <a:spcBef>
                <a:spcPts val="500"/>
              </a:spcBef>
              <a:buClr>
                <a:srgbClr val="507AC2"/>
              </a:buClr>
              <a:buFont typeface="Wingdings" panose="05000000000000000000" pitchFamily="2" charset="2"/>
              <a:buChar char="§"/>
              <a:defRPr sz="1400" kern="1200">
                <a:solidFill>
                  <a:schemeClr val="tx1">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GB">
                <a:solidFill>
                  <a:srgbClr val="14274C">
                    <a:alpha val="85000"/>
                  </a:srgbClr>
                </a:solidFill>
                <a:latin typeface="Trebuchet MS"/>
              </a:rPr>
              <a:t>Secondary </a:t>
            </a:r>
            <a:r>
              <a:rPr lang="en-GB" err="1">
                <a:solidFill>
                  <a:srgbClr val="14274C">
                    <a:alpha val="85000"/>
                  </a:srgbClr>
                </a:solidFill>
                <a:latin typeface="Trebuchet MS"/>
              </a:rPr>
              <a:t>color</a:t>
            </a:r>
            <a:r>
              <a:rPr lang="en-GB">
                <a:solidFill>
                  <a:srgbClr val="14274C">
                    <a:alpha val="85000"/>
                  </a:srgbClr>
                </a:solidFill>
                <a:latin typeface="Trebuchet MS"/>
              </a:rPr>
              <a:t> palette</a:t>
            </a:r>
            <a:endParaRPr lang="en-BE">
              <a:solidFill>
                <a:srgbClr val="14274C">
                  <a:alpha val="85000"/>
                </a:srgbClr>
              </a:solidFill>
              <a:latin typeface="Trebuchet MS"/>
            </a:endParaRPr>
          </a:p>
        </p:txBody>
      </p:sp>
    </p:spTree>
    <p:extLst>
      <p:ext uri="{BB962C8B-B14F-4D97-AF65-F5344CB8AC3E}">
        <p14:creationId xmlns:p14="http://schemas.microsoft.com/office/powerpoint/2010/main" val="35080854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entre ico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F3D3D95-8514-A990-EE8B-D97C8DC37050}"/>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Center icons</a:t>
            </a:r>
          </a:p>
        </p:txBody>
      </p:sp>
      <p:pic>
        <p:nvPicPr>
          <p:cNvPr id="15" name="Content Placeholder 4">
            <a:extLst>
              <a:ext uri="{FF2B5EF4-FFF2-40B4-BE49-F238E27FC236}">
                <a16:creationId xmlns:a16="http://schemas.microsoft.com/office/drawing/2014/main" id="{FB1E0E4B-96C6-4298-BCDE-2FFFD2ECAB0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293247" y="1996228"/>
            <a:ext cx="1549400" cy="1549400"/>
          </a:xfrm>
          <a:prstGeom prst="rect">
            <a:avLst/>
          </a:prstGeom>
        </p:spPr>
      </p:pic>
      <p:pic>
        <p:nvPicPr>
          <p:cNvPr id="16" name="Graphic 15">
            <a:extLst>
              <a:ext uri="{FF2B5EF4-FFF2-40B4-BE49-F238E27FC236}">
                <a16:creationId xmlns:a16="http://schemas.microsoft.com/office/drawing/2014/main" id="{A4494744-34B9-6390-FCC7-785EC6E304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669948" y="1996228"/>
            <a:ext cx="1549400" cy="1549400"/>
          </a:xfrm>
          <a:prstGeom prst="rect">
            <a:avLst/>
          </a:prstGeom>
        </p:spPr>
      </p:pic>
      <p:pic>
        <p:nvPicPr>
          <p:cNvPr id="17" name="Graphic 16">
            <a:extLst>
              <a:ext uri="{FF2B5EF4-FFF2-40B4-BE49-F238E27FC236}">
                <a16:creationId xmlns:a16="http://schemas.microsoft.com/office/drawing/2014/main" id="{295B9A7D-B692-0AE6-2A54-5500EA2B506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6211023" y="2203732"/>
            <a:ext cx="1014536" cy="1052821"/>
          </a:xfrm>
          <a:prstGeom prst="rect">
            <a:avLst/>
          </a:prstGeom>
        </p:spPr>
      </p:pic>
      <p:pic>
        <p:nvPicPr>
          <p:cNvPr id="18" name="Graphic 17">
            <a:extLst>
              <a:ext uri="{FF2B5EF4-FFF2-40B4-BE49-F238E27FC236}">
                <a16:creationId xmlns:a16="http://schemas.microsoft.com/office/drawing/2014/main" id="{8774F6CB-7577-DEEF-26EE-3F35AD64C932}"/>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8497432" y="2203732"/>
            <a:ext cx="499700" cy="1054922"/>
          </a:xfrm>
          <a:prstGeom prst="rect">
            <a:avLst/>
          </a:prstGeom>
        </p:spPr>
      </p:pic>
      <p:pic>
        <p:nvPicPr>
          <p:cNvPr id="19" name="Graphic 18">
            <a:extLst>
              <a:ext uri="{FF2B5EF4-FFF2-40B4-BE49-F238E27FC236}">
                <a16:creationId xmlns:a16="http://schemas.microsoft.com/office/drawing/2014/main" id="{2DEA601F-1215-F2C8-6D36-87C64890827E}"/>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4034558" y="3800480"/>
            <a:ext cx="820180" cy="1024067"/>
          </a:xfrm>
          <a:prstGeom prst="rect">
            <a:avLst/>
          </a:prstGeom>
        </p:spPr>
      </p:pic>
      <p:pic>
        <p:nvPicPr>
          <p:cNvPr id="20" name="Graphic 19">
            <a:extLst>
              <a:ext uri="{FF2B5EF4-FFF2-40B4-BE49-F238E27FC236}">
                <a16:creationId xmlns:a16="http://schemas.microsoft.com/office/drawing/2014/main" id="{486BAD54-6825-C301-0E82-8C28071048B7}"/>
              </a:ext>
            </a:extLst>
          </p:cNvPr>
          <p:cNvPicPr>
            <a:picLocks noChangeAspect="1"/>
          </p:cNvPicPr>
          <p:nvPr userDrawn="1"/>
        </p:nvPicPr>
        <p:blipFill>
          <a:blip>
            <a:extLst>
              <a:ext uri="{96DAC541-7B7A-43D3-8B79-37D633B846F1}">
                <asvg:svgBlip xmlns:asvg="http://schemas.microsoft.com/office/drawing/2016/SVG/main" r:embed="rId7"/>
              </a:ext>
            </a:extLst>
          </a:blip>
          <a:srcRect/>
          <a:stretch/>
        </p:blipFill>
        <p:spPr>
          <a:xfrm>
            <a:off x="9883924" y="2109263"/>
            <a:ext cx="1303851" cy="1303851"/>
          </a:xfrm>
          <a:prstGeom prst="rect">
            <a:avLst/>
          </a:prstGeom>
        </p:spPr>
      </p:pic>
      <p:pic>
        <p:nvPicPr>
          <p:cNvPr id="21" name="Graphic 20">
            <a:extLst>
              <a:ext uri="{FF2B5EF4-FFF2-40B4-BE49-F238E27FC236}">
                <a16:creationId xmlns:a16="http://schemas.microsoft.com/office/drawing/2014/main" id="{3D5C64B9-A972-826B-6851-79F9CE3A903F}"/>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1293247" y="3537814"/>
            <a:ext cx="1549401" cy="1549401"/>
          </a:xfrm>
          <a:prstGeom prst="rect">
            <a:avLst/>
          </a:prstGeom>
        </p:spPr>
      </p:pic>
      <p:pic>
        <p:nvPicPr>
          <p:cNvPr id="22" name="Graphic 21">
            <a:extLst>
              <a:ext uri="{FF2B5EF4-FFF2-40B4-BE49-F238E27FC236}">
                <a16:creationId xmlns:a16="http://schemas.microsoft.com/office/drawing/2014/main" id="{D2D6ECE4-1219-E212-7464-A63ED974C46B}"/>
              </a:ext>
            </a:extLst>
          </p:cNvPr>
          <p:cNvPicPr>
            <a:picLocks noChangeAspect="1"/>
          </p:cNvPicPr>
          <p:nvPr userDrawn="1"/>
        </p:nvPicPr>
        <p:blipFill>
          <a:blip>
            <a:extLst>
              <a:ext uri="{96DAC541-7B7A-43D3-8B79-37D633B846F1}">
                <asvg:svgBlip xmlns:asvg="http://schemas.microsoft.com/office/drawing/2016/SVG/main" r:embed="rId9"/>
              </a:ext>
            </a:extLst>
          </a:blip>
          <a:srcRect/>
          <a:stretch/>
        </p:blipFill>
        <p:spPr>
          <a:xfrm>
            <a:off x="5943591" y="3537813"/>
            <a:ext cx="1549400" cy="1549400"/>
          </a:xfrm>
          <a:prstGeom prst="rect">
            <a:avLst/>
          </a:prstGeom>
        </p:spPr>
      </p:pic>
      <p:pic>
        <p:nvPicPr>
          <p:cNvPr id="23" name="Graphic 22">
            <a:extLst>
              <a:ext uri="{FF2B5EF4-FFF2-40B4-BE49-F238E27FC236}">
                <a16:creationId xmlns:a16="http://schemas.microsoft.com/office/drawing/2014/main" id="{FE2C7D8B-ACBC-61B9-0CDB-6D7A274B9FE0}"/>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8564076" y="3796174"/>
            <a:ext cx="366412" cy="1128166"/>
          </a:xfrm>
          <a:prstGeom prst="rect">
            <a:avLst/>
          </a:prstGeom>
        </p:spPr>
      </p:pic>
      <p:pic>
        <p:nvPicPr>
          <p:cNvPr id="24" name="Graphic 23">
            <a:extLst>
              <a:ext uri="{FF2B5EF4-FFF2-40B4-BE49-F238E27FC236}">
                <a16:creationId xmlns:a16="http://schemas.microsoft.com/office/drawing/2014/main" id="{D3478DE1-EE8D-F47E-1650-E58E6D3A7BE2}"/>
              </a:ext>
            </a:extLst>
          </p:cNvPr>
          <p:cNvPicPr>
            <a:picLocks noChangeAspect="1"/>
          </p:cNvPicPr>
          <p:nvPr userDrawn="1"/>
        </p:nvPicPr>
        <p:blipFill>
          <a:blip>
            <a:extLst>
              <a:ext uri="{96DAC541-7B7A-43D3-8B79-37D633B846F1}">
                <asvg:svgBlip xmlns:asvg="http://schemas.microsoft.com/office/drawing/2016/SVG/main" r:embed="rId11"/>
              </a:ext>
            </a:extLst>
          </a:blip>
          <a:srcRect/>
          <a:stretch/>
        </p:blipFill>
        <p:spPr>
          <a:xfrm>
            <a:off x="9942008" y="3661238"/>
            <a:ext cx="1303851" cy="1187336"/>
          </a:xfrm>
          <a:prstGeom prst="rect">
            <a:avLst/>
          </a:prstGeom>
        </p:spPr>
      </p:pic>
    </p:spTree>
    <p:extLst>
      <p:ext uri="{BB962C8B-B14F-4D97-AF65-F5344CB8AC3E}">
        <p14:creationId xmlns:p14="http://schemas.microsoft.com/office/powerpoint/2010/main" val="353714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con library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256DE87-30A4-1D6A-71ED-497F79139F71}"/>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Content Placeholder 3">
            <a:extLst>
              <a:ext uri="{FF2B5EF4-FFF2-40B4-BE49-F238E27FC236}">
                <a16:creationId xmlns:a16="http://schemas.microsoft.com/office/drawing/2014/main" id="{41BF4877-2257-8FDE-AF24-4183DAFE7DE6}"/>
              </a:ext>
            </a:extLst>
          </p:cNvPr>
          <p:cNvSpPr txBox="1">
            <a:spLocks/>
          </p:cNvSpPr>
          <p:nvPr userDrawn="1"/>
        </p:nvSpPr>
        <p:spPr>
          <a:xfrm>
            <a:off x="792000" y="1370911"/>
            <a:ext cx="10608000" cy="361771"/>
          </a:xfrm>
          <a:prstGeom prst="rect">
            <a:avLst/>
          </a:prstGeom>
        </p:spPr>
        <p:txBody>
          <a:bodyPr anchor="ctr">
            <a:normAutofit fontScale="92500" lnSpcReduction="10000"/>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1800" b="0" i="0" u="none" strike="noStrike" kern="1200" cap="none" spc="0" normalizeH="0" baseline="0" noProof="0">
                <a:ln>
                  <a:noFill/>
                </a:ln>
                <a:solidFill>
                  <a:srgbClr val="507AC2"/>
                </a:solidFill>
                <a:effectLst/>
                <a:uLnTx/>
                <a:uFillTx/>
                <a:latin typeface="Trebuchet MS"/>
                <a:ea typeface="+mn-ea"/>
                <a:cs typeface="+mn-cs"/>
              </a:rPr>
              <a:t>Change icon color: click on graphic &gt; graphics format &gt; graphics fill</a:t>
            </a:r>
            <a:endParaRPr kumimoji="0" lang="en-BE" sz="1800" b="0" i="0"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E9535C73-9147-3146-011B-DF2D9A6B0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69743" y="3677778"/>
            <a:ext cx="366000" cy="540000"/>
          </a:xfrm>
          <a:prstGeom prst="rect">
            <a:avLst/>
          </a:prstGeom>
        </p:spPr>
      </p:pic>
      <p:pic>
        <p:nvPicPr>
          <p:cNvPr id="6" name="Graphic 5">
            <a:extLst>
              <a:ext uri="{FF2B5EF4-FFF2-40B4-BE49-F238E27FC236}">
                <a16:creationId xmlns:a16="http://schemas.microsoft.com/office/drawing/2014/main" id="{573FE5C6-E870-71E3-0B31-993F3661507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1117" y="2833333"/>
            <a:ext cx="540000" cy="540000"/>
          </a:xfrm>
          <a:prstGeom prst="rect">
            <a:avLst/>
          </a:prstGeom>
        </p:spPr>
      </p:pic>
      <p:pic>
        <p:nvPicPr>
          <p:cNvPr id="7" name="Graphic 6">
            <a:extLst>
              <a:ext uri="{FF2B5EF4-FFF2-40B4-BE49-F238E27FC236}">
                <a16:creationId xmlns:a16="http://schemas.microsoft.com/office/drawing/2014/main" id="{5B4964F8-8290-5F1E-C0D7-BDF3239F8CA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21316" y="3683026"/>
            <a:ext cx="552632" cy="540000"/>
          </a:xfrm>
          <a:prstGeom prst="rect">
            <a:avLst/>
          </a:prstGeom>
        </p:spPr>
      </p:pic>
      <p:pic>
        <p:nvPicPr>
          <p:cNvPr id="8" name="Graphic 7">
            <a:extLst>
              <a:ext uri="{FF2B5EF4-FFF2-40B4-BE49-F238E27FC236}">
                <a16:creationId xmlns:a16="http://schemas.microsoft.com/office/drawing/2014/main" id="{6B362802-5E69-2F9C-D4D1-8A2828C043F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682798" y="2833333"/>
            <a:ext cx="678427" cy="540000"/>
          </a:xfrm>
          <a:prstGeom prst="rect">
            <a:avLst/>
          </a:prstGeom>
        </p:spPr>
      </p:pic>
      <p:pic>
        <p:nvPicPr>
          <p:cNvPr id="9" name="Graphic 8">
            <a:extLst>
              <a:ext uri="{FF2B5EF4-FFF2-40B4-BE49-F238E27FC236}">
                <a16:creationId xmlns:a16="http://schemas.microsoft.com/office/drawing/2014/main" id="{05E765FB-A416-FCAA-AD97-230AA749E54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568868" y="2833333"/>
            <a:ext cx="519231" cy="540000"/>
          </a:xfrm>
          <a:prstGeom prst="rect">
            <a:avLst/>
          </a:prstGeom>
        </p:spPr>
      </p:pic>
      <p:pic>
        <p:nvPicPr>
          <p:cNvPr id="10" name="Graphic 9">
            <a:extLst>
              <a:ext uri="{FF2B5EF4-FFF2-40B4-BE49-F238E27FC236}">
                <a16:creationId xmlns:a16="http://schemas.microsoft.com/office/drawing/2014/main" id="{DDDE9D4B-70DB-0574-4A53-1A3BFD4838E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763593" y="3677778"/>
            <a:ext cx="690670" cy="540000"/>
          </a:xfrm>
          <a:prstGeom prst="rect">
            <a:avLst/>
          </a:prstGeom>
        </p:spPr>
      </p:pic>
      <p:pic>
        <p:nvPicPr>
          <p:cNvPr id="11" name="Graphic 10">
            <a:extLst>
              <a:ext uri="{FF2B5EF4-FFF2-40B4-BE49-F238E27FC236}">
                <a16:creationId xmlns:a16="http://schemas.microsoft.com/office/drawing/2014/main" id="{E249B999-41D8-FCE3-932E-86FF4EFDB69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9812655" y="2833333"/>
            <a:ext cx="552273" cy="540000"/>
          </a:xfrm>
          <a:prstGeom prst="rect">
            <a:avLst/>
          </a:prstGeom>
        </p:spPr>
      </p:pic>
      <p:pic>
        <p:nvPicPr>
          <p:cNvPr id="12" name="Graphic 11">
            <a:extLst>
              <a:ext uri="{FF2B5EF4-FFF2-40B4-BE49-F238E27FC236}">
                <a16:creationId xmlns:a16="http://schemas.microsoft.com/office/drawing/2014/main" id="{2252876B-4A7D-7A08-F1AC-C121A1F79085}"/>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023168" y="3677778"/>
            <a:ext cx="552632" cy="540000"/>
          </a:xfrm>
          <a:prstGeom prst="rect">
            <a:avLst/>
          </a:prstGeom>
        </p:spPr>
      </p:pic>
      <p:pic>
        <p:nvPicPr>
          <p:cNvPr id="13" name="Graphic 12">
            <a:extLst>
              <a:ext uri="{FF2B5EF4-FFF2-40B4-BE49-F238E27FC236}">
                <a16:creationId xmlns:a16="http://schemas.microsoft.com/office/drawing/2014/main" id="{47DD7CDC-4BD5-6E3D-5F5A-6359CF346264}"/>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9072230" y="2807993"/>
            <a:ext cx="540000" cy="540000"/>
          </a:xfrm>
          <a:prstGeom prst="rect">
            <a:avLst/>
          </a:prstGeom>
        </p:spPr>
      </p:pic>
      <p:pic>
        <p:nvPicPr>
          <p:cNvPr id="14" name="Graphic 13">
            <a:extLst>
              <a:ext uri="{FF2B5EF4-FFF2-40B4-BE49-F238E27FC236}">
                <a16:creationId xmlns:a16="http://schemas.microsoft.com/office/drawing/2014/main" id="{648268AE-55F8-4FF6-09C5-EF1F6F8C4762}"/>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538177" y="3683026"/>
            <a:ext cx="541031" cy="540000"/>
          </a:xfrm>
          <a:prstGeom prst="rect">
            <a:avLst/>
          </a:prstGeom>
        </p:spPr>
      </p:pic>
      <p:pic>
        <p:nvPicPr>
          <p:cNvPr id="15" name="Graphic 14">
            <a:extLst>
              <a:ext uri="{FF2B5EF4-FFF2-40B4-BE49-F238E27FC236}">
                <a16:creationId xmlns:a16="http://schemas.microsoft.com/office/drawing/2014/main" id="{F77A2FD2-A8C1-3971-A7DD-4F2AF5FA3C1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4642056" y="3669590"/>
            <a:ext cx="434562" cy="540000"/>
          </a:xfrm>
          <a:prstGeom prst="rect">
            <a:avLst/>
          </a:prstGeom>
        </p:spPr>
      </p:pic>
      <p:pic>
        <p:nvPicPr>
          <p:cNvPr id="16" name="Graphic 15">
            <a:extLst>
              <a:ext uri="{FF2B5EF4-FFF2-40B4-BE49-F238E27FC236}">
                <a16:creationId xmlns:a16="http://schemas.microsoft.com/office/drawing/2014/main" id="{CCA4B9BD-B762-17A0-81EE-D09DAB3914AC}"/>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5941685" y="2833333"/>
            <a:ext cx="540000" cy="540000"/>
          </a:xfrm>
          <a:prstGeom prst="rect">
            <a:avLst/>
          </a:prstGeom>
        </p:spPr>
      </p:pic>
      <p:pic>
        <p:nvPicPr>
          <p:cNvPr id="17" name="Graphic 16">
            <a:extLst>
              <a:ext uri="{FF2B5EF4-FFF2-40B4-BE49-F238E27FC236}">
                <a16:creationId xmlns:a16="http://schemas.microsoft.com/office/drawing/2014/main" id="{8C18D4DD-CAEC-E156-10EB-86BD902FDC55}"/>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5222297" y="1990364"/>
            <a:ext cx="540000" cy="540000"/>
          </a:xfrm>
          <a:prstGeom prst="rect">
            <a:avLst/>
          </a:prstGeom>
        </p:spPr>
      </p:pic>
      <p:pic>
        <p:nvPicPr>
          <p:cNvPr id="18" name="Graphic 17">
            <a:extLst>
              <a:ext uri="{FF2B5EF4-FFF2-40B4-BE49-F238E27FC236}">
                <a16:creationId xmlns:a16="http://schemas.microsoft.com/office/drawing/2014/main" id="{A067B397-090D-930E-7033-1F31F6072396}"/>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9626168" y="1983640"/>
            <a:ext cx="540000" cy="540000"/>
          </a:xfrm>
          <a:prstGeom prst="rect">
            <a:avLst/>
          </a:prstGeom>
        </p:spPr>
      </p:pic>
      <p:pic>
        <p:nvPicPr>
          <p:cNvPr id="19" name="Graphic 18">
            <a:extLst>
              <a:ext uri="{FF2B5EF4-FFF2-40B4-BE49-F238E27FC236}">
                <a16:creationId xmlns:a16="http://schemas.microsoft.com/office/drawing/2014/main" id="{17604E81-D849-9740-4369-71A8A83CBEBA}"/>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5222297" y="2833333"/>
            <a:ext cx="540000" cy="540000"/>
          </a:xfrm>
          <a:prstGeom prst="rect">
            <a:avLst/>
          </a:prstGeom>
        </p:spPr>
      </p:pic>
      <p:pic>
        <p:nvPicPr>
          <p:cNvPr id="20" name="Graphic 19">
            <a:extLst>
              <a:ext uri="{FF2B5EF4-FFF2-40B4-BE49-F238E27FC236}">
                <a16:creationId xmlns:a16="http://schemas.microsoft.com/office/drawing/2014/main" id="{E37C975E-FB0C-46DA-4E2C-D73F793D1289}"/>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791839" y="2833333"/>
            <a:ext cx="540000" cy="540000"/>
          </a:xfrm>
          <a:prstGeom prst="rect">
            <a:avLst/>
          </a:prstGeom>
        </p:spPr>
      </p:pic>
      <p:pic>
        <p:nvPicPr>
          <p:cNvPr id="21" name="Graphic 20">
            <a:extLst>
              <a:ext uri="{FF2B5EF4-FFF2-40B4-BE49-F238E27FC236}">
                <a16:creationId xmlns:a16="http://schemas.microsoft.com/office/drawing/2014/main" id="{6323E04F-D192-BFBE-8E76-C1F3966341EC}"/>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4504018" y="2833333"/>
            <a:ext cx="540000" cy="540000"/>
          </a:xfrm>
          <a:prstGeom prst="rect">
            <a:avLst/>
          </a:prstGeom>
        </p:spPr>
      </p:pic>
      <p:sp>
        <p:nvSpPr>
          <p:cNvPr id="22" name="Freeform 222">
            <a:extLst>
              <a:ext uri="{FF2B5EF4-FFF2-40B4-BE49-F238E27FC236}">
                <a16:creationId xmlns:a16="http://schemas.microsoft.com/office/drawing/2014/main" id="{169DBC6F-2409-990A-2242-CB3BFF5A5ECB}"/>
              </a:ext>
            </a:extLst>
          </p:cNvPr>
          <p:cNvSpPr/>
          <p:nvPr userDrawn="1"/>
        </p:nvSpPr>
        <p:spPr>
          <a:xfrm>
            <a:off x="10357645" y="1983640"/>
            <a:ext cx="540000" cy="540000"/>
          </a:xfrm>
          <a:custGeom>
            <a:avLst/>
            <a:gdLst>
              <a:gd name="connsiteX0" fmla="*/ 0 w 540000"/>
              <a:gd name="connsiteY0" fmla="*/ 0 h 540000"/>
              <a:gd name="connsiteX1" fmla="*/ 540000 w 540000"/>
              <a:gd name="connsiteY1" fmla="*/ 0 h 540000"/>
              <a:gd name="connsiteX2" fmla="*/ 540000 w 540000"/>
              <a:gd name="connsiteY2" fmla="*/ 540000 h 540000"/>
              <a:gd name="connsiteX3" fmla="*/ 0 w 540000"/>
              <a:gd name="connsiteY3" fmla="*/ 540000 h 540000"/>
            </a:gdLst>
            <a:ahLst/>
            <a:cxnLst>
              <a:cxn ang="0">
                <a:pos x="connsiteX0" y="connsiteY0"/>
              </a:cxn>
              <a:cxn ang="0">
                <a:pos x="connsiteX1" y="connsiteY1"/>
              </a:cxn>
              <a:cxn ang="0">
                <a:pos x="connsiteX2" y="connsiteY2"/>
              </a:cxn>
              <a:cxn ang="0">
                <a:pos x="connsiteX3" y="connsiteY3"/>
              </a:cxn>
            </a:cxnLst>
            <a:rect l="l" t="t" r="r" b="b"/>
            <a:pathLst>
              <a:path w="540000" h="540000">
                <a:moveTo>
                  <a:pt x="0" y="0"/>
                </a:moveTo>
                <a:lnTo>
                  <a:pt x="540000" y="0"/>
                </a:lnTo>
                <a:lnTo>
                  <a:pt x="540000" y="540000"/>
                </a:lnTo>
                <a:lnTo>
                  <a:pt x="0" y="540000"/>
                </a:lnTo>
                <a:close/>
              </a:path>
            </a:pathLst>
          </a:custGeom>
          <a:noFill/>
          <a:ln w="2084" cap="flat">
            <a:noFill/>
            <a:prstDash val="solid"/>
            <a:miter/>
          </a:ln>
        </p:spPr>
        <p:txBody>
          <a:bodyPr rtlCol="0" anchor="ctr"/>
          <a:lstStyle/>
          <a:p>
            <a:endParaRPr lang="en-BE">
              <a:solidFill>
                <a:srgbClr val="14274C"/>
              </a:solidFill>
              <a:latin typeface="Trebuchet MS"/>
            </a:endParaRPr>
          </a:p>
        </p:txBody>
      </p:sp>
      <p:pic>
        <p:nvPicPr>
          <p:cNvPr id="23" name="Graphic 22">
            <a:extLst>
              <a:ext uri="{FF2B5EF4-FFF2-40B4-BE49-F238E27FC236}">
                <a16:creationId xmlns:a16="http://schemas.microsoft.com/office/drawing/2014/main" id="{3CD8C81A-16BF-DC9F-FADF-6826A8A5D87E}"/>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3023168" y="2833333"/>
            <a:ext cx="540000" cy="540000"/>
          </a:xfrm>
          <a:prstGeom prst="rect">
            <a:avLst/>
          </a:prstGeom>
        </p:spPr>
      </p:pic>
      <p:pic>
        <p:nvPicPr>
          <p:cNvPr id="24" name="Graphic 23">
            <a:extLst>
              <a:ext uri="{FF2B5EF4-FFF2-40B4-BE49-F238E27FC236}">
                <a16:creationId xmlns:a16="http://schemas.microsoft.com/office/drawing/2014/main" id="{6767A8B4-3092-7701-ED17-712781670695}"/>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6674369" y="2011628"/>
            <a:ext cx="540000" cy="540000"/>
          </a:xfrm>
          <a:prstGeom prst="rect">
            <a:avLst/>
          </a:prstGeom>
        </p:spPr>
      </p:pic>
      <p:pic>
        <p:nvPicPr>
          <p:cNvPr id="25" name="Graphic 24">
            <a:extLst>
              <a:ext uri="{FF2B5EF4-FFF2-40B4-BE49-F238E27FC236}">
                <a16:creationId xmlns:a16="http://schemas.microsoft.com/office/drawing/2014/main" id="{20E70BE4-1914-6981-383F-7D6C22667625}"/>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148372" y="1983640"/>
            <a:ext cx="540000" cy="540000"/>
          </a:xfrm>
          <a:prstGeom prst="rect">
            <a:avLst/>
          </a:prstGeom>
        </p:spPr>
      </p:pic>
      <p:pic>
        <p:nvPicPr>
          <p:cNvPr id="26" name="Graphic 25">
            <a:extLst>
              <a:ext uri="{FF2B5EF4-FFF2-40B4-BE49-F238E27FC236}">
                <a16:creationId xmlns:a16="http://schemas.microsoft.com/office/drawing/2014/main" id="{7406B4A9-2796-F7C4-30F4-A7F6B5F34B15}"/>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8894691" y="2011628"/>
            <a:ext cx="540000" cy="540000"/>
          </a:xfrm>
          <a:prstGeom prst="rect">
            <a:avLst/>
          </a:prstGeom>
        </p:spPr>
      </p:pic>
      <p:pic>
        <p:nvPicPr>
          <p:cNvPr id="27" name="Graphic 26">
            <a:extLst>
              <a:ext uri="{FF2B5EF4-FFF2-40B4-BE49-F238E27FC236}">
                <a16:creationId xmlns:a16="http://schemas.microsoft.com/office/drawing/2014/main" id="{A7B8F386-40E8-7760-8D2C-6FCFF01C9537}"/>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3763593" y="2833333"/>
            <a:ext cx="540000" cy="540000"/>
          </a:xfrm>
          <a:prstGeom prst="rect">
            <a:avLst/>
          </a:prstGeom>
        </p:spPr>
      </p:pic>
      <p:pic>
        <p:nvPicPr>
          <p:cNvPr id="28" name="Graphic 27">
            <a:extLst>
              <a:ext uri="{FF2B5EF4-FFF2-40B4-BE49-F238E27FC236}">
                <a16:creationId xmlns:a16="http://schemas.microsoft.com/office/drawing/2014/main" id="{E6AE867C-0080-AB50-3733-2A1B57EC71ED}"/>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7405846" y="1997076"/>
            <a:ext cx="540000" cy="540000"/>
          </a:xfrm>
          <a:prstGeom prst="rect">
            <a:avLst/>
          </a:prstGeom>
        </p:spPr>
      </p:pic>
      <p:pic>
        <p:nvPicPr>
          <p:cNvPr id="29" name="Graphic 28">
            <a:extLst>
              <a:ext uri="{FF2B5EF4-FFF2-40B4-BE49-F238E27FC236}">
                <a16:creationId xmlns:a16="http://schemas.microsoft.com/office/drawing/2014/main" id="{13E63B16-9881-AEA5-F35E-6F25DE3E4580}"/>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2282743" y="2833333"/>
            <a:ext cx="540000" cy="540000"/>
          </a:xfrm>
          <a:prstGeom prst="rect">
            <a:avLst/>
          </a:prstGeom>
        </p:spPr>
      </p:pic>
      <p:pic>
        <p:nvPicPr>
          <p:cNvPr id="30" name="Graphic 29">
            <a:extLst>
              <a:ext uri="{FF2B5EF4-FFF2-40B4-BE49-F238E27FC236}">
                <a16:creationId xmlns:a16="http://schemas.microsoft.com/office/drawing/2014/main" id="{39ACFC39-2E3E-9711-3B65-839108DBE6E7}"/>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4506615" y="1997076"/>
            <a:ext cx="540000" cy="540000"/>
          </a:xfrm>
          <a:prstGeom prst="rect">
            <a:avLst/>
          </a:prstGeom>
        </p:spPr>
      </p:pic>
      <p:pic>
        <p:nvPicPr>
          <p:cNvPr id="31" name="Graphic 30">
            <a:extLst>
              <a:ext uri="{FF2B5EF4-FFF2-40B4-BE49-F238E27FC236}">
                <a16:creationId xmlns:a16="http://schemas.microsoft.com/office/drawing/2014/main" id="{D17F61DA-5BE8-145D-F028-8076E9AEBD35}"/>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3027309" y="1988888"/>
            <a:ext cx="540000" cy="540000"/>
          </a:xfrm>
          <a:prstGeom prst="rect">
            <a:avLst/>
          </a:prstGeom>
        </p:spPr>
      </p:pic>
      <p:pic>
        <p:nvPicPr>
          <p:cNvPr id="32" name="Graphic 31">
            <a:extLst>
              <a:ext uri="{FF2B5EF4-FFF2-40B4-BE49-F238E27FC236}">
                <a16:creationId xmlns:a16="http://schemas.microsoft.com/office/drawing/2014/main" id="{96F9B477-0F46-C29C-273C-B7E365B8163B}"/>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1538177" y="2833333"/>
            <a:ext cx="540000" cy="540000"/>
          </a:xfrm>
          <a:prstGeom prst="rect">
            <a:avLst/>
          </a:prstGeom>
        </p:spPr>
      </p:pic>
      <p:pic>
        <p:nvPicPr>
          <p:cNvPr id="33" name="Graphic 32">
            <a:extLst>
              <a:ext uri="{FF2B5EF4-FFF2-40B4-BE49-F238E27FC236}">
                <a16:creationId xmlns:a16="http://schemas.microsoft.com/office/drawing/2014/main" id="{C38A33A8-F84F-F8C2-51C4-03DFF9718073}"/>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372487" y="1985885"/>
            <a:ext cx="540000" cy="540000"/>
          </a:xfrm>
          <a:prstGeom prst="rect">
            <a:avLst/>
          </a:prstGeom>
        </p:spPr>
      </p:pic>
      <p:pic>
        <p:nvPicPr>
          <p:cNvPr id="34" name="Graphic 33">
            <a:extLst>
              <a:ext uri="{FF2B5EF4-FFF2-40B4-BE49-F238E27FC236}">
                <a16:creationId xmlns:a16="http://schemas.microsoft.com/office/drawing/2014/main" id="{E83FAD38-2AAC-A140-8715-AA35A7D5A3F4}"/>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3767977" y="1983640"/>
            <a:ext cx="540000" cy="540000"/>
          </a:xfrm>
          <a:prstGeom prst="rect">
            <a:avLst/>
          </a:prstGeom>
        </p:spPr>
      </p:pic>
      <p:pic>
        <p:nvPicPr>
          <p:cNvPr id="35" name="Graphic 34">
            <a:extLst>
              <a:ext uri="{FF2B5EF4-FFF2-40B4-BE49-F238E27FC236}">
                <a16:creationId xmlns:a16="http://schemas.microsoft.com/office/drawing/2014/main" id="{31CB1BBF-9365-C263-9BD7-298303BFD374}"/>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1538177" y="1983640"/>
            <a:ext cx="540000" cy="540000"/>
          </a:xfrm>
          <a:prstGeom prst="rect">
            <a:avLst/>
          </a:prstGeom>
        </p:spPr>
      </p:pic>
      <p:pic>
        <p:nvPicPr>
          <p:cNvPr id="36" name="Graphic 35">
            <a:extLst>
              <a:ext uri="{FF2B5EF4-FFF2-40B4-BE49-F238E27FC236}">
                <a16:creationId xmlns:a16="http://schemas.microsoft.com/office/drawing/2014/main" id="{6C6DBCDC-B654-E76C-BAB5-4150CA320D7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791999" y="1983640"/>
            <a:ext cx="540000" cy="540000"/>
          </a:xfrm>
          <a:prstGeom prst="rect">
            <a:avLst/>
          </a:prstGeom>
        </p:spPr>
      </p:pic>
      <p:pic>
        <p:nvPicPr>
          <p:cNvPr id="37" name="Graphic 36">
            <a:extLst>
              <a:ext uri="{FF2B5EF4-FFF2-40B4-BE49-F238E27FC236}">
                <a16:creationId xmlns:a16="http://schemas.microsoft.com/office/drawing/2014/main" id="{ABAC4173-AC5C-C1F3-352B-353E5D71C920}"/>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2282743" y="1988888"/>
            <a:ext cx="540000" cy="540000"/>
          </a:xfrm>
          <a:prstGeom prst="rect">
            <a:avLst/>
          </a:prstGeom>
        </p:spPr>
      </p:pic>
      <p:pic>
        <p:nvPicPr>
          <p:cNvPr id="38" name="Graphic 37">
            <a:extLst>
              <a:ext uri="{FF2B5EF4-FFF2-40B4-BE49-F238E27FC236}">
                <a16:creationId xmlns:a16="http://schemas.microsoft.com/office/drawing/2014/main" id="{07D000CB-65B5-92F8-A171-A3A3CBD72D01}"/>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5941685" y="2011628"/>
            <a:ext cx="540000" cy="540000"/>
          </a:xfrm>
          <a:prstGeom prst="rect">
            <a:avLst/>
          </a:prstGeom>
        </p:spPr>
      </p:pic>
      <p:pic>
        <p:nvPicPr>
          <p:cNvPr id="39" name="Graphic 38">
            <a:extLst>
              <a:ext uri="{FF2B5EF4-FFF2-40B4-BE49-F238E27FC236}">
                <a16:creationId xmlns:a16="http://schemas.microsoft.com/office/drawing/2014/main" id="{E74DA140-F335-4411-64D9-0E7D70B15CE9}"/>
              </a:ext>
            </a:extLst>
          </p:cNvPr>
          <p:cNvPicPr>
            <a:picLocks noChangeAspect="1"/>
          </p:cNvPicPr>
          <p:nvPr userDrawn="1"/>
        </p:nvPicPr>
        <p:blipFill>
          <a:blip>
            <a:extLst>
              <a:ext uri="{96DAC541-7B7A-43D3-8B79-37D633B846F1}">
                <asvg:svgBlip xmlns:asvg="http://schemas.microsoft.com/office/drawing/2016/SVG/main" r:embed="rId35"/>
              </a:ext>
            </a:extLst>
          </a:blip>
          <a:srcRect/>
          <a:stretch/>
        </p:blipFill>
        <p:spPr>
          <a:xfrm>
            <a:off x="2177913" y="4514035"/>
            <a:ext cx="531879" cy="540000"/>
          </a:xfrm>
          <a:prstGeom prst="rect">
            <a:avLst/>
          </a:prstGeom>
        </p:spPr>
      </p:pic>
      <p:pic>
        <p:nvPicPr>
          <p:cNvPr id="40" name="Graphic 39">
            <a:extLst>
              <a:ext uri="{FF2B5EF4-FFF2-40B4-BE49-F238E27FC236}">
                <a16:creationId xmlns:a16="http://schemas.microsoft.com/office/drawing/2014/main" id="{97806BE4-6F37-9D22-97EC-0E31937295E2}"/>
              </a:ext>
            </a:extLst>
          </p:cNvPr>
          <p:cNvPicPr>
            <a:picLocks noChangeAspect="1"/>
          </p:cNvPicPr>
          <p:nvPr userDrawn="1"/>
        </p:nvPicPr>
        <p:blipFill>
          <a:blip>
            <a:extLst>
              <a:ext uri="{96DAC541-7B7A-43D3-8B79-37D633B846F1}">
                <asvg:svgBlip xmlns:asvg="http://schemas.microsoft.com/office/drawing/2016/SVG/main" r:embed="rId36"/>
              </a:ext>
            </a:extLst>
          </a:blip>
          <a:srcRect/>
          <a:stretch/>
        </p:blipFill>
        <p:spPr>
          <a:xfrm>
            <a:off x="1555913" y="4540907"/>
            <a:ext cx="422000" cy="540000"/>
          </a:xfrm>
          <a:prstGeom prst="rect">
            <a:avLst/>
          </a:prstGeom>
        </p:spPr>
      </p:pic>
      <p:pic>
        <p:nvPicPr>
          <p:cNvPr id="41" name="Graphic 40">
            <a:extLst>
              <a:ext uri="{FF2B5EF4-FFF2-40B4-BE49-F238E27FC236}">
                <a16:creationId xmlns:a16="http://schemas.microsoft.com/office/drawing/2014/main" id="{3321B798-2163-41CC-B05B-E5BB1FE4A0EC}"/>
              </a:ext>
            </a:extLst>
          </p:cNvPr>
          <p:cNvPicPr>
            <a:picLocks noChangeAspect="1"/>
          </p:cNvPicPr>
          <p:nvPr userDrawn="1"/>
        </p:nvPicPr>
        <p:blipFill>
          <a:blip>
            <a:extLst>
              <a:ext uri="{96DAC541-7B7A-43D3-8B79-37D633B846F1}">
                <asvg:svgBlip xmlns:asvg="http://schemas.microsoft.com/office/drawing/2016/SVG/main" r:embed="rId37"/>
              </a:ext>
            </a:extLst>
          </a:blip>
          <a:srcRect/>
          <a:stretch/>
        </p:blipFill>
        <p:spPr>
          <a:xfrm>
            <a:off x="821316" y="4540907"/>
            <a:ext cx="462857" cy="539999"/>
          </a:xfrm>
          <a:prstGeom prst="rect">
            <a:avLst/>
          </a:prstGeom>
        </p:spPr>
      </p:pic>
      <p:pic>
        <p:nvPicPr>
          <p:cNvPr id="42" name="Graphic 41">
            <a:extLst>
              <a:ext uri="{FF2B5EF4-FFF2-40B4-BE49-F238E27FC236}">
                <a16:creationId xmlns:a16="http://schemas.microsoft.com/office/drawing/2014/main" id="{2551ECB9-0435-5BEF-5B4E-8E283E5E2042}"/>
              </a:ext>
            </a:extLst>
          </p:cNvPr>
          <p:cNvPicPr>
            <a:picLocks noChangeAspect="1"/>
          </p:cNvPicPr>
          <p:nvPr userDrawn="1"/>
        </p:nvPicPr>
        <p:blipFill>
          <a:blip>
            <a:extLst>
              <a:ext uri="{96DAC541-7B7A-43D3-8B79-37D633B846F1}">
                <asvg:svgBlip xmlns:asvg="http://schemas.microsoft.com/office/drawing/2016/SVG/main" r:embed="rId38"/>
              </a:ext>
            </a:extLst>
          </a:blip>
          <a:srcRect/>
          <a:stretch/>
        </p:blipFill>
        <p:spPr>
          <a:xfrm>
            <a:off x="5338000" y="4514035"/>
            <a:ext cx="535846" cy="539999"/>
          </a:xfrm>
          <a:prstGeom prst="rect">
            <a:avLst/>
          </a:prstGeom>
        </p:spPr>
      </p:pic>
      <p:pic>
        <p:nvPicPr>
          <p:cNvPr id="43" name="Graphic 42">
            <a:extLst>
              <a:ext uri="{FF2B5EF4-FFF2-40B4-BE49-F238E27FC236}">
                <a16:creationId xmlns:a16="http://schemas.microsoft.com/office/drawing/2014/main" id="{62395DFF-DB0B-D99E-08C1-9C765B981B27}"/>
              </a:ext>
            </a:extLst>
          </p:cNvPr>
          <p:cNvPicPr>
            <a:picLocks noChangeAspect="1"/>
          </p:cNvPicPr>
          <p:nvPr userDrawn="1"/>
        </p:nvPicPr>
        <p:blipFill>
          <a:blip>
            <a:extLst>
              <a:ext uri="{96DAC541-7B7A-43D3-8B79-37D633B846F1}">
                <asvg:svgBlip xmlns:asvg="http://schemas.microsoft.com/office/drawing/2016/SVG/main" r:embed="rId39"/>
              </a:ext>
            </a:extLst>
          </a:blip>
          <a:srcRect/>
          <a:stretch/>
        </p:blipFill>
        <p:spPr>
          <a:xfrm>
            <a:off x="3646552" y="4514035"/>
            <a:ext cx="677647" cy="539999"/>
          </a:xfrm>
          <a:prstGeom prst="rect">
            <a:avLst/>
          </a:prstGeom>
        </p:spPr>
      </p:pic>
      <p:pic>
        <p:nvPicPr>
          <p:cNvPr id="44" name="Graphic 43">
            <a:extLst>
              <a:ext uri="{FF2B5EF4-FFF2-40B4-BE49-F238E27FC236}">
                <a16:creationId xmlns:a16="http://schemas.microsoft.com/office/drawing/2014/main" id="{E4FE3DDC-ACF4-55B5-E546-6BC2B3E87E51}"/>
              </a:ext>
            </a:extLst>
          </p:cNvPr>
          <p:cNvPicPr>
            <a:picLocks noChangeAspect="1"/>
          </p:cNvPicPr>
          <p:nvPr userDrawn="1"/>
        </p:nvPicPr>
        <p:blipFill>
          <a:blip>
            <a:extLst>
              <a:ext uri="{96DAC541-7B7A-43D3-8B79-37D633B846F1}">
                <asvg:svgBlip xmlns:asvg="http://schemas.microsoft.com/office/drawing/2016/SVG/main" r:embed="rId40"/>
              </a:ext>
            </a:extLst>
          </a:blip>
          <a:srcRect/>
          <a:stretch/>
        </p:blipFill>
        <p:spPr>
          <a:xfrm>
            <a:off x="2906127" y="4514035"/>
            <a:ext cx="544090" cy="540000"/>
          </a:xfrm>
          <a:prstGeom prst="rect">
            <a:avLst/>
          </a:prstGeom>
        </p:spPr>
      </p:pic>
      <p:pic>
        <p:nvPicPr>
          <p:cNvPr id="45" name="Graphic 44">
            <a:extLst>
              <a:ext uri="{FF2B5EF4-FFF2-40B4-BE49-F238E27FC236}">
                <a16:creationId xmlns:a16="http://schemas.microsoft.com/office/drawing/2014/main" id="{D19FAFF5-B120-7A07-AD16-B8B4DFC49EA7}"/>
              </a:ext>
            </a:extLst>
          </p:cNvPr>
          <p:cNvPicPr>
            <a:picLocks noChangeAspect="1"/>
          </p:cNvPicPr>
          <p:nvPr userDrawn="1"/>
        </p:nvPicPr>
        <p:blipFill>
          <a:blip>
            <a:extLst>
              <a:ext uri="{96DAC541-7B7A-43D3-8B79-37D633B846F1}">
                <asvg:svgBlip xmlns:asvg="http://schemas.microsoft.com/office/drawing/2016/SVG/main" r:embed="rId41"/>
              </a:ext>
            </a:extLst>
          </a:blip>
          <a:srcRect/>
          <a:stretch/>
        </p:blipFill>
        <p:spPr>
          <a:xfrm>
            <a:off x="9842420" y="3677779"/>
            <a:ext cx="535731" cy="539999"/>
          </a:xfrm>
          <a:prstGeom prst="rect">
            <a:avLst/>
          </a:prstGeom>
        </p:spPr>
      </p:pic>
      <p:pic>
        <p:nvPicPr>
          <p:cNvPr id="46" name="Graphic 45">
            <a:extLst>
              <a:ext uri="{FF2B5EF4-FFF2-40B4-BE49-F238E27FC236}">
                <a16:creationId xmlns:a16="http://schemas.microsoft.com/office/drawing/2014/main" id="{6689C2C2-72BF-F15F-9887-2FE24FC9E28D}"/>
              </a:ext>
            </a:extLst>
          </p:cNvPr>
          <p:cNvPicPr>
            <a:picLocks noChangeAspect="1"/>
          </p:cNvPicPr>
          <p:nvPr userDrawn="1"/>
        </p:nvPicPr>
        <p:blipFill>
          <a:blip>
            <a:extLst>
              <a:ext uri="{96DAC541-7B7A-43D3-8B79-37D633B846F1}">
                <asvg:svgBlip xmlns:asvg="http://schemas.microsoft.com/office/drawing/2016/SVG/main" r:embed="rId42"/>
              </a:ext>
            </a:extLst>
          </a:blip>
          <a:srcRect/>
          <a:stretch/>
        </p:blipFill>
        <p:spPr>
          <a:xfrm>
            <a:off x="4524199" y="4514035"/>
            <a:ext cx="542061" cy="539999"/>
          </a:xfrm>
          <a:prstGeom prst="rect">
            <a:avLst/>
          </a:prstGeom>
        </p:spPr>
      </p:pic>
      <p:pic>
        <p:nvPicPr>
          <p:cNvPr id="47" name="Graphic 46">
            <a:extLst>
              <a:ext uri="{FF2B5EF4-FFF2-40B4-BE49-F238E27FC236}">
                <a16:creationId xmlns:a16="http://schemas.microsoft.com/office/drawing/2014/main" id="{0849E755-EF62-01EF-154D-26F940FE694B}"/>
              </a:ext>
            </a:extLst>
          </p:cNvPr>
          <p:cNvPicPr>
            <a:picLocks noChangeAspect="1"/>
          </p:cNvPicPr>
          <p:nvPr userDrawn="1"/>
        </p:nvPicPr>
        <p:blipFill>
          <a:blip>
            <a:extLst>
              <a:ext uri="{96DAC541-7B7A-43D3-8B79-37D633B846F1}">
                <asvg:svgBlip xmlns:asvg="http://schemas.microsoft.com/office/drawing/2016/SVG/main" r:embed="rId43"/>
              </a:ext>
            </a:extLst>
          </a:blip>
          <a:srcRect/>
          <a:stretch/>
        </p:blipFill>
        <p:spPr>
          <a:xfrm>
            <a:off x="7515816" y="3677779"/>
            <a:ext cx="559133" cy="540000"/>
          </a:xfrm>
          <a:prstGeom prst="rect">
            <a:avLst/>
          </a:prstGeom>
        </p:spPr>
      </p:pic>
      <p:pic>
        <p:nvPicPr>
          <p:cNvPr id="48" name="Graphic 47">
            <a:extLst>
              <a:ext uri="{FF2B5EF4-FFF2-40B4-BE49-F238E27FC236}">
                <a16:creationId xmlns:a16="http://schemas.microsoft.com/office/drawing/2014/main" id="{4784B143-BD88-AEA4-7060-6B64E2E65F06}"/>
              </a:ext>
            </a:extLst>
          </p:cNvPr>
          <p:cNvPicPr>
            <a:picLocks noChangeAspect="1"/>
          </p:cNvPicPr>
          <p:nvPr userDrawn="1"/>
        </p:nvPicPr>
        <p:blipFill>
          <a:blip>
            <a:extLst>
              <a:ext uri="{96DAC541-7B7A-43D3-8B79-37D633B846F1}">
                <asvg:svgBlip xmlns:asvg="http://schemas.microsoft.com/office/drawing/2016/SVG/main" r:embed="rId44"/>
              </a:ext>
            </a:extLst>
          </a:blip>
          <a:srcRect/>
          <a:stretch/>
        </p:blipFill>
        <p:spPr>
          <a:xfrm>
            <a:off x="9092780" y="3677779"/>
            <a:ext cx="561600" cy="540000"/>
          </a:xfrm>
          <a:prstGeom prst="rect">
            <a:avLst/>
          </a:prstGeom>
        </p:spPr>
      </p:pic>
      <p:pic>
        <p:nvPicPr>
          <p:cNvPr id="49" name="Graphic 48">
            <a:extLst>
              <a:ext uri="{FF2B5EF4-FFF2-40B4-BE49-F238E27FC236}">
                <a16:creationId xmlns:a16="http://schemas.microsoft.com/office/drawing/2014/main" id="{32D64D0B-9B48-671B-324E-6D2E58D99EBC}"/>
              </a:ext>
            </a:extLst>
          </p:cNvPr>
          <p:cNvPicPr>
            <a:picLocks noChangeAspect="1"/>
          </p:cNvPicPr>
          <p:nvPr userDrawn="1"/>
        </p:nvPicPr>
        <p:blipFill>
          <a:blip>
            <a:extLst>
              <a:ext uri="{96DAC541-7B7A-43D3-8B79-37D633B846F1}">
                <asvg:svgBlip xmlns:asvg="http://schemas.microsoft.com/office/drawing/2016/SVG/main" r:embed="rId45"/>
              </a:ext>
            </a:extLst>
          </a:blip>
          <a:srcRect/>
          <a:stretch/>
        </p:blipFill>
        <p:spPr>
          <a:xfrm>
            <a:off x="10566191" y="3677779"/>
            <a:ext cx="540000" cy="540000"/>
          </a:xfrm>
          <a:prstGeom prst="rect">
            <a:avLst/>
          </a:prstGeom>
        </p:spPr>
      </p:pic>
      <p:pic>
        <p:nvPicPr>
          <p:cNvPr id="50" name="Graphic 49">
            <a:extLst>
              <a:ext uri="{FF2B5EF4-FFF2-40B4-BE49-F238E27FC236}">
                <a16:creationId xmlns:a16="http://schemas.microsoft.com/office/drawing/2014/main" id="{5824E3CF-FD54-D020-0B0A-6E4DC12B2BB0}"/>
              </a:ext>
            </a:extLst>
          </p:cNvPr>
          <p:cNvPicPr>
            <a:picLocks noChangeAspect="1"/>
          </p:cNvPicPr>
          <p:nvPr userDrawn="1"/>
        </p:nvPicPr>
        <p:blipFill>
          <a:blip>
            <a:extLst>
              <a:ext uri="{96DAC541-7B7A-43D3-8B79-37D633B846F1}">
                <asvg:svgBlip xmlns:asvg="http://schemas.microsoft.com/office/drawing/2016/SVG/main" r:embed="rId46"/>
              </a:ext>
            </a:extLst>
          </a:blip>
          <a:srcRect/>
          <a:stretch/>
        </p:blipFill>
        <p:spPr>
          <a:xfrm>
            <a:off x="5264411" y="3677779"/>
            <a:ext cx="616000" cy="540000"/>
          </a:xfrm>
          <a:prstGeom prst="rect">
            <a:avLst/>
          </a:prstGeom>
        </p:spPr>
      </p:pic>
      <p:pic>
        <p:nvPicPr>
          <p:cNvPr id="51" name="Graphic 50">
            <a:extLst>
              <a:ext uri="{FF2B5EF4-FFF2-40B4-BE49-F238E27FC236}">
                <a16:creationId xmlns:a16="http://schemas.microsoft.com/office/drawing/2014/main" id="{13330217-D02A-4720-8E32-6CE8C6B81A8E}"/>
              </a:ext>
            </a:extLst>
          </p:cNvPr>
          <p:cNvPicPr>
            <a:picLocks noChangeAspect="1"/>
          </p:cNvPicPr>
          <p:nvPr userDrawn="1"/>
        </p:nvPicPr>
        <p:blipFill>
          <a:blip>
            <a:extLst>
              <a:ext uri="{96DAC541-7B7A-43D3-8B79-37D633B846F1}">
                <asvg:svgBlip xmlns:asvg="http://schemas.microsoft.com/office/drawing/2016/SVG/main" r:embed="rId47"/>
              </a:ext>
            </a:extLst>
          </a:blip>
          <a:srcRect/>
          <a:stretch/>
        </p:blipFill>
        <p:spPr>
          <a:xfrm>
            <a:off x="6750001" y="3677779"/>
            <a:ext cx="570240" cy="540000"/>
          </a:xfrm>
          <a:prstGeom prst="rect">
            <a:avLst/>
          </a:prstGeom>
        </p:spPr>
      </p:pic>
      <p:pic>
        <p:nvPicPr>
          <p:cNvPr id="52" name="Graphic 51">
            <a:extLst>
              <a:ext uri="{FF2B5EF4-FFF2-40B4-BE49-F238E27FC236}">
                <a16:creationId xmlns:a16="http://schemas.microsoft.com/office/drawing/2014/main" id="{A70D203C-2C9D-EB13-6801-CD9CA40154BD}"/>
              </a:ext>
            </a:extLst>
          </p:cNvPr>
          <p:cNvPicPr>
            <a:picLocks noChangeAspect="1"/>
          </p:cNvPicPr>
          <p:nvPr userDrawn="1"/>
        </p:nvPicPr>
        <p:blipFill>
          <a:blip>
            <a:extLst>
              <a:ext uri="{96DAC541-7B7A-43D3-8B79-37D633B846F1}">
                <asvg:svgBlip xmlns:asvg="http://schemas.microsoft.com/office/drawing/2016/SVG/main" r:embed="rId48"/>
              </a:ext>
            </a:extLst>
          </a:blip>
          <a:srcRect/>
          <a:stretch/>
        </p:blipFill>
        <p:spPr>
          <a:xfrm>
            <a:off x="8346433" y="3677779"/>
            <a:ext cx="556000" cy="540000"/>
          </a:xfrm>
          <a:prstGeom prst="rect">
            <a:avLst/>
          </a:prstGeom>
        </p:spPr>
      </p:pic>
      <p:pic>
        <p:nvPicPr>
          <p:cNvPr id="53" name="Graphic 52">
            <a:extLst>
              <a:ext uri="{FF2B5EF4-FFF2-40B4-BE49-F238E27FC236}">
                <a16:creationId xmlns:a16="http://schemas.microsoft.com/office/drawing/2014/main" id="{991ACF4D-6BDD-B027-02CA-5D5B2507BB3E}"/>
              </a:ext>
            </a:extLst>
          </p:cNvPr>
          <p:cNvPicPr>
            <a:picLocks noChangeAspect="1"/>
          </p:cNvPicPr>
          <p:nvPr userDrawn="1"/>
        </p:nvPicPr>
        <p:blipFill>
          <a:blip>
            <a:extLst>
              <a:ext uri="{96DAC541-7B7A-43D3-8B79-37D633B846F1}">
                <asvg:svgBlip xmlns:asvg="http://schemas.microsoft.com/office/drawing/2016/SVG/main" r:embed="rId49"/>
              </a:ext>
            </a:extLst>
          </a:blip>
          <a:srcRect/>
          <a:stretch/>
        </p:blipFill>
        <p:spPr>
          <a:xfrm>
            <a:off x="6027614" y="3677779"/>
            <a:ext cx="580449" cy="539999"/>
          </a:xfrm>
          <a:prstGeom prst="rect">
            <a:avLst/>
          </a:prstGeom>
        </p:spPr>
      </p:pic>
      <p:pic>
        <p:nvPicPr>
          <p:cNvPr id="54" name="Graphic 53">
            <a:extLst>
              <a:ext uri="{FF2B5EF4-FFF2-40B4-BE49-F238E27FC236}">
                <a16:creationId xmlns:a16="http://schemas.microsoft.com/office/drawing/2014/main" id="{66872561-BDB8-0F9A-2DE7-0072E6055A9E}"/>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4252635" y="5366668"/>
            <a:ext cx="481516" cy="539999"/>
          </a:xfrm>
          <a:prstGeom prst="rect">
            <a:avLst/>
          </a:prstGeom>
        </p:spPr>
      </p:pic>
      <p:pic>
        <p:nvPicPr>
          <p:cNvPr id="55" name="Graphic 54">
            <a:extLst>
              <a:ext uri="{FF2B5EF4-FFF2-40B4-BE49-F238E27FC236}">
                <a16:creationId xmlns:a16="http://schemas.microsoft.com/office/drawing/2014/main" id="{265FC305-7B76-A19F-2091-AAFAB385E85C}"/>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607698" y="5366668"/>
            <a:ext cx="471307" cy="539999"/>
          </a:xfrm>
          <a:prstGeom prst="rect">
            <a:avLst/>
          </a:prstGeom>
        </p:spPr>
      </p:pic>
      <p:pic>
        <p:nvPicPr>
          <p:cNvPr id="56" name="Graphic 55">
            <a:extLst>
              <a:ext uri="{FF2B5EF4-FFF2-40B4-BE49-F238E27FC236}">
                <a16:creationId xmlns:a16="http://schemas.microsoft.com/office/drawing/2014/main" id="{6EF06E6D-5B59-8F41-0AE6-2FD173CF7667}"/>
              </a:ext>
            </a:extLst>
          </p:cNvPr>
          <p:cNvPicPr>
            <a:picLocks noChangeAspect="1"/>
          </p:cNvPicPr>
          <p:nvPr userDrawn="1"/>
        </p:nvPicPr>
        <p:blipFill>
          <a:blip>
            <a:extLst>
              <a:ext uri="{96DAC541-7B7A-43D3-8B79-37D633B846F1}">
                <asvg:svgBlip xmlns:asvg="http://schemas.microsoft.com/office/drawing/2016/SVG/main" r:embed="rId52"/>
              </a:ext>
            </a:extLst>
          </a:blip>
          <a:srcRect/>
          <a:stretch/>
        </p:blipFill>
        <p:spPr>
          <a:xfrm>
            <a:off x="6077561" y="4519213"/>
            <a:ext cx="466451" cy="540000"/>
          </a:xfrm>
          <a:prstGeom prst="rect">
            <a:avLst/>
          </a:prstGeom>
        </p:spPr>
      </p:pic>
      <p:pic>
        <p:nvPicPr>
          <p:cNvPr id="57" name="Graphic 56">
            <a:extLst>
              <a:ext uri="{FF2B5EF4-FFF2-40B4-BE49-F238E27FC236}">
                <a16:creationId xmlns:a16="http://schemas.microsoft.com/office/drawing/2014/main" id="{C0EC1F58-49D8-5664-1CE9-0C8256655DCA}"/>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2895791" y="5366668"/>
            <a:ext cx="541942" cy="539999"/>
          </a:xfrm>
          <a:prstGeom prst="rect">
            <a:avLst/>
          </a:prstGeom>
        </p:spPr>
      </p:pic>
      <p:pic>
        <p:nvPicPr>
          <p:cNvPr id="58" name="Graphic 57">
            <a:extLst>
              <a:ext uri="{FF2B5EF4-FFF2-40B4-BE49-F238E27FC236}">
                <a16:creationId xmlns:a16="http://schemas.microsoft.com/office/drawing/2014/main" id="{5B02FC89-116C-24C7-1063-CDFD0A50D562}"/>
              </a:ext>
            </a:extLst>
          </p:cNvPr>
          <p:cNvPicPr>
            <a:picLocks noChangeAspect="1"/>
          </p:cNvPicPr>
          <p:nvPr userDrawn="1"/>
        </p:nvPicPr>
        <p:blipFill>
          <a:blip>
            <a:extLst>
              <a:ext uri="{96DAC541-7B7A-43D3-8B79-37D633B846F1}">
                <asvg:svgBlip xmlns:asvg="http://schemas.microsoft.com/office/drawing/2016/SVG/main" r:embed="rId54"/>
              </a:ext>
            </a:extLst>
          </a:blip>
          <a:srcRect/>
          <a:stretch/>
        </p:blipFill>
        <p:spPr>
          <a:xfrm>
            <a:off x="2146516" y="5366668"/>
            <a:ext cx="579310" cy="539999"/>
          </a:xfrm>
          <a:prstGeom prst="rect">
            <a:avLst/>
          </a:prstGeom>
        </p:spPr>
      </p:pic>
      <p:pic>
        <p:nvPicPr>
          <p:cNvPr id="59" name="Graphic 58">
            <a:extLst>
              <a:ext uri="{FF2B5EF4-FFF2-40B4-BE49-F238E27FC236}">
                <a16:creationId xmlns:a16="http://schemas.microsoft.com/office/drawing/2014/main" id="{49A79E09-AD9E-5B12-4FDA-992D6AB1BC79}"/>
              </a:ext>
            </a:extLst>
          </p:cNvPr>
          <p:cNvPicPr>
            <a:picLocks noChangeAspect="1"/>
          </p:cNvPicPr>
          <p:nvPr userDrawn="1"/>
        </p:nvPicPr>
        <p:blipFill>
          <a:blip>
            <a:extLst>
              <a:ext uri="{96DAC541-7B7A-43D3-8B79-37D633B846F1}">
                <asvg:svgBlip xmlns:asvg="http://schemas.microsoft.com/office/drawing/2016/SVG/main" r:embed="rId55"/>
              </a:ext>
            </a:extLst>
          </a:blip>
          <a:srcRect/>
          <a:stretch/>
        </p:blipFill>
        <p:spPr>
          <a:xfrm>
            <a:off x="8368321" y="4496215"/>
            <a:ext cx="505653" cy="540000"/>
          </a:xfrm>
          <a:prstGeom prst="rect">
            <a:avLst/>
          </a:prstGeom>
        </p:spPr>
      </p:pic>
      <p:pic>
        <p:nvPicPr>
          <p:cNvPr id="60" name="Graphic 59">
            <a:extLst>
              <a:ext uri="{FF2B5EF4-FFF2-40B4-BE49-F238E27FC236}">
                <a16:creationId xmlns:a16="http://schemas.microsoft.com/office/drawing/2014/main" id="{CF3B29A2-B956-4529-65A0-9657C25DEC4E}"/>
              </a:ext>
            </a:extLst>
          </p:cNvPr>
          <p:cNvPicPr>
            <a:picLocks noChangeAspect="1"/>
          </p:cNvPicPr>
          <p:nvPr userDrawn="1"/>
        </p:nvPicPr>
        <p:blipFill>
          <a:blip>
            <a:extLst>
              <a:ext uri="{96DAC541-7B7A-43D3-8B79-37D633B846F1}">
                <asvg:svgBlip xmlns:asvg="http://schemas.microsoft.com/office/drawing/2016/SVG/main" r:embed="rId56"/>
              </a:ext>
            </a:extLst>
          </a:blip>
          <a:srcRect/>
          <a:stretch/>
        </p:blipFill>
        <p:spPr>
          <a:xfrm>
            <a:off x="9833102" y="4624939"/>
            <a:ext cx="574217" cy="423535"/>
          </a:xfrm>
          <a:prstGeom prst="rect">
            <a:avLst/>
          </a:prstGeom>
        </p:spPr>
      </p:pic>
      <p:pic>
        <p:nvPicPr>
          <p:cNvPr id="61" name="Graphic 60">
            <a:extLst>
              <a:ext uri="{FF2B5EF4-FFF2-40B4-BE49-F238E27FC236}">
                <a16:creationId xmlns:a16="http://schemas.microsoft.com/office/drawing/2014/main" id="{62F4D89A-45B7-7A57-1229-F2B8F9065A33}"/>
              </a:ext>
            </a:extLst>
          </p:cNvPr>
          <p:cNvPicPr>
            <a:picLocks noChangeAspect="1"/>
          </p:cNvPicPr>
          <p:nvPr userDrawn="1"/>
        </p:nvPicPr>
        <p:blipFill>
          <a:blip>
            <a:extLst>
              <a:ext uri="{96DAC541-7B7A-43D3-8B79-37D633B846F1}">
                <asvg:svgBlip xmlns:asvg="http://schemas.microsoft.com/office/drawing/2016/SVG/main" r:embed="rId57"/>
              </a:ext>
            </a:extLst>
          </a:blip>
          <a:srcRect/>
          <a:stretch/>
        </p:blipFill>
        <p:spPr>
          <a:xfrm>
            <a:off x="1420610" y="5382412"/>
            <a:ext cx="555940" cy="540000"/>
          </a:xfrm>
          <a:prstGeom prst="rect">
            <a:avLst/>
          </a:prstGeom>
        </p:spPr>
      </p:pic>
      <p:pic>
        <p:nvPicPr>
          <p:cNvPr id="62" name="Graphic 61">
            <a:extLst>
              <a:ext uri="{FF2B5EF4-FFF2-40B4-BE49-F238E27FC236}">
                <a16:creationId xmlns:a16="http://schemas.microsoft.com/office/drawing/2014/main" id="{FC15704D-5A7A-2487-C444-51CA153690F0}"/>
              </a:ext>
            </a:extLst>
          </p:cNvPr>
          <p:cNvPicPr>
            <a:picLocks noChangeAspect="1"/>
          </p:cNvPicPr>
          <p:nvPr userDrawn="1"/>
        </p:nvPicPr>
        <p:blipFill>
          <a:blip>
            <a:extLst>
              <a:ext uri="{96DAC541-7B7A-43D3-8B79-37D633B846F1}">
                <asvg:svgBlip xmlns:asvg="http://schemas.microsoft.com/office/drawing/2016/SVG/main" r:embed="rId58"/>
              </a:ext>
            </a:extLst>
          </a:blip>
          <a:srcRect/>
          <a:stretch/>
        </p:blipFill>
        <p:spPr>
          <a:xfrm>
            <a:off x="10609248" y="4496215"/>
            <a:ext cx="528387" cy="539999"/>
          </a:xfrm>
          <a:prstGeom prst="rect">
            <a:avLst/>
          </a:prstGeom>
        </p:spPr>
      </p:pic>
      <p:pic>
        <p:nvPicPr>
          <p:cNvPr id="63" name="Graphic 62">
            <a:extLst>
              <a:ext uri="{FF2B5EF4-FFF2-40B4-BE49-F238E27FC236}">
                <a16:creationId xmlns:a16="http://schemas.microsoft.com/office/drawing/2014/main" id="{663B514D-0EC6-7AC9-2AAF-50DDA329370C}"/>
              </a:ext>
            </a:extLst>
          </p:cNvPr>
          <p:cNvPicPr>
            <a:picLocks noChangeAspect="1"/>
          </p:cNvPicPr>
          <p:nvPr userDrawn="1"/>
        </p:nvPicPr>
        <p:blipFill>
          <a:blip>
            <a:extLst>
              <a:ext uri="{96DAC541-7B7A-43D3-8B79-37D633B846F1}">
                <asvg:svgBlip xmlns:asvg="http://schemas.microsoft.com/office/drawing/2016/SVG/main" r:embed="rId59"/>
              </a:ext>
            </a:extLst>
          </a:blip>
          <a:srcRect/>
          <a:stretch/>
        </p:blipFill>
        <p:spPr>
          <a:xfrm>
            <a:off x="821316" y="5366668"/>
            <a:ext cx="429328" cy="540000"/>
          </a:xfrm>
          <a:prstGeom prst="rect">
            <a:avLst/>
          </a:prstGeom>
        </p:spPr>
      </p:pic>
      <p:pic>
        <p:nvPicPr>
          <p:cNvPr id="64" name="Graphic 63">
            <a:extLst>
              <a:ext uri="{FF2B5EF4-FFF2-40B4-BE49-F238E27FC236}">
                <a16:creationId xmlns:a16="http://schemas.microsoft.com/office/drawing/2014/main" id="{153FA5BC-1235-C453-3CED-E3DFFC3917EE}"/>
              </a:ext>
            </a:extLst>
          </p:cNvPr>
          <p:cNvPicPr>
            <a:picLocks noChangeAspect="1"/>
          </p:cNvPicPr>
          <p:nvPr userDrawn="1"/>
        </p:nvPicPr>
        <p:blipFill>
          <a:blip>
            <a:extLst>
              <a:ext uri="{96DAC541-7B7A-43D3-8B79-37D633B846F1}">
                <asvg:svgBlip xmlns:asvg="http://schemas.microsoft.com/office/drawing/2016/SVG/main" r:embed="rId60"/>
              </a:ext>
            </a:extLst>
          </a:blip>
          <a:srcRect/>
          <a:stretch/>
        </p:blipFill>
        <p:spPr>
          <a:xfrm>
            <a:off x="7557040" y="4508475"/>
            <a:ext cx="540000" cy="540000"/>
          </a:xfrm>
          <a:prstGeom prst="rect">
            <a:avLst/>
          </a:prstGeom>
        </p:spPr>
      </p:pic>
      <p:pic>
        <p:nvPicPr>
          <p:cNvPr id="65" name="Graphic 64">
            <a:extLst>
              <a:ext uri="{FF2B5EF4-FFF2-40B4-BE49-F238E27FC236}">
                <a16:creationId xmlns:a16="http://schemas.microsoft.com/office/drawing/2014/main" id="{711CE033-DED1-0191-F97B-2B0F2D407D35}"/>
              </a:ext>
            </a:extLst>
          </p:cNvPr>
          <p:cNvPicPr>
            <a:picLocks noChangeAspect="1"/>
          </p:cNvPicPr>
          <p:nvPr userDrawn="1"/>
        </p:nvPicPr>
        <p:blipFill>
          <a:blip>
            <a:extLst>
              <a:ext uri="{96DAC541-7B7A-43D3-8B79-37D633B846F1}">
                <asvg:svgBlip xmlns:asvg="http://schemas.microsoft.com/office/drawing/2016/SVG/main" r:embed="rId61"/>
              </a:ext>
            </a:extLst>
          </a:blip>
          <a:srcRect/>
          <a:stretch/>
        </p:blipFill>
        <p:spPr>
          <a:xfrm>
            <a:off x="9066974" y="4523775"/>
            <a:ext cx="573882" cy="539999"/>
          </a:xfrm>
          <a:prstGeom prst="rect">
            <a:avLst/>
          </a:prstGeom>
        </p:spPr>
      </p:pic>
      <p:pic>
        <p:nvPicPr>
          <p:cNvPr id="66" name="Graphic 65">
            <a:extLst>
              <a:ext uri="{FF2B5EF4-FFF2-40B4-BE49-F238E27FC236}">
                <a16:creationId xmlns:a16="http://schemas.microsoft.com/office/drawing/2014/main" id="{19861DE0-125A-D941-8FE2-5529EB8F352D}"/>
              </a:ext>
            </a:extLst>
          </p:cNvPr>
          <p:cNvPicPr>
            <a:picLocks noChangeAspect="1"/>
          </p:cNvPicPr>
          <p:nvPr userDrawn="1"/>
        </p:nvPicPr>
        <p:blipFill>
          <a:blip>
            <a:extLst>
              <a:ext uri="{96DAC541-7B7A-43D3-8B79-37D633B846F1}">
                <asvg:svgBlip xmlns:asvg="http://schemas.microsoft.com/office/drawing/2016/SVG/main" r:embed="rId62"/>
              </a:ext>
            </a:extLst>
          </a:blip>
          <a:srcRect/>
          <a:stretch/>
        </p:blipFill>
        <p:spPr>
          <a:xfrm>
            <a:off x="6747728" y="4519213"/>
            <a:ext cx="599294" cy="539999"/>
          </a:xfrm>
          <a:prstGeom prst="rect">
            <a:avLst/>
          </a:prstGeom>
        </p:spPr>
      </p:pic>
      <p:pic>
        <p:nvPicPr>
          <p:cNvPr id="67" name="Graphic 66">
            <a:extLst>
              <a:ext uri="{FF2B5EF4-FFF2-40B4-BE49-F238E27FC236}">
                <a16:creationId xmlns:a16="http://schemas.microsoft.com/office/drawing/2014/main" id="{6C6A825B-877B-A50D-2AB3-A3C8887ECC51}"/>
              </a:ext>
            </a:extLst>
          </p:cNvPr>
          <p:cNvPicPr>
            <a:picLocks noChangeAspect="1"/>
          </p:cNvPicPr>
          <p:nvPr userDrawn="1"/>
        </p:nvPicPr>
        <p:blipFill>
          <a:blip>
            <a:extLst>
              <a:ext uri="{96DAC541-7B7A-43D3-8B79-37D633B846F1}">
                <asvg:svgBlip xmlns:asvg="http://schemas.microsoft.com/office/drawing/2016/SVG/main" r:embed="rId63"/>
              </a:ext>
            </a:extLst>
          </a:blip>
          <a:stretch>
            <a:fillRect/>
          </a:stretch>
        </p:blipFill>
        <p:spPr>
          <a:xfrm>
            <a:off x="6317895" y="5382412"/>
            <a:ext cx="416571" cy="540000"/>
          </a:xfrm>
          <a:prstGeom prst="rect">
            <a:avLst/>
          </a:prstGeom>
        </p:spPr>
      </p:pic>
      <p:pic>
        <p:nvPicPr>
          <p:cNvPr id="68" name="Graphic 67">
            <a:extLst>
              <a:ext uri="{FF2B5EF4-FFF2-40B4-BE49-F238E27FC236}">
                <a16:creationId xmlns:a16="http://schemas.microsoft.com/office/drawing/2014/main" id="{B86F89E7-2442-E80A-EA88-52F7C9331854}"/>
              </a:ext>
            </a:extLst>
          </p:cNvPr>
          <p:cNvPicPr>
            <a:picLocks noChangeAspect="1"/>
          </p:cNvPicPr>
          <p:nvPr userDrawn="1"/>
        </p:nvPicPr>
        <p:blipFill>
          <a:blip>
            <a:extLst>
              <a:ext uri="{96DAC541-7B7A-43D3-8B79-37D633B846F1}">
                <asvg:svgBlip xmlns:asvg="http://schemas.microsoft.com/office/drawing/2016/SVG/main" r:embed="rId64"/>
              </a:ext>
            </a:extLst>
          </a:blip>
          <a:stretch>
            <a:fillRect/>
          </a:stretch>
        </p:blipFill>
        <p:spPr>
          <a:xfrm>
            <a:off x="5580695" y="5409043"/>
            <a:ext cx="558000" cy="540000"/>
          </a:xfrm>
          <a:prstGeom prst="rect">
            <a:avLst/>
          </a:prstGeom>
        </p:spPr>
      </p:pic>
      <p:pic>
        <p:nvPicPr>
          <p:cNvPr id="69" name="Graphic 68">
            <a:extLst>
              <a:ext uri="{FF2B5EF4-FFF2-40B4-BE49-F238E27FC236}">
                <a16:creationId xmlns:a16="http://schemas.microsoft.com/office/drawing/2014/main" id="{D5C337A9-0F57-3F90-7804-D9F187ACBC44}"/>
              </a:ext>
            </a:extLst>
          </p:cNvPr>
          <p:cNvPicPr>
            <a:picLocks noChangeAspect="1"/>
          </p:cNvPicPr>
          <p:nvPr userDrawn="1"/>
        </p:nvPicPr>
        <p:blipFill>
          <a:blip>
            <a:extLst>
              <a:ext uri="{96DAC541-7B7A-43D3-8B79-37D633B846F1}">
                <asvg:svgBlip xmlns:asvg="http://schemas.microsoft.com/office/drawing/2016/SVG/main" r:embed="rId65"/>
              </a:ext>
            </a:extLst>
          </a:blip>
          <a:stretch>
            <a:fillRect/>
          </a:stretch>
        </p:blipFill>
        <p:spPr>
          <a:xfrm>
            <a:off x="4907781" y="5409043"/>
            <a:ext cx="493714" cy="540000"/>
          </a:xfrm>
          <a:prstGeom prst="rect">
            <a:avLst/>
          </a:prstGeom>
        </p:spPr>
      </p:pic>
      <p:pic>
        <p:nvPicPr>
          <p:cNvPr id="70" name="Graphic 69">
            <a:extLst>
              <a:ext uri="{FF2B5EF4-FFF2-40B4-BE49-F238E27FC236}">
                <a16:creationId xmlns:a16="http://schemas.microsoft.com/office/drawing/2014/main" id="{CD03E1B1-FFF8-9ECE-D6F4-B11FA6AB72F9}"/>
              </a:ext>
            </a:extLst>
          </p:cNvPr>
          <p:cNvPicPr>
            <a:picLocks noChangeAspect="1"/>
          </p:cNvPicPr>
          <p:nvPr userDrawn="1"/>
        </p:nvPicPr>
        <p:blipFill>
          <a:blip>
            <a:extLst>
              <a:ext uri="{96DAC541-7B7A-43D3-8B79-37D633B846F1}">
                <asvg:svgBlip xmlns:asvg="http://schemas.microsoft.com/office/drawing/2016/SVG/main" r:embed="rId66"/>
              </a:ext>
            </a:extLst>
          </a:blip>
          <a:srcRect/>
          <a:stretch/>
        </p:blipFill>
        <p:spPr>
          <a:xfrm>
            <a:off x="6943814" y="5396141"/>
            <a:ext cx="462032" cy="539999"/>
          </a:xfrm>
          <a:prstGeom prst="rect">
            <a:avLst/>
          </a:prstGeom>
        </p:spPr>
      </p:pic>
      <p:pic>
        <p:nvPicPr>
          <p:cNvPr id="71" name="Graphic 70">
            <a:extLst>
              <a:ext uri="{FF2B5EF4-FFF2-40B4-BE49-F238E27FC236}">
                <a16:creationId xmlns:a16="http://schemas.microsoft.com/office/drawing/2014/main" id="{70F699CE-993D-A3DA-B8C7-85FE00E1650F}"/>
              </a:ext>
            </a:extLst>
          </p:cNvPr>
          <p:cNvPicPr>
            <a:picLocks noChangeAspect="1"/>
          </p:cNvPicPr>
          <p:nvPr userDrawn="1"/>
        </p:nvPicPr>
        <p:blipFill>
          <a:blip>
            <a:extLst>
              <a:ext uri="{96DAC541-7B7A-43D3-8B79-37D633B846F1}">
                <asvg:svgBlip xmlns:asvg="http://schemas.microsoft.com/office/drawing/2016/SVG/main" r:embed="rId67"/>
              </a:ext>
            </a:extLst>
          </a:blip>
          <a:srcRect/>
          <a:stretch/>
        </p:blipFill>
        <p:spPr>
          <a:xfrm>
            <a:off x="7667288" y="5396141"/>
            <a:ext cx="450481" cy="539999"/>
          </a:xfrm>
          <a:prstGeom prst="rect">
            <a:avLst/>
          </a:prstGeom>
        </p:spPr>
      </p:pic>
      <p:pic>
        <p:nvPicPr>
          <p:cNvPr id="72" name="Graphic 71">
            <a:extLst>
              <a:ext uri="{FF2B5EF4-FFF2-40B4-BE49-F238E27FC236}">
                <a16:creationId xmlns:a16="http://schemas.microsoft.com/office/drawing/2014/main" id="{E8C56681-B07C-D89E-BEF3-4799B551E590}"/>
              </a:ext>
            </a:extLst>
          </p:cNvPr>
          <p:cNvPicPr>
            <a:picLocks noChangeAspect="1"/>
          </p:cNvPicPr>
          <p:nvPr userDrawn="1"/>
        </p:nvPicPr>
        <p:blipFill>
          <a:blip>
            <a:extLst>
              <a:ext uri="{96DAC541-7B7A-43D3-8B79-37D633B846F1}">
                <asvg:svgBlip xmlns:asvg="http://schemas.microsoft.com/office/drawing/2016/SVG/main" r:embed="rId68"/>
              </a:ext>
            </a:extLst>
          </a:blip>
          <a:srcRect/>
          <a:stretch/>
        </p:blipFill>
        <p:spPr>
          <a:xfrm>
            <a:off x="8379211" y="5396141"/>
            <a:ext cx="459144" cy="540000"/>
          </a:xfrm>
          <a:prstGeom prst="rect">
            <a:avLst/>
          </a:prstGeom>
        </p:spPr>
      </p:pic>
      <p:pic>
        <p:nvPicPr>
          <p:cNvPr id="73" name="Graphic 72">
            <a:extLst>
              <a:ext uri="{FF2B5EF4-FFF2-40B4-BE49-F238E27FC236}">
                <a16:creationId xmlns:a16="http://schemas.microsoft.com/office/drawing/2014/main" id="{9DC7AE10-5B1D-C30A-479B-9C664FEE0A9F}"/>
              </a:ext>
            </a:extLst>
          </p:cNvPr>
          <p:cNvPicPr>
            <a:picLocks noChangeAspect="1"/>
          </p:cNvPicPr>
          <p:nvPr userDrawn="1"/>
        </p:nvPicPr>
        <p:blipFill>
          <a:blip>
            <a:extLst>
              <a:ext uri="{96DAC541-7B7A-43D3-8B79-37D633B846F1}">
                <asvg:svgBlip xmlns:asvg="http://schemas.microsoft.com/office/drawing/2016/SVG/main" r:embed="rId69"/>
              </a:ext>
            </a:extLst>
          </a:blip>
          <a:srcRect/>
          <a:stretch/>
        </p:blipFill>
        <p:spPr>
          <a:xfrm>
            <a:off x="9099798" y="5396141"/>
            <a:ext cx="587093" cy="539999"/>
          </a:xfrm>
          <a:prstGeom prst="rect">
            <a:avLst/>
          </a:prstGeom>
        </p:spPr>
      </p:pic>
      <p:pic>
        <p:nvPicPr>
          <p:cNvPr id="74" name="Graphic 73">
            <a:extLst>
              <a:ext uri="{FF2B5EF4-FFF2-40B4-BE49-F238E27FC236}">
                <a16:creationId xmlns:a16="http://schemas.microsoft.com/office/drawing/2014/main" id="{08BC5A2B-4D7E-1441-F6D5-66435435BC5B}"/>
              </a:ext>
            </a:extLst>
          </p:cNvPr>
          <p:cNvPicPr>
            <a:picLocks noChangeAspect="1"/>
          </p:cNvPicPr>
          <p:nvPr userDrawn="1"/>
        </p:nvPicPr>
        <p:blipFill>
          <a:blip>
            <a:extLst>
              <a:ext uri="{96DAC541-7B7A-43D3-8B79-37D633B846F1}">
                <asvg:svgBlip xmlns:asvg="http://schemas.microsoft.com/office/drawing/2016/SVG/main" r:embed="rId70"/>
              </a:ext>
            </a:extLst>
          </a:blip>
          <a:srcRect/>
          <a:stretch/>
        </p:blipFill>
        <p:spPr>
          <a:xfrm>
            <a:off x="9948310" y="5352541"/>
            <a:ext cx="421604" cy="539999"/>
          </a:xfrm>
          <a:prstGeom prst="rect">
            <a:avLst/>
          </a:prstGeom>
        </p:spPr>
      </p:pic>
      <p:pic>
        <p:nvPicPr>
          <p:cNvPr id="75" name="Graphic 74">
            <a:extLst>
              <a:ext uri="{FF2B5EF4-FFF2-40B4-BE49-F238E27FC236}">
                <a16:creationId xmlns:a16="http://schemas.microsoft.com/office/drawing/2014/main" id="{E5C617B2-66F8-CAD8-FA08-AEF9A22886B3}"/>
              </a:ext>
            </a:extLst>
          </p:cNvPr>
          <p:cNvPicPr>
            <a:picLocks noChangeAspect="1"/>
          </p:cNvPicPr>
          <p:nvPr userDrawn="1"/>
        </p:nvPicPr>
        <p:blipFill>
          <a:blip>
            <a:extLst>
              <a:ext uri="{96DAC541-7B7A-43D3-8B79-37D633B846F1}">
                <asvg:svgBlip xmlns:asvg="http://schemas.microsoft.com/office/drawing/2016/SVG/main" r:embed="rId71"/>
              </a:ext>
            </a:extLst>
          </a:blip>
          <a:srcRect/>
          <a:stretch/>
        </p:blipFill>
        <p:spPr>
          <a:xfrm>
            <a:off x="10631333" y="5352541"/>
            <a:ext cx="540000" cy="540000"/>
          </a:xfrm>
          <a:prstGeom prst="rect">
            <a:avLst/>
          </a:prstGeom>
        </p:spPr>
      </p:pic>
      <p:pic>
        <p:nvPicPr>
          <p:cNvPr id="76" name="Graphic 75">
            <a:extLst>
              <a:ext uri="{FF2B5EF4-FFF2-40B4-BE49-F238E27FC236}">
                <a16:creationId xmlns:a16="http://schemas.microsoft.com/office/drawing/2014/main" id="{A530D250-C833-C4A2-1945-D0B5B34F7F64}"/>
              </a:ext>
            </a:extLst>
          </p:cNvPr>
          <p:cNvPicPr>
            <a:picLocks noChangeAspect="1"/>
          </p:cNvPicPr>
          <p:nvPr userDrawn="1"/>
        </p:nvPicPr>
        <p:blipFill>
          <a:blip>
            <a:extLst>
              <a:ext uri="{96DAC541-7B7A-43D3-8B79-37D633B846F1}">
                <asvg:svgBlip xmlns:asvg="http://schemas.microsoft.com/office/drawing/2016/SVG/main" r:embed="rId72"/>
              </a:ext>
            </a:extLst>
          </a:blip>
          <a:srcRect t="16550"/>
          <a:stretch/>
        </p:blipFill>
        <p:spPr>
          <a:xfrm>
            <a:off x="7551433" y="2903256"/>
            <a:ext cx="623571" cy="523172"/>
          </a:xfrm>
          <a:prstGeom prst="rect">
            <a:avLst/>
          </a:prstGeom>
        </p:spPr>
      </p:pic>
    </p:spTree>
    <p:extLst>
      <p:ext uri="{BB962C8B-B14F-4D97-AF65-F5344CB8AC3E}">
        <p14:creationId xmlns:p14="http://schemas.microsoft.com/office/powerpoint/2010/main" val="2217111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 library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DC8D65-3806-3384-B1C2-281EA302646A}"/>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Text Placeholder 2">
            <a:extLst>
              <a:ext uri="{FF2B5EF4-FFF2-40B4-BE49-F238E27FC236}">
                <a16:creationId xmlns:a16="http://schemas.microsoft.com/office/drawing/2014/main" id="{ED4BF73C-3740-38B3-6A4E-57C482ECFD70}"/>
              </a:ext>
            </a:extLst>
          </p:cNvPr>
          <p:cNvSpPr txBox="1">
            <a:spLocks/>
          </p:cNvSpPr>
          <p:nvPr userDrawn="1"/>
        </p:nvSpPr>
        <p:spPr>
          <a:xfrm>
            <a:off x="792000" y="1370911"/>
            <a:ext cx="10608000" cy="361771"/>
          </a:xfrm>
          <a:prstGeom prst="rect">
            <a:avLst/>
          </a:prstGeom>
        </p:spPr>
        <p:txBody>
          <a:bodyPr anchor="ctr">
            <a:noAutofit/>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2000" b="0" i="0" u="none" strike="noStrike" kern="1200" cap="none" spc="0" normalizeH="0" baseline="0" noProof="0">
                <a:ln>
                  <a:noFill/>
                </a:ln>
                <a:solidFill>
                  <a:srgbClr val="507AC2"/>
                </a:solidFill>
                <a:effectLst/>
                <a:uLnTx/>
                <a:uFillTx/>
                <a:latin typeface="Trebuchet MS"/>
                <a:ea typeface="+mn-ea"/>
                <a:cs typeface="+mn-cs"/>
              </a:rPr>
              <a:t>Change icon color: </a:t>
            </a:r>
            <a:r>
              <a:rPr kumimoji="0" lang="en-US" sz="2000" b="1" i="1" u="none" strike="noStrike" kern="1200" cap="none" spc="0" normalizeH="0" baseline="0" noProof="0">
                <a:ln>
                  <a:noFill/>
                </a:ln>
                <a:solidFill>
                  <a:srgbClr val="507AC2"/>
                </a:solidFill>
                <a:effectLst/>
                <a:uLnTx/>
                <a:uFillTx/>
                <a:latin typeface="Trebuchet MS"/>
                <a:ea typeface="+mn-ea"/>
                <a:cs typeface="+mn-cs"/>
              </a:rPr>
              <a:t>click on graphic &gt; graphics format &gt; graphics fill</a:t>
            </a:r>
            <a:endParaRPr kumimoji="0" lang="en-BE" sz="2000" b="1" i="1"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2A9DB36A-F6C1-B0AF-56A9-64B2D48B6F4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98948" y="2011369"/>
            <a:ext cx="462857" cy="540000"/>
          </a:xfrm>
          <a:prstGeom prst="rect">
            <a:avLst/>
          </a:prstGeom>
        </p:spPr>
      </p:pic>
      <p:pic>
        <p:nvPicPr>
          <p:cNvPr id="6" name="Graphic 5">
            <a:extLst>
              <a:ext uri="{FF2B5EF4-FFF2-40B4-BE49-F238E27FC236}">
                <a16:creationId xmlns:a16="http://schemas.microsoft.com/office/drawing/2014/main" id="{15268E66-C9E8-9855-8D76-AE8339BABF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710786" y="2011369"/>
            <a:ext cx="525789" cy="540000"/>
          </a:xfrm>
          <a:prstGeom prst="rect">
            <a:avLst/>
          </a:prstGeom>
        </p:spPr>
      </p:pic>
      <p:pic>
        <p:nvPicPr>
          <p:cNvPr id="7" name="Graphic 6">
            <a:extLst>
              <a:ext uri="{FF2B5EF4-FFF2-40B4-BE49-F238E27FC236}">
                <a16:creationId xmlns:a16="http://schemas.microsoft.com/office/drawing/2014/main" id="{B78B9748-BC1D-C513-245D-55777149B49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908413" y="2011369"/>
            <a:ext cx="540000" cy="540000"/>
          </a:xfrm>
          <a:prstGeom prst="rect">
            <a:avLst/>
          </a:prstGeom>
        </p:spPr>
      </p:pic>
      <p:pic>
        <p:nvPicPr>
          <p:cNvPr id="8" name="Graphic 7">
            <a:extLst>
              <a:ext uri="{FF2B5EF4-FFF2-40B4-BE49-F238E27FC236}">
                <a16:creationId xmlns:a16="http://schemas.microsoft.com/office/drawing/2014/main" id="{4EFCF601-0668-98B4-87A8-67B55D8FE19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131754" y="2011369"/>
            <a:ext cx="514286" cy="540000"/>
          </a:xfrm>
          <a:prstGeom prst="rect">
            <a:avLst/>
          </a:prstGeom>
        </p:spPr>
      </p:pic>
      <p:pic>
        <p:nvPicPr>
          <p:cNvPr id="9" name="Graphic 8">
            <a:extLst>
              <a:ext uri="{FF2B5EF4-FFF2-40B4-BE49-F238E27FC236}">
                <a16:creationId xmlns:a16="http://schemas.microsoft.com/office/drawing/2014/main" id="{79A259C0-DA6D-3520-4ADA-9DB6F049A9A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218893" y="2011369"/>
            <a:ext cx="306818" cy="540000"/>
          </a:xfrm>
          <a:prstGeom prst="rect">
            <a:avLst/>
          </a:prstGeom>
        </p:spPr>
      </p:pic>
      <p:pic>
        <p:nvPicPr>
          <p:cNvPr id="10" name="Graphic 9">
            <a:extLst>
              <a:ext uri="{FF2B5EF4-FFF2-40B4-BE49-F238E27FC236}">
                <a16:creationId xmlns:a16="http://schemas.microsoft.com/office/drawing/2014/main" id="{2638DE6F-35FF-7B2C-4996-89201501FC28}"/>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229017" y="2011369"/>
            <a:ext cx="623077" cy="540000"/>
          </a:xfrm>
          <a:prstGeom prst="rect">
            <a:avLst/>
          </a:prstGeom>
        </p:spPr>
      </p:pic>
      <p:pic>
        <p:nvPicPr>
          <p:cNvPr id="11" name="Graphic 10">
            <a:extLst>
              <a:ext uri="{FF2B5EF4-FFF2-40B4-BE49-F238E27FC236}">
                <a16:creationId xmlns:a16="http://schemas.microsoft.com/office/drawing/2014/main" id="{A6A2BB9C-B68C-B061-6BEC-C20FD310A8C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2666500" y="2011369"/>
            <a:ext cx="282857" cy="540000"/>
          </a:xfrm>
          <a:prstGeom prst="rect">
            <a:avLst/>
          </a:prstGeom>
        </p:spPr>
      </p:pic>
      <p:pic>
        <p:nvPicPr>
          <p:cNvPr id="12" name="Graphic 11">
            <a:extLst>
              <a:ext uri="{FF2B5EF4-FFF2-40B4-BE49-F238E27FC236}">
                <a16:creationId xmlns:a16="http://schemas.microsoft.com/office/drawing/2014/main" id="{0A1960CD-7E1F-3BF5-0BC6-555C156A0B1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895931" y="2011369"/>
            <a:ext cx="490909" cy="540000"/>
          </a:xfrm>
          <a:prstGeom prst="rect">
            <a:avLst/>
          </a:prstGeom>
        </p:spPr>
      </p:pic>
      <p:pic>
        <p:nvPicPr>
          <p:cNvPr id="13" name="Graphic 12">
            <a:extLst>
              <a:ext uri="{FF2B5EF4-FFF2-40B4-BE49-F238E27FC236}">
                <a16:creationId xmlns:a16="http://schemas.microsoft.com/office/drawing/2014/main" id="{447F2474-51E7-B6B7-0535-2F17A22B049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791999" y="2011369"/>
            <a:ext cx="818182" cy="540000"/>
          </a:xfrm>
          <a:prstGeom prst="rect">
            <a:avLst/>
          </a:prstGeom>
        </p:spPr>
      </p:pic>
      <p:pic>
        <p:nvPicPr>
          <p:cNvPr id="14" name="Graphic 13">
            <a:extLst>
              <a:ext uri="{FF2B5EF4-FFF2-40B4-BE49-F238E27FC236}">
                <a16:creationId xmlns:a16="http://schemas.microsoft.com/office/drawing/2014/main" id="{97D7CD6B-11DF-B08D-F66A-6D2FE8810BFB}"/>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588133" y="2924632"/>
            <a:ext cx="540000" cy="540000"/>
          </a:xfrm>
          <a:prstGeom prst="rect">
            <a:avLst/>
          </a:prstGeom>
        </p:spPr>
      </p:pic>
      <p:pic>
        <p:nvPicPr>
          <p:cNvPr id="15" name="Graphic 14">
            <a:extLst>
              <a:ext uri="{FF2B5EF4-FFF2-40B4-BE49-F238E27FC236}">
                <a16:creationId xmlns:a16="http://schemas.microsoft.com/office/drawing/2014/main" id="{A352D001-A747-A3EE-2627-8B3617E0C79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791999" y="2924632"/>
            <a:ext cx="540000" cy="540000"/>
          </a:xfrm>
          <a:prstGeom prst="rect">
            <a:avLst/>
          </a:prstGeom>
        </p:spPr>
      </p:pic>
      <p:pic>
        <p:nvPicPr>
          <p:cNvPr id="16" name="Graphic 15">
            <a:extLst>
              <a:ext uri="{FF2B5EF4-FFF2-40B4-BE49-F238E27FC236}">
                <a16:creationId xmlns:a16="http://schemas.microsoft.com/office/drawing/2014/main" id="{23C4D136-3986-3FF4-6613-480ADAE271A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379068" y="2924632"/>
            <a:ext cx="506250" cy="540000"/>
          </a:xfrm>
          <a:prstGeom prst="rect">
            <a:avLst/>
          </a:prstGeom>
        </p:spPr>
      </p:pic>
      <p:pic>
        <p:nvPicPr>
          <p:cNvPr id="17" name="Graphic 16">
            <a:extLst>
              <a:ext uri="{FF2B5EF4-FFF2-40B4-BE49-F238E27FC236}">
                <a16:creationId xmlns:a16="http://schemas.microsoft.com/office/drawing/2014/main" id="{B0BAB8C3-0DC6-501B-20F6-4A95A9347C81}"/>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3136253" y="2924632"/>
            <a:ext cx="540000" cy="540000"/>
          </a:xfrm>
          <a:prstGeom prst="rect">
            <a:avLst/>
          </a:prstGeom>
        </p:spPr>
      </p:pic>
      <p:pic>
        <p:nvPicPr>
          <p:cNvPr id="18" name="Graphic 17">
            <a:extLst>
              <a:ext uri="{FF2B5EF4-FFF2-40B4-BE49-F238E27FC236}">
                <a16:creationId xmlns:a16="http://schemas.microsoft.com/office/drawing/2014/main" id="{E0B73EDD-150F-968D-3925-E8AB02F26358}"/>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4553123" y="2924632"/>
            <a:ext cx="524571" cy="540000"/>
          </a:xfrm>
          <a:prstGeom prst="rect">
            <a:avLst/>
          </a:prstGeom>
        </p:spPr>
      </p:pic>
      <p:pic>
        <p:nvPicPr>
          <p:cNvPr id="19" name="Graphic 18">
            <a:extLst>
              <a:ext uri="{FF2B5EF4-FFF2-40B4-BE49-F238E27FC236}">
                <a16:creationId xmlns:a16="http://schemas.microsoft.com/office/drawing/2014/main" id="{E067D256-367D-C47E-481D-883B79D734F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3927188" y="2924632"/>
            <a:ext cx="375000" cy="540000"/>
          </a:xfrm>
          <a:prstGeom prst="rect">
            <a:avLst/>
          </a:prstGeom>
        </p:spPr>
      </p:pic>
      <p:pic>
        <p:nvPicPr>
          <p:cNvPr id="20" name="Graphic 19">
            <a:extLst>
              <a:ext uri="{FF2B5EF4-FFF2-40B4-BE49-F238E27FC236}">
                <a16:creationId xmlns:a16="http://schemas.microsoft.com/office/drawing/2014/main" id="{7258FD53-2A77-C663-9DF5-09F715BCC057}"/>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6119564" y="2924632"/>
            <a:ext cx="557419" cy="540000"/>
          </a:xfrm>
          <a:prstGeom prst="rect">
            <a:avLst/>
          </a:prstGeom>
        </p:spPr>
      </p:pic>
      <p:pic>
        <p:nvPicPr>
          <p:cNvPr id="21" name="Graphic 20">
            <a:extLst>
              <a:ext uri="{FF2B5EF4-FFF2-40B4-BE49-F238E27FC236}">
                <a16:creationId xmlns:a16="http://schemas.microsoft.com/office/drawing/2014/main" id="{7EA8F418-76AB-0015-D4AA-8C49A36CE594}"/>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5328629" y="2924632"/>
            <a:ext cx="540000" cy="540000"/>
          </a:xfrm>
          <a:prstGeom prst="rect">
            <a:avLst/>
          </a:prstGeom>
        </p:spPr>
      </p:pic>
      <p:pic>
        <p:nvPicPr>
          <p:cNvPr id="22" name="Graphic 21">
            <a:extLst>
              <a:ext uri="{FF2B5EF4-FFF2-40B4-BE49-F238E27FC236}">
                <a16:creationId xmlns:a16="http://schemas.microsoft.com/office/drawing/2014/main" id="{6DC32670-9856-6FF4-F5A6-70CE280BB14C}"/>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6927918" y="2924632"/>
            <a:ext cx="495000" cy="540000"/>
          </a:xfrm>
          <a:prstGeom prst="rect">
            <a:avLst/>
          </a:prstGeom>
        </p:spPr>
      </p:pic>
      <p:pic>
        <p:nvPicPr>
          <p:cNvPr id="23" name="Graphic 22">
            <a:extLst>
              <a:ext uri="{FF2B5EF4-FFF2-40B4-BE49-F238E27FC236}">
                <a16:creationId xmlns:a16="http://schemas.microsoft.com/office/drawing/2014/main" id="{44D05DA7-77DC-B4EF-BBB8-EBF34B4B5FA1}"/>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7673853" y="2924632"/>
            <a:ext cx="478286" cy="540000"/>
          </a:xfrm>
          <a:prstGeom prst="rect">
            <a:avLst/>
          </a:prstGeom>
        </p:spPr>
      </p:pic>
      <p:pic>
        <p:nvPicPr>
          <p:cNvPr id="24" name="Graphic 23">
            <a:extLst>
              <a:ext uri="{FF2B5EF4-FFF2-40B4-BE49-F238E27FC236}">
                <a16:creationId xmlns:a16="http://schemas.microsoft.com/office/drawing/2014/main" id="{BC9E3ACA-B678-CF37-F50B-EC4614C51DEB}"/>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8403074" y="2924632"/>
            <a:ext cx="523636" cy="540000"/>
          </a:xfrm>
          <a:prstGeom prst="rect">
            <a:avLst/>
          </a:prstGeom>
        </p:spPr>
      </p:pic>
      <p:pic>
        <p:nvPicPr>
          <p:cNvPr id="25" name="Graphic 24">
            <a:extLst>
              <a:ext uri="{FF2B5EF4-FFF2-40B4-BE49-F238E27FC236}">
                <a16:creationId xmlns:a16="http://schemas.microsoft.com/office/drawing/2014/main" id="{CD154156-11D3-21C8-5E07-351425902EEA}"/>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9178489" y="2924632"/>
            <a:ext cx="555882" cy="540000"/>
          </a:xfrm>
          <a:prstGeom prst="rect">
            <a:avLst/>
          </a:prstGeom>
        </p:spPr>
      </p:pic>
      <p:pic>
        <p:nvPicPr>
          <p:cNvPr id="26" name="Graphic 25">
            <a:extLst>
              <a:ext uri="{FF2B5EF4-FFF2-40B4-BE49-F238E27FC236}">
                <a16:creationId xmlns:a16="http://schemas.microsoft.com/office/drawing/2014/main" id="{ED1182DC-8D43-C55E-9875-870D501470B9}"/>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9985316" y="2924632"/>
            <a:ext cx="557419" cy="540000"/>
          </a:xfrm>
          <a:prstGeom prst="rect">
            <a:avLst/>
          </a:prstGeom>
        </p:spPr>
      </p:pic>
      <p:pic>
        <p:nvPicPr>
          <p:cNvPr id="27" name="Graphic 26">
            <a:extLst>
              <a:ext uri="{FF2B5EF4-FFF2-40B4-BE49-F238E27FC236}">
                <a16:creationId xmlns:a16="http://schemas.microsoft.com/office/drawing/2014/main" id="{FA676DDB-C663-5FA1-4E06-8663D74C3F9F}"/>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804921" y="2924632"/>
            <a:ext cx="720000" cy="540000"/>
          </a:xfrm>
          <a:prstGeom prst="rect">
            <a:avLst/>
          </a:prstGeom>
        </p:spPr>
      </p:pic>
      <p:pic>
        <p:nvPicPr>
          <p:cNvPr id="28" name="Graphic 27">
            <a:extLst>
              <a:ext uri="{FF2B5EF4-FFF2-40B4-BE49-F238E27FC236}">
                <a16:creationId xmlns:a16="http://schemas.microsoft.com/office/drawing/2014/main" id="{7933768B-8268-A670-E7F7-D7A8FBF3608D}"/>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832908" y="3748529"/>
            <a:ext cx="458182" cy="540000"/>
          </a:xfrm>
          <a:prstGeom prst="rect">
            <a:avLst/>
          </a:prstGeom>
        </p:spPr>
      </p:pic>
      <p:pic>
        <p:nvPicPr>
          <p:cNvPr id="29" name="Graphic 28">
            <a:extLst>
              <a:ext uri="{FF2B5EF4-FFF2-40B4-BE49-F238E27FC236}">
                <a16:creationId xmlns:a16="http://schemas.microsoft.com/office/drawing/2014/main" id="{3A681BC2-D72E-D95D-9729-122408B7380A}"/>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588133" y="3748529"/>
            <a:ext cx="540000" cy="540000"/>
          </a:xfrm>
          <a:prstGeom prst="rect">
            <a:avLst/>
          </a:prstGeom>
        </p:spPr>
      </p:pic>
      <p:pic>
        <p:nvPicPr>
          <p:cNvPr id="30" name="Graphic 29">
            <a:extLst>
              <a:ext uri="{FF2B5EF4-FFF2-40B4-BE49-F238E27FC236}">
                <a16:creationId xmlns:a16="http://schemas.microsoft.com/office/drawing/2014/main" id="{18ABBE52-3330-B277-8796-E09FFA555407}"/>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2425176" y="3748529"/>
            <a:ext cx="574839" cy="540000"/>
          </a:xfrm>
          <a:prstGeom prst="rect">
            <a:avLst/>
          </a:prstGeom>
        </p:spPr>
      </p:pic>
      <p:pic>
        <p:nvPicPr>
          <p:cNvPr id="31" name="Graphic 30">
            <a:extLst>
              <a:ext uri="{FF2B5EF4-FFF2-40B4-BE49-F238E27FC236}">
                <a16:creationId xmlns:a16="http://schemas.microsoft.com/office/drawing/2014/main" id="{D7F2882A-26A8-4EDF-118F-3CA3A3B42446}"/>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3297058" y="3748529"/>
            <a:ext cx="370286" cy="540000"/>
          </a:xfrm>
          <a:prstGeom prst="rect">
            <a:avLst/>
          </a:prstGeom>
        </p:spPr>
      </p:pic>
      <p:pic>
        <p:nvPicPr>
          <p:cNvPr id="32" name="Graphic 31">
            <a:extLst>
              <a:ext uri="{FF2B5EF4-FFF2-40B4-BE49-F238E27FC236}">
                <a16:creationId xmlns:a16="http://schemas.microsoft.com/office/drawing/2014/main" id="{3ECA148E-BB5F-3E03-914F-307750A673ED}"/>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3964387" y="3748529"/>
            <a:ext cx="507273" cy="540000"/>
          </a:xfrm>
          <a:prstGeom prst="rect">
            <a:avLst/>
          </a:prstGeom>
        </p:spPr>
      </p:pic>
      <p:pic>
        <p:nvPicPr>
          <p:cNvPr id="33" name="Graphic 32">
            <a:extLst>
              <a:ext uri="{FF2B5EF4-FFF2-40B4-BE49-F238E27FC236}">
                <a16:creationId xmlns:a16="http://schemas.microsoft.com/office/drawing/2014/main" id="{82F41B20-11C8-05EE-0380-489C51724EA8}"/>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4768703" y="3748529"/>
            <a:ext cx="480000" cy="540000"/>
          </a:xfrm>
          <a:prstGeom prst="rect">
            <a:avLst/>
          </a:prstGeom>
        </p:spPr>
      </p:pic>
      <p:pic>
        <p:nvPicPr>
          <p:cNvPr id="34" name="Graphic 33">
            <a:extLst>
              <a:ext uri="{FF2B5EF4-FFF2-40B4-BE49-F238E27FC236}">
                <a16:creationId xmlns:a16="http://schemas.microsoft.com/office/drawing/2014/main" id="{BE771FD3-6B75-2952-AAD3-D5A9DC58EBA6}"/>
              </a:ext>
            </a:extLst>
          </p:cNvPr>
          <p:cNvPicPr>
            <a:picLocks noChangeAspect="1"/>
          </p:cNvPicPr>
          <p:nvPr userDrawn="1"/>
        </p:nvPicPr>
        <p:blipFill>
          <a:blip>
            <a:extLst>
              <a:ext uri="{96DAC541-7B7A-43D3-8B79-37D633B846F1}">
                <asvg:svgBlip xmlns:asvg="http://schemas.microsoft.com/office/drawing/2016/SVG/main" r:embed="rId31"/>
              </a:ext>
            </a:extLst>
          </a:blip>
          <a:srcRect/>
          <a:stretch/>
        </p:blipFill>
        <p:spPr>
          <a:xfrm>
            <a:off x="5538693" y="3741570"/>
            <a:ext cx="551250" cy="540000"/>
          </a:xfrm>
          <a:prstGeom prst="rect">
            <a:avLst/>
          </a:prstGeom>
        </p:spPr>
      </p:pic>
      <p:pic>
        <p:nvPicPr>
          <p:cNvPr id="35" name="Graphic 34">
            <a:extLst>
              <a:ext uri="{FF2B5EF4-FFF2-40B4-BE49-F238E27FC236}">
                <a16:creationId xmlns:a16="http://schemas.microsoft.com/office/drawing/2014/main" id="{B2BCFA6D-2BE0-F3FD-7E75-FB2C3D8ED323}"/>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6332792" y="3755428"/>
            <a:ext cx="367423" cy="540000"/>
          </a:xfrm>
          <a:prstGeom prst="rect">
            <a:avLst/>
          </a:prstGeom>
        </p:spPr>
      </p:pic>
      <p:pic>
        <p:nvPicPr>
          <p:cNvPr id="36" name="Graphic 35">
            <a:extLst>
              <a:ext uri="{FF2B5EF4-FFF2-40B4-BE49-F238E27FC236}">
                <a16:creationId xmlns:a16="http://schemas.microsoft.com/office/drawing/2014/main" id="{D95AC280-CE43-8464-C7AF-5D1DF8DCEC5C}"/>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6940845" y="3760478"/>
            <a:ext cx="540000" cy="540000"/>
          </a:xfrm>
          <a:prstGeom prst="rect">
            <a:avLst/>
          </a:prstGeom>
        </p:spPr>
      </p:pic>
      <p:pic>
        <p:nvPicPr>
          <p:cNvPr id="37" name="Graphic 36">
            <a:extLst>
              <a:ext uri="{FF2B5EF4-FFF2-40B4-BE49-F238E27FC236}">
                <a16:creationId xmlns:a16="http://schemas.microsoft.com/office/drawing/2014/main" id="{A894D721-3030-1AE6-2C45-EE50B8DA2822}"/>
              </a:ext>
            </a:extLst>
          </p:cNvPr>
          <p:cNvPicPr>
            <a:picLocks noChangeAspect="1"/>
          </p:cNvPicPr>
          <p:nvPr userDrawn="1"/>
        </p:nvPicPr>
        <p:blipFill>
          <a:blip>
            <a:extLst>
              <a:ext uri="{96DAC541-7B7A-43D3-8B79-37D633B846F1}">
                <asvg:svgBlip xmlns:asvg="http://schemas.microsoft.com/office/drawing/2016/SVG/main" r:embed="rId34"/>
              </a:ext>
            </a:extLst>
          </a:blip>
          <a:srcRect/>
          <a:stretch/>
        </p:blipFill>
        <p:spPr>
          <a:xfrm>
            <a:off x="1508643" y="4538539"/>
            <a:ext cx="512164" cy="540000"/>
          </a:xfrm>
          <a:prstGeom prst="rect">
            <a:avLst/>
          </a:prstGeom>
        </p:spPr>
      </p:pic>
      <p:pic>
        <p:nvPicPr>
          <p:cNvPr id="38" name="Graphic 37">
            <a:extLst>
              <a:ext uri="{FF2B5EF4-FFF2-40B4-BE49-F238E27FC236}">
                <a16:creationId xmlns:a16="http://schemas.microsoft.com/office/drawing/2014/main" id="{9FA99E27-77F7-4108-DDEC-BE008F91076E}"/>
              </a:ext>
            </a:extLst>
          </p:cNvPr>
          <p:cNvPicPr>
            <a:picLocks noChangeAspect="1"/>
          </p:cNvPicPr>
          <p:nvPr userDrawn="1"/>
        </p:nvPicPr>
        <p:blipFill>
          <a:blip>
            <a:extLst>
              <a:ext uri="{96DAC541-7B7A-43D3-8B79-37D633B846F1}">
                <asvg:svgBlip xmlns:asvg="http://schemas.microsoft.com/office/drawing/2016/SVG/main" r:embed="rId35"/>
              </a:ext>
            </a:extLst>
          </a:blip>
          <a:srcRect/>
          <a:stretch/>
        </p:blipFill>
        <p:spPr>
          <a:xfrm>
            <a:off x="2253702" y="4551740"/>
            <a:ext cx="489896" cy="540000"/>
          </a:xfrm>
          <a:prstGeom prst="rect">
            <a:avLst/>
          </a:prstGeom>
        </p:spPr>
      </p:pic>
      <p:pic>
        <p:nvPicPr>
          <p:cNvPr id="39" name="Graphic 38">
            <a:extLst>
              <a:ext uri="{FF2B5EF4-FFF2-40B4-BE49-F238E27FC236}">
                <a16:creationId xmlns:a16="http://schemas.microsoft.com/office/drawing/2014/main" id="{39DAAC89-E286-0C58-CAFC-4BE0F3DBD277}"/>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7721475" y="3708740"/>
            <a:ext cx="292500" cy="540000"/>
          </a:xfrm>
          <a:prstGeom prst="rect">
            <a:avLst/>
          </a:prstGeom>
        </p:spPr>
      </p:pic>
      <p:pic>
        <p:nvPicPr>
          <p:cNvPr id="40" name="Graphic 39">
            <a:extLst>
              <a:ext uri="{FF2B5EF4-FFF2-40B4-BE49-F238E27FC236}">
                <a16:creationId xmlns:a16="http://schemas.microsoft.com/office/drawing/2014/main" id="{3678E8BD-142A-8FE4-E9D1-EF18BDB8AEEF}"/>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5163099" y="4565044"/>
            <a:ext cx="540000" cy="540000"/>
          </a:xfrm>
          <a:prstGeom prst="rect">
            <a:avLst/>
          </a:prstGeom>
        </p:spPr>
      </p:pic>
      <p:pic>
        <p:nvPicPr>
          <p:cNvPr id="41" name="Graphic 40">
            <a:extLst>
              <a:ext uri="{FF2B5EF4-FFF2-40B4-BE49-F238E27FC236}">
                <a16:creationId xmlns:a16="http://schemas.microsoft.com/office/drawing/2014/main" id="{67211D60-904A-A8F7-D81F-B92ECAC93D23}"/>
              </a:ext>
            </a:extLst>
          </p:cNvPr>
          <p:cNvPicPr>
            <a:picLocks noChangeAspect="1"/>
          </p:cNvPicPr>
          <p:nvPr userDrawn="1"/>
        </p:nvPicPr>
        <p:blipFill>
          <a:blip>
            <a:extLst>
              <a:ext uri="{96DAC541-7B7A-43D3-8B79-37D633B846F1}">
                <asvg:svgBlip xmlns:asvg="http://schemas.microsoft.com/office/drawing/2016/SVG/main" r:embed="rId38"/>
              </a:ext>
            </a:extLst>
          </a:blip>
          <a:srcRect/>
          <a:stretch/>
        </p:blipFill>
        <p:spPr>
          <a:xfrm>
            <a:off x="4387473" y="4538539"/>
            <a:ext cx="540000" cy="540000"/>
          </a:xfrm>
          <a:prstGeom prst="rect">
            <a:avLst/>
          </a:prstGeom>
        </p:spPr>
      </p:pic>
      <p:pic>
        <p:nvPicPr>
          <p:cNvPr id="42" name="Graphic 41">
            <a:extLst>
              <a:ext uri="{FF2B5EF4-FFF2-40B4-BE49-F238E27FC236}">
                <a16:creationId xmlns:a16="http://schemas.microsoft.com/office/drawing/2014/main" id="{B9B0A3A4-24A1-0AB9-62EC-CDF7D1995DE1}"/>
              </a:ext>
            </a:extLst>
          </p:cNvPr>
          <p:cNvPicPr>
            <a:picLocks noChangeAspect="1"/>
          </p:cNvPicPr>
          <p:nvPr userDrawn="1"/>
        </p:nvPicPr>
        <p:blipFill>
          <a:blip>
            <a:extLst>
              <a:ext uri="{96DAC541-7B7A-43D3-8B79-37D633B846F1}">
                <asvg:svgBlip xmlns:asvg="http://schemas.microsoft.com/office/drawing/2016/SVG/main" r:embed="rId39"/>
              </a:ext>
            </a:extLst>
          </a:blip>
          <a:srcRect/>
          <a:stretch/>
        </p:blipFill>
        <p:spPr>
          <a:xfrm>
            <a:off x="2974585" y="4565044"/>
            <a:ext cx="528750" cy="540000"/>
          </a:xfrm>
          <a:prstGeom prst="rect">
            <a:avLst/>
          </a:prstGeom>
        </p:spPr>
      </p:pic>
      <p:pic>
        <p:nvPicPr>
          <p:cNvPr id="43" name="Graphic 42">
            <a:extLst>
              <a:ext uri="{FF2B5EF4-FFF2-40B4-BE49-F238E27FC236}">
                <a16:creationId xmlns:a16="http://schemas.microsoft.com/office/drawing/2014/main" id="{CD2A8F98-E056-E244-C36D-B6EE5882845B}"/>
              </a:ext>
            </a:extLst>
          </p:cNvPr>
          <p:cNvPicPr>
            <a:picLocks noChangeAspect="1"/>
          </p:cNvPicPr>
          <p:nvPr userDrawn="1"/>
        </p:nvPicPr>
        <p:blipFill>
          <a:blip>
            <a:extLst>
              <a:ext uri="{96DAC541-7B7A-43D3-8B79-37D633B846F1}">
                <asvg:svgBlip xmlns:asvg="http://schemas.microsoft.com/office/drawing/2016/SVG/main" r:embed="rId40"/>
              </a:ext>
            </a:extLst>
          </a:blip>
          <a:srcRect/>
          <a:stretch/>
        </p:blipFill>
        <p:spPr>
          <a:xfrm>
            <a:off x="3734321" y="4516551"/>
            <a:ext cx="417525" cy="540000"/>
          </a:xfrm>
          <a:prstGeom prst="rect">
            <a:avLst/>
          </a:prstGeom>
        </p:spPr>
      </p:pic>
      <p:pic>
        <p:nvPicPr>
          <p:cNvPr id="44" name="Graphic 43">
            <a:extLst>
              <a:ext uri="{FF2B5EF4-FFF2-40B4-BE49-F238E27FC236}">
                <a16:creationId xmlns:a16="http://schemas.microsoft.com/office/drawing/2014/main" id="{402DEA34-7D2A-E7CA-B6FC-C2E2FA301C9D}"/>
              </a:ext>
            </a:extLst>
          </p:cNvPr>
          <p:cNvPicPr>
            <a:picLocks noChangeAspect="1"/>
          </p:cNvPicPr>
          <p:nvPr userDrawn="1"/>
        </p:nvPicPr>
        <p:blipFill>
          <a:blip>
            <a:extLst>
              <a:ext uri="{96DAC541-7B7A-43D3-8B79-37D633B846F1}">
                <asvg:svgBlip xmlns:asvg="http://schemas.microsoft.com/office/drawing/2016/SVG/main" r:embed="rId41"/>
              </a:ext>
            </a:extLst>
          </a:blip>
          <a:srcRect/>
          <a:stretch/>
        </p:blipFill>
        <p:spPr>
          <a:xfrm>
            <a:off x="10279558" y="3739449"/>
            <a:ext cx="367422" cy="540000"/>
          </a:xfrm>
          <a:prstGeom prst="rect">
            <a:avLst/>
          </a:prstGeom>
        </p:spPr>
      </p:pic>
      <p:pic>
        <p:nvPicPr>
          <p:cNvPr id="45" name="Graphic 44">
            <a:extLst>
              <a:ext uri="{FF2B5EF4-FFF2-40B4-BE49-F238E27FC236}">
                <a16:creationId xmlns:a16="http://schemas.microsoft.com/office/drawing/2014/main" id="{FB7E3579-A140-9E68-C4D2-88FFBD7B8D4F}"/>
              </a:ext>
            </a:extLst>
          </p:cNvPr>
          <p:cNvPicPr>
            <a:picLocks noChangeAspect="1"/>
          </p:cNvPicPr>
          <p:nvPr userDrawn="1"/>
        </p:nvPicPr>
        <p:blipFill>
          <a:blip>
            <a:extLst>
              <a:ext uri="{96DAC541-7B7A-43D3-8B79-37D633B846F1}">
                <asvg:svgBlip xmlns:asvg="http://schemas.microsoft.com/office/drawing/2016/SVG/main" r:embed="rId42"/>
              </a:ext>
            </a:extLst>
          </a:blip>
          <a:srcRect/>
          <a:stretch/>
        </p:blipFill>
        <p:spPr>
          <a:xfrm>
            <a:off x="9602666" y="3762864"/>
            <a:ext cx="378556" cy="540000"/>
          </a:xfrm>
          <a:prstGeom prst="rect">
            <a:avLst/>
          </a:prstGeom>
        </p:spPr>
      </p:pic>
      <p:pic>
        <p:nvPicPr>
          <p:cNvPr id="46" name="Graphic 45">
            <a:extLst>
              <a:ext uri="{FF2B5EF4-FFF2-40B4-BE49-F238E27FC236}">
                <a16:creationId xmlns:a16="http://schemas.microsoft.com/office/drawing/2014/main" id="{A00D9D68-A0AB-718E-7FF0-2CBA5A89BCDB}"/>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8254605" y="3736790"/>
            <a:ext cx="363673" cy="540000"/>
          </a:xfrm>
          <a:prstGeom prst="rect">
            <a:avLst/>
          </a:prstGeom>
        </p:spPr>
      </p:pic>
      <p:pic>
        <p:nvPicPr>
          <p:cNvPr id="47" name="Graphic 46">
            <a:extLst>
              <a:ext uri="{FF2B5EF4-FFF2-40B4-BE49-F238E27FC236}">
                <a16:creationId xmlns:a16="http://schemas.microsoft.com/office/drawing/2014/main" id="{FC77F7E2-CB51-D2DE-0406-32F7C6385320}"/>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a:xfrm>
            <a:off x="7443272" y="4556294"/>
            <a:ext cx="456495" cy="540000"/>
          </a:xfrm>
          <a:prstGeom prst="rect">
            <a:avLst/>
          </a:prstGeom>
        </p:spPr>
      </p:pic>
      <p:pic>
        <p:nvPicPr>
          <p:cNvPr id="48" name="Graphic 47">
            <a:extLst>
              <a:ext uri="{FF2B5EF4-FFF2-40B4-BE49-F238E27FC236}">
                <a16:creationId xmlns:a16="http://schemas.microsoft.com/office/drawing/2014/main" id="{8F38A421-88CC-2715-5659-C044F7204C31}"/>
              </a:ext>
            </a:extLst>
          </p:cNvPr>
          <p:cNvPicPr>
            <a:picLocks noChangeAspect="1"/>
          </p:cNvPicPr>
          <p:nvPr userDrawn="1"/>
        </p:nvPicPr>
        <p:blipFill>
          <a:blip>
            <a:extLst>
              <a:ext uri="{96DAC541-7B7A-43D3-8B79-37D633B846F1}">
                <asvg:svgBlip xmlns:asvg="http://schemas.microsoft.com/office/drawing/2016/SVG/main" r:embed="rId45"/>
              </a:ext>
            </a:extLst>
          </a:blip>
          <a:srcRect/>
          <a:stretch/>
        </p:blipFill>
        <p:spPr>
          <a:xfrm>
            <a:off x="786374" y="4549407"/>
            <a:ext cx="489375" cy="540000"/>
          </a:xfrm>
          <a:prstGeom prst="rect">
            <a:avLst/>
          </a:prstGeom>
        </p:spPr>
      </p:pic>
      <p:pic>
        <p:nvPicPr>
          <p:cNvPr id="49" name="Graphic 48">
            <a:extLst>
              <a:ext uri="{FF2B5EF4-FFF2-40B4-BE49-F238E27FC236}">
                <a16:creationId xmlns:a16="http://schemas.microsoft.com/office/drawing/2014/main" id="{B3455157-B637-E258-CA0E-5ED142EF834F}"/>
              </a:ext>
            </a:extLst>
          </p:cNvPr>
          <p:cNvPicPr>
            <a:picLocks noChangeAspect="1"/>
          </p:cNvPicPr>
          <p:nvPr userDrawn="1"/>
        </p:nvPicPr>
        <p:blipFill>
          <a:blip>
            <a:extLst>
              <a:ext uri="{96DAC541-7B7A-43D3-8B79-37D633B846F1}">
                <asvg:svgBlip xmlns:asvg="http://schemas.microsoft.com/office/drawing/2016/SVG/main" r:embed="rId46"/>
              </a:ext>
            </a:extLst>
          </a:blip>
          <a:stretch>
            <a:fillRect/>
          </a:stretch>
        </p:blipFill>
        <p:spPr>
          <a:xfrm>
            <a:off x="8856439" y="3770240"/>
            <a:ext cx="511875" cy="540000"/>
          </a:xfrm>
          <a:prstGeom prst="rect">
            <a:avLst/>
          </a:prstGeom>
        </p:spPr>
      </p:pic>
      <p:pic>
        <p:nvPicPr>
          <p:cNvPr id="50" name="Graphic 49">
            <a:extLst>
              <a:ext uri="{FF2B5EF4-FFF2-40B4-BE49-F238E27FC236}">
                <a16:creationId xmlns:a16="http://schemas.microsoft.com/office/drawing/2014/main" id="{A87B48BA-F782-8F39-C4B2-0ED36657A0AF}"/>
              </a:ext>
            </a:extLst>
          </p:cNvPr>
          <p:cNvPicPr>
            <a:picLocks noChangeAspect="1"/>
          </p:cNvPicPr>
          <p:nvPr userDrawn="1"/>
        </p:nvPicPr>
        <p:blipFill>
          <a:blip>
            <a:extLst>
              <a:ext uri="{96DAC541-7B7A-43D3-8B79-37D633B846F1}">
                <asvg:svgBlip xmlns:asvg="http://schemas.microsoft.com/office/drawing/2016/SVG/main" r:embed="rId47"/>
              </a:ext>
            </a:extLst>
          </a:blip>
          <a:srcRect/>
          <a:stretch/>
        </p:blipFill>
        <p:spPr>
          <a:xfrm>
            <a:off x="10881332" y="3739449"/>
            <a:ext cx="500625" cy="540000"/>
          </a:xfrm>
          <a:prstGeom prst="rect">
            <a:avLst/>
          </a:prstGeom>
        </p:spPr>
      </p:pic>
      <p:pic>
        <p:nvPicPr>
          <p:cNvPr id="51" name="Graphic 50">
            <a:extLst>
              <a:ext uri="{FF2B5EF4-FFF2-40B4-BE49-F238E27FC236}">
                <a16:creationId xmlns:a16="http://schemas.microsoft.com/office/drawing/2014/main" id="{16AD168A-D866-BFE4-3444-2419C33C0EE7}"/>
              </a:ext>
            </a:extLst>
          </p:cNvPr>
          <p:cNvPicPr>
            <a:picLocks noChangeAspect="1"/>
          </p:cNvPicPr>
          <p:nvPr userDrawn="1"/>
        </p:nvPicPr>
        <p:blipFill>
          <a:blip>
            <a:extLst>
              <a:ext uri="{96DAC541-7B7A-43D3-8B79-37D633B846F1}">
                <asvg:svgBlip xmlns:asvg="http://schemas.microsoft.com/office/drawing/2016/SVG/main" r:embed="rId48"/>
              </a:ext>
            </a:extLst>
          </a:blip>
          <a:stretch>
            <a:fillRect/>
          </a:stretch>
        </p:blipFill>
        <p:spPr>
          <a:xfrm>
            <a:off x="8154246" y="4584010"/>
            <a:ext cx="623571" cy="540000"/>
          </a:xfrm>
          <a:prstGeom prst="rect">
            <a:avLst/>
          </a:prstGeom>
        </p:spPr>
      </p:pic>
      <p:pic>
        <p:nvPicPr>
          <p:cNvPr id="52" name="Graphic 51">
            <a:extLst>
              <a:ext uri="{FF2B5EF4-FFF2-40B4-BE49-F238E27FC236}">
                <a16:creationId xmlns:a16="http://schemas.microsoft.com/office/drawing/2014/main" id="{D9CBBFCA-9312-4CD6-955A-95C92A8EB592}"/>
              </a:ext>
            </a:extLst>
          </p:cNvPr>
          <p:cNvPicPr>
            <a:picLocks noChangeAspect="1"/>
          </p:cNvPicPr>
          <p:nvPr userDrawn="1"/>
        </p:nvPicPr>
        <p:blipFill>
          <a:blip>
            <a:extLst>
              <a:ext uri="{96DAC541-7B7A-43D3-8B79-37D633B846F1}">
                <asvg:svgBlip xmlns:asvg="http://schemas.microsoft.com/office/drawing/2016/SVG/main" r:embed="rId49"/>
              </a:ext>
            </a:extLst>
          </a:blip>
          <a:stretch>
            <a:fillRect/>
          </a:stretch>
        </p:blipFill>
        <p:spPr>
          <a:xfrm>
            <a:off x="8932199" y="4570422"/>
            <a:ext cx="674056" cy="540000"/>
          </a:xfrm>
          <a:prstGeom prst="rect">
            <a:avLst/>
          </a:prstGeom>
        </p:spPr>
      </p:pic>
      <p:pic>
        <p:nvPicPr>
          <p:cNvPr id="53" name="Graphic 52">
            <a:extLst>
              <a:ext uri="{FF2B5EF4-FFF2-40B4-BE49-F238E27FC236}">
                <a16:creationId xmlns:a16="http://schemas.microsoft.com/office/drawing/2014/main" id="{8B7D8B17-0813-2962-96F0-0102748CEA13}"/>
              </a:ext>
            </a:extLst>
          </p:cNvPr>
          <p:cNvPicPr>
            <a:picLocks noChangeAspect="1"/>
          </p:cNvPicPr>
          <p:nvPr userDrawn="1"/>
        </p:nvPicPr>
        <p:blipFill>
          <a:blip>
            <a:extLst>
              <a:ext uri="{96DAC541-7B7A-43D3-8B79-37D633B846F1}">
                <asvg:svgBlip xmlns:asvg="http://schemas.microsoft.com/office/drawing/2016/SVG/main" r:embed="rId50"/>
              </a:ext>
            </a:extLst>
          </a:blip>
          <a:stretch>
            <a:fillRect/>
          </a:stretch>
        </p:blipFill>
        <p:spPr>
          <a:xfrm>
            <a:off x="9823517" y="4549407"/>
            <a:ext cx="578951" cy="540000"/>
          </a:xfrm>
          <a:prstGeom prst="rect">
            <a:avLst/>
          </a:prstGeom>
        </p:spPr>
      </p:pic>
      <p:pic>
        <p:nvPicPr>
          <p:cNvPr id="54" name="Graphic 53">
            <a:extLst>
              <a:ext uri="{FF2B5EF4-FFF2-40B4-BE49-F238E27FC236}">
                <a16:creationId xmlns:a16="http://schemas.microsoft.com/office/drawing/2014/main" id="{B407CCA4-3F57-E0D6-E5C7-6311273377C2}"/>
              </a:ext>
            </a:extLst>
          </p:cNvPr>
          <p:cNvPicPr>
            <a:picLocks noChangeAspect="1"/>
          </p:cNvPicPr>
          <p:nvPr userDrawn="1"/>
        </p:nvPicPr>
        <p:blipFill>
          <a:blip>
            <a:extLst>
              <a:ext uri="{96DAC541-7B7A-43D3-8B79-37D633B846F1}">
                <asvg:svgBlip xmlns:asvg="http://schemas.microsoft.com/office/drawing/2016/SVG/main" r:embed="rId51"/>
              </a:ext>
            </a:extLst>
          </a:blip>
          <a:stretch>
            <a:fillRect/>
          </a:stretch>
        </p:blipFill>
        <p:spPr>
          <a:xfrm>
            <a:off x="8602281" y="2011369"/>
            <a:ext cx="546353" cy="540000"/>
          </a:xfrm>
          <a:prstGeom prst="rect">
            <a:avLst/>
          </a:prstGeom>
        </p:spPr>
      </p:pic>
      <p:pic>
        <p:nvPicPr>
          <p:cNvPr id="55" name="Graphic 54">
            <a:extLst>
              <a:ext uri="{FF2B5EF4-FFF2-40B4-BE49-F238E27FC236}">
                <a16:creationId xmlns:a16="http://schemas.microsoft.com/office/drawing/2014/main" id="{8997EA69-5D93-F0EA-A137-C92D398E95C8}"/>
              </a:ext>
            </a:extLst>
          </p:cNvPr>
          <p:cNvPicPr>
            <a:picLocks noChangeAspect="1"/>
          </p:cNvPicPr>
          <p:nvPr userDrawn="1"/>
        </p:nvPicPr>
        <p:blipFill>
          <a:blip>
            <a:extLst>
              <a:ext uri="{96DAC541-7B7A-43D3-8B79-37D633B846F1}">
                <asvg:svgBlip xmlns:asvg="http://schemas.microsoft.com/office/drawing/2016/SVG/main" r:embed="rId52"/>
              </a:ext>
            </a:extLst>
          </a:blip>
          <a:stretch>
            <a:fillRect/>
          </a:stretch>
        </p:blipFill>
        <p:spPr>
          <a:xfrm>
            <a:off x="7799908" y="2003089"/>
            <a:ext cx="540000" cy="540000"/>
          </a:xfrm>
          <a:prstGeom prst="rect">
            <a:avLst/>
          </a:prstGeom>
        </p:spPr>
      </p:pic>
      <p:pic>
        <p:nvPicPr>
          <p:cNvPr id="56" name="Graphic 55">
            <a:extLst>
              <a:ext uri="{FF2B5EF4-FFF2-40B4-BE49-F238E27FC236}">
                <a16:creationId xmlns:a16="http://schemas.microsoft.com/office/drawing/2014/main" id="{020AB8CF-C829-C06B-65DD-BEFA127094BC}"/>
              </a:ext>
            </a:extLst>
          </p:cNvPr>
          <p:cNvPicPr>
            <a:picLocks noChangeAspect="1"/>
          </p:cNvPicPr>
          <p:nvPr userDrawn="1"/>
        </p:nvPicPr>
        <p:blipFill>
          <a:blip>
            <a:extLst>
              <a:ext uri="{96DAC541-7B7A-43D3-8B79-37D633B846F1}">
                <asvg:svgBlip xmlns:asvg="http://schemas.microsoft.com/office/drawing/2016/SVG/main" r:embed="rId53"/>
              </a:ext>
            </a:extLst>
          </a:blip>
          <a:stretch>
            <a:fillRect/>
          </a:stretch>
        </p:blipFill>
        <p:spPr>
          <a:xfrm>
            <a:off x="10619854" y="4549407"/>
            <a:ext cx="571034" cy="540000"/>
          </a:xfrm>
          <a:prstGeom prst="rect">
            <a:avLst/>
          </a:prstGeom>
        </p:spPr>
      </p:pic>
      <p:pic>
        <p:nvPicPr>
          <p:cNvPr id="57" name="Graphic 56">
            <a:extLst>
              <a:ext uri="{FF2B5EF4-FFF2-40B4-BE49-F238E27FC236}">
                <a16:creationId xmlns:a16="http://schemas.microsoft.com/office/drawing/2014/main" id="{E7413B37-FB10-25A8-C844-D3606C5D059D}"/>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a:xfrm>
            <a:off x="5938725" y="4579385"/>
            <a:ext cx="540000" cy="540000"/>
          </a:xfrm>
          <a:prstGeom prst="rect">
            <a:avLst/>
          </a:prstGeom>
        </p:spPr>
      </p:pic>
      <p:pic>
        <p:nvPicPr>
          <p:cNvPr id="58" name="Graphic 57">
            <a:extLst>
              <a:ext uri="{FF2B5EF4-FFF2-40B4-BE49-F238E27FC236}">
                <a16:creationId xmlns:a16="http://schemas.microsoft.com/office/drawing/2014/main" id="{BBCD261F-8056-E028-F0C1-9F2E9F9DC718}"/>
              </a:ext>
            </a:extLst>
          </p:cNvPr>
          <p:cNvPicPr>
            <a:picLocks noChangeAspect="1"/>
          </p:cNvPicPr>
          <p:nvPr userDrawn="1"/>
        </p:nvPicPr>
        <p:blipFill>
          <a:blip>
            <a:extLst>
              <a:ext uri="{96DAC541-7B7A-43D3-8B79-37D633B846F1}">
                <asvg:svgBlip xmlns:asvg="http://schemas.microsoft.com/office/drawing/2016/SVG/main" r:embed="rId55"/>
              </a:ext>
            </a:extLst>
          </a:blip>
          <a:stretch>
            <a:fillRect/>
          </a:stretch>
        </p:blipFill>
        <p:spPr>
          <a:xfrm>
            <a:off x="6737021" y="4576817"/>
            <a:ext cx="447955" cy="540000"/>
          </a:xfrm>
          <a:prstGeom prst="rect">
            <a:avLst/>
          </a:prstGeom>
        </p:spPr>
      </p:pic>
      <p:pic>
        <p:nvPicPr>
          <p:cNvPr id="59" name="Graphic 58">
            <a:extLst>
              <a:ext uri="{FF2B5EF4-FFF2-40B4-BE49-F238E27FC236}">
                <a16:creationId xmlns:a16="http://schemas.microsoft.com/office/drawing/2014/main" id="{192100A1-CC92-8B00-7D02-28FFEF726BF7}"/>
              </a:ext>
            </a:extLst>
          </p:cNvPr>
          <p:cNvPicPr>
            <a:picLocks noChangeAspect="1"/>
          </p:cNvPicPr>
          <p:nvPr userDrawn="1"/>
        </p:nvPicPr>
        <p:blipFill>
          <a:blip>
            <a:extLst>
              <a:ext uri="{96DAC541-7B7A-43D3-8B79-37D633B846F1}">
                <asvg:svgBlip xmlns:asvg="http://schemas.microsoft.com/office/drawing/2016/SVG/main" r:embed="rId56"/>
              </a:ext>
            </a:extLst>
          </a:blip>
          <a:stretch>
            <a:fillRect/>
          </a:stretch>
        </p:blipFill>
        <p:spPr>
          <a:xfrm>
            <a:off x="791085" y="5362436"/>
            <a:ext cx="540000" cy="540000"/>
          </a:xfrm>
          <a:prstGeom prst="rect">
            <a:avLst/>
          </a:prstGeom>
        </p:spPr>
      </p:pic>
      <p:pic>
        <p:nvPicPr>
          <p:cNvPr id="60" name="Graphic 59">
            <a:extLst>
              <a:ext uri="{FF2B5EF4-FFF2-40B4-BE49-F238E27FC236}">
                <a16:creationId xmlns:a16="http://schemas.microsoft.com/office/drawing/2014/main" id="{CE71DF2E-2D73-0BDC-7A30-1B28240342E6}"/>
              </a:ext>
            </a:extLst>
          </p:cNvPr>
          <p:cNvPicPr>
            <a:picLocks noChangeAspect="1"/>
          </p:cNvPicPr>
          <p:nvPr userDrawn="1"/>
        </p:nvPicPr>
        <p:blipFill>
          <a:blip>
            <a:extLst>
              <a:ext uri="{96DAC541-7B7A-43D3-8B79-37D633B846F1}">
                <asvg:svgBlip xmlns:asvg="http://schemas.microsoft.com/office/drawing/2016/SVG/main" r:embed="rId57"/>
              </a:ext>
            </a:extLst>
          </a:blip>
          <a:stretch>
            <a:fillRect/>
          </a:stretch>
        </p:blipFill>
        <p:spPr>
          <a:xfrm>
            <a:off x="1508643" y="5362436"/>
            <a:ext cx="540000" cy="540000"/>
          </a:xfrm>
          <a:prstGeom prst="rect">
            <a:avLst/>
          </a:prstGeom>
        </p:spPr>
      </p:pic>
      <p:pic>
        <p:nvPicPr>
          <p:cNvPr id="61" name="Graphic 60">
            <a:extLst>
              <a:ext uri="{FF2B5EF4-FFF2-40B4-BE49-F238E27FC236}">
                <a16:creationId xmlns:a16="http://schemas.microsoft.com/office/drawing/2014/main" id="{C5D56ECB-AF94-73FF-F750-744399B05047}"/>
              </a:ext>
            </a:extLst>
          </p:cNvPr>
          <p:cNvPicPr>
            <a:picLocks noChangeAspect="1"/>
          </p:cNvPicPr>
          <p:nvPr userDrawn="1"/>
        </p:nvPicPr>
        <p:blipFill>
          <a:blip>
            <a:extLst>
              <a:ext uri="{96DAC541-7B7A-43D3-8B79-37D633B846F1}">
                <asvg:svgBlip xmlns:asvg="http://schemas.microsoft.com/office/drawing/2016/SVG/main" r:embed="rId58"/>
              </a:ext>
            </a:extLst>
          </a:blip>
          <a:stretch>
            <a:fillRect/>
          </a:stretch>
        </p:blipFill>
        <p:spPr>
          <a:xfrm>
            <a:off x="2295518" y="5369895"/>
            <a:ext cx="540000" cy="540000"/>
          </a:xfrm>
          <a:prstGeom prst="rect">
            <a:avLst/>
          </a:prstGeom>
        </p:spPr>
      </p:pic>
      <p:pic>
        <p:nvPicPr>
          <p:cNvPr id="62" name="Graphic 61">
            <a:extLst>
              <a:ext uri="{FF2B5EF4-FFF2-40B4-BE49-F238E27FC236}">
                <a16:creationId xmlns:a16="http://schemas.microsoft.com/office/drawing/2014/main" id="{D42F7C4E-E20D-0205-77B3-69C52B862E7C}"/>
              </a:ext>
            </a:extLst>
          </p:cNvPr>
          <p:cNvPicPr>
            <a:picLocks noChangeAspect="1"/>
          </p:cNvPicPr>
          <p:nvPr userDrawn="1"/>
        </p:nvPicPr>
        <p:blipFill>
          <a:blip>
            <a:extLst>
              <a:ext uri="{96DAC541-7B7A-43D3-8B79-37D633B846F1}">
                <asvg:svgBlip xmlns:asvg="http://schemas.microsoft.com/office/drawing/2016/SVG/main" r:embed="rId59"/>
              </a:ext>
            </a:extLst>
          </a:blip>
          <a:stretch>
            <a:fillRect/>
          </a:stretch>
        </p:blipFill>
        <p:spPr>
          <a:xfrm>
            <a:off x="4453425" y="5335292"/>
            <a:ext cx="540000" cy="540000"/>
          </a:xfrm>
          <a:prstGeom prst="rect">
            <a:avLst/>
          </a:prstGeom>
        </p:spPr>
      </p:pic>
      <p:pic>
        <p:nvPicPr>
          <p:cNvPr id="63" name="Graphic 62">
            <a:extLst>
              <a:ext uri="{FF2B5EF4-FFF2-40B4-BE49-F238E27FC236}">
                <a16:creationId xmlns:a16="http://schemas.microsoft.com/office/drawing/2014/main" id="{99E942FE-472A-A4CF-018C-87F3407E439A}"/>
              </a:ext>
            </a:extLst>
          </p:cNvPr>
          <p:cNvPicPr>
            <a:picLocks noChangeAspect="1"/>
          </p:cNvPicPr>
          <p:nvPr userDrawn="1"/>
        </p:nvPicPr>
        <p:blipFill>
          <a:blip>
            <a:extLst>
              <a:ext uri="{96DAC541-7B7A-43D3-8B79-37D633B846F1}">
                <asvg:svgBlip xmlns:asvg="http://schemas.microsoft.com/office/drawing/2016/SVG/main" r:embed="rId60"/>
              </a:ext>
            </a:extLst>
          </a:blip>
          <a:stretch>
            <a:fillRect/>
          </a:stretch>
        </p:blipFill>
        <p:spPr>
          <a:xfrm>
            <a:off x="3735867" y="5342179"/>
            <a:ext cx="540000" cy="540000"/>
          </a:xfrm>
          <a:prstGeom prst="rect">
            <a:avLst/>
          </a:prstGeom>
        </p:spPr>
      </p:pic>
      <p:pic>
        <p:nvPicPr>
          <p:cNvPr id="64" name="Graphic 63">
            <a:extLst>
              <a:ext uri="{FF2B5EF4-FFF2-40B4-BE49-F238E27FC236}">
                <a16:creationId xmlns:a16="http://schemas.microsoft.com/office/drawing/2014/main" id="{132DBBBE-4204-404E-D4A4-EB8444228AC0}"/>
              </a:ext>
            </a:extLst>
          </p:cNvPr>
          <p:cNvPicPr>
            <a:picLocks noChangeAspect="1"/>
          </p:cNvPicPr>
          <p:nvPr userDrawn="1"/>
        </p:nvPicPr>
        <p:blipFill>
          <a:blip>
            <a:extLst>
              <a:ext uri="{96DAC541-7B7A-43D3-8B79-37D633B846F1}">
                <asvg:svgBlip xmlns:asvg="http://schemas.microsoft.com/office/drawing/2016/SVG/main" r:embed="rId61"/>
              </a:ext>
            </a:extLst>
          </a:blip>
          <a:stretch>
            <a:fillRect/>
          </a:stretch>
        </p:blipFill>
        <p:spPr>
          <a:xfrm>
            <a:off x="3018309" y="5342179"/>
            <a:ext cx="540000" cy="540000"/>
          </a:xfrm>
          <a:prstGeom prst="rect">
            <a:avLst/>
          </a:prstGeom>
        </p:spPr>
      </p:pic>
    </p:spTree>
    <p:extLst>
      <p:ext uri="{BB962C8B-B14F-4D97-AF65-F5344CB8AC3E}">
        <p14:creationId xmlns:p14="http://schemas.microsoft.com/office/powerpoint/2010/main" val="3036499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library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446461-3D60-61DF-2DFF-4B436B306B83}"/>
              </a:ext>
            </a:extLst>
          </p:cNvPr>
          <p:cNvSpPr txBox="1">
            <a:spLocks/>
          </p:cNvSpPr>
          <p:nvPr userDrawn="1"/>
        </p:nvSpPr>
        <p:spPr>
          <a:xfrm>
            <a:off x="792000" y="602673"/>
            <a:ext cx="10608000" cy="7091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BE" sz="3200" b="1" i="0" u="none" strike="noStrike" kern="1200" cap="none" spc="0" normalizeH="0" baseline="0" noProof="0">
                <a:ln>
                  <a:noFill/>
                </a:ln>
                <a:solidFill>
                  <a:srgbClr val="123F93"/>
                </a:solidFill>
                <a:effectLst/>
                <a:uLnTx/>
                <a:uFillTx/>
                <a:latin typeface="Trebuchet MS"/>
                <a:ea typeface="+mj-ea"/>
                <a:cs typeface="+mj-cs"/>
              </a:rPr>
              <a:t>Icon library</a:t>
            </a:r>
          </a:p>
        </p:txBody>
      </p:sp>
      <p:sp>
        <p:nvSpPr>
          <p:cNvPr id="4" name="Text Placeholder 2">
            <a:extLst>
              <a:ext uri="{FF2B5EF4-FFF2-40B4-BE49-F238E27FC236}">
                <a16:creationId xmlns:a16="http://schemas.microsoft.com/office/drawing/2014/main" id="{F0534AC0-AB58-1AF4-4B3E-B92D35108D35}"/>
              </a:ext>
            </a:extLst>
          </p:cNvPr>
          <p:cNvSpPr txBox="1">
            <a:spLocks/>
          </p:cNvSpPr>
          <p:nvPr userDrawn="1"/>
        </p:nvSpPr>
        <p:spPr>
          <a:xfrm>
            <a:off x="792000" y="1370911"/>
            <a:ext cx="10608000" cy="361771"/>
          </a:xfrm>
          <a:prstGeom prst="rect">
            <a:avLst/>
          </a:prstGeom>
        </p:spPr>
        <p:txBody>
          <a:bodyPr anchor="ctr">
            <a:noAutofit/>
          </a:bodyPr>
          <a:lstStyle>
            <a:lvl1pPr marL="0" indent="0" algn="l" defTabSz="914400" rtl="0" eaLnBrk="1" latinLnBrk="0" hangingPunct="1">
              <a:lnSpc>
                <a:spcPct val="114000"/>
              </a:lnSpc>
              <a:spcBef>
                <a:spcPts val="1000"/>
              </a:spcBef>
              <a:buClr>
                <a:srgbClr val="507AC2"/>
              </a:buClr>
              <a:buFont typeface="Wingdings" panose="05000000000000000000" pitchFamily="2" charset="2"/>
              <a:buNone/>
              <a:defRPr sz="2000" b="0" kern="1200">
                <a:solidFill>
                  <a:srgbClr val="507AC2"/>
                </a:solidFill>
                <a:latin typeface="+mn-lt"/>
                <a:ea typeface="+mn-ea"/>
                <a:cs typeface="+mn-cs"/>
              </a:defRPr>
            </a:lvl1pPr>
            <a:lvl2pPr marL="457200" indent="0" algn="l" defTabSz="914400" rtl="0" eaLnBrk="1" latinLnBrk="0" hangingPunct="1">
              <a:lnSpc>
                <a:spcPct val="114000"/>
              </a:lnSpc>
              <a:spcBef>
                <a:spcPts val="500"/>
              </a:spcBef>
              <a:buClr>
                <a:srgbClr val="507AC2"/>
              </a:buClr>
              <a:buFont typeface="Wingdings" panose="05000000000000000000" pitchFamily="2" charset="2"/>
              <a:buNone/>
              <a:defRPr sz="2000" b="1" kern="1200">
                <a:solidFill>
                  <a:srgbClr val="00205F">
                    <a:alpha val="85000"/>
                  </a:srgbClr>
                </a:solidFill>
                <a:latin typeface="+mn-lt"/>
                <a:ea typeface="+mn-ea"/>
                <a:cs typeface="+mn-cs"/>
              </a:defRPr>
            </a:lvl2pPr>
            <a:lvl3pPr marL="914400" indent="0" algn="l" defTabSz="914400" rtl="0" eaLnBrk="1" latinLnBrk="0" hangingPunct="1">
              <a:lnSpc>
                <a:spcPct val="114000"/>
              </a:lnSpc>
              <a:spcBef>
                <a:spcPts val="500"/>
              </a:spcBef>
              <a:buClr>
                <a:srgbClr val="507AC2"/>
              </a:buClr>
              <a:buFont typeface="Wingdings" panose="05000000000000000000" pitchFamily="2" charset="2"/>
              <a:buNone/>
              <a:defRPr sz="1800" b="1" kern="1200">
                <a:solidFill>
                  <a:srgbClr val="00205F">
                    <a:alpha val="85000"/>
                  </a:srgbClr>
                </a:solidFill>
                <a:latin typeface="+mn-lt"/>
                <a:ea typeface="+mn-ea"/>
                <a:cs typeface="+mn-cs"/>
              </a:defRPr>
            </a:lvl3pPr>
            <a:lvl4pPr marL="13716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4pPr>
            <a:lvl5pPr marL="1828800" indent="0" algn="l" defTabSz="914400" rtl="0" eaLnBrk="1" latinLnBrk="0" hangingPunct="1">
              <a:lnSpc>
                <a:spcPct val="114000"/>
              </a:lnSpc>
              <a:spcBef>
                <a:spcPts val="500"/>
              </a:spcBef>
              <a:buClr>
                <a:srgbClr val="507AC2"/>
              </a:buClr>
              <a:buFont typeface="Wingdings" panose="05000000000000000000" pitchFamily="2" charset="2"/>
              <a:buNone/>
              <a:defRPr sz="1600" b="1" kern="1200">
                <a:solidFill>
                  <a:srgbClr val="00205F">
                    <a:alpha val="85000"/>
                  </a:srgb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14000"/>
              </a:lnSpc>
              <a:spcBef>
                <a:spcPts val="1000"/>
              </a:spcBef>
              <a:spcAft>
                <a:spcPts val="0"/>
              </a:spcAft>
              <a:buClr>
                <a:srgbClr val="507AC2"/>
              </a:buClr>
              <a:buSzTx/>
              <a:buFont typeface="Wingdings" panose="05000000000000000000" pitchFamily="2" charset="2"/>
              <a:buNone/>
              <a:tabLst/>
              <a:defRPr/>
            </a:pPr>
            <a:r>
              <a:rPr kumimoji="0" lang="en-US" sz="2000" b="0" i="0" u="none" strike="noStrike" kern="1200" cap="none" spc="0" normalizeH="0" baseline="0" noProof="0">
                <a:ln>
                  <a:noFill/>
                </a:ln>
                <a:solidFill>
                  <a:srgbClr val="507AC2"/>
                </a:solidFill>
                <a:effectLst/>
                <a:uLnTx/>
                <a:uFillTx/>
                <a:latin typeface="Trebuchet MS"/>
                <a:ea typeface="+mn-ea"/>
                <a:cs typeface="+mn-cs"/>
              </a:rPr>
              <a:t>Change icon color: </a:t>
            </a:r>
            <a:r>
              <a:rPr kumimoji="0" lang="en-US" sz="2000" b="1" i="1" u="none" strike="noStrike" kern="1200" cap="none" spc="0" normalizeH="0" baseline="0" noProof="0">
                <a:ln>
                  <a:noFill/>
                </a:ln>
                <a:solidFill>
                  <a:srgbClr val="507AC2"/>
                </a:solidFill>
                <a:effectLst/>
                <a:uLnTx/>
                <a:uFillTx/>
                <a:latin typeface="Trebuchet MS"/>
                <a:ea typeface="+mn-ea"/>
                <a:cs typeface="+mn-cs"/>
              </a:rPr>
              <a:t>click on graphic &gt; graphics format &gt; graphics fill</a:t>
            </a:r>
            <a:endParaRPr kumimoji="0" lang="en-BE" sz="2000" b="1" i="1" u="none" strike="noStrike" kern="1200" cap="none" spc="0" normalizeH="0" baseline="0" noProof="0">
              <a:ln>
                <a:noFill/>
              </a:ln>
              <a:solidFill>
                <a:srgbClr val="507AC2"/>
              </a:solidFill>
              <a:effectLst/>
              <a:uLnTx/>
              <a:uFillTx/>
              <a:latin typeface="Trebuchet MS"/>
              <a:ea typeface="+mn-ea"/>
              <a:cs typeface="+mn-cs"/>
            </a:endParaRPr>
          </a:p>
        </p:txBody>
      </p:sp>
      <p:pic>
        <p:nvPicPr>
          <p:cNvPr id="5" name="Graphic 4">
            <a:extLst>
              <a:ext uri="{FF2B5EF4-FFF2-40B4-BE49-F238E27FC236}">
                <a16:creationId xmlns:a16="http://schemas.microsoft.com/office/drawing/2014/main" id="{49334C77-0142-AED7-2178-9A234561612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2000" y="2185784"/>
            <a:ext cx="540000" cy="540000"/>
          </a:xfrm>
          <a:prstGeom prst="rect">
            <a:avLst/>
          </a:prstGeom>
        </p:spPr>
      </p:pic>
      <p:pic>
        <p:nvPicPr>
          <p:cNvPr id="6" name="Graphic 5">
            <a:extLst>
              <a:ext uri="{FF2B5EF4-FFF2-40B4-BE49-F238E27FC236}">
                <a16:creationId xmlns:a16="http://schemas.microsoft.com/office/drawing/2014/main" id="{168BC5E2-CC5D-5E22-A4FF-29B5178A105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07194" y="2178198"/>
            <a:ext cx="540000" cy="540000"/>
          </a:xfrm>
          <a:prstGeom prst="rect">
            <a:avLst/>
          </a:prstGeom>
        </p:spPr>
      </p:pic>
      <p:pic>
        <p:nvPicPr>
          <p:cNvPr id="7" name="Graphic 6">
            <a:extLst>
              <a:ext uri="{FF2B5EF4-FFF2-40B4-BE49-F238E27FC236}">
                <a16:creationId xmlns:a16="http://schemas.microsoft.com/office/drawing/2014/main" id="{B8055E5C-FD40-351B-AD67-F11F066BF5E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433206" y="2185784"/>
            <a:ext cx="540000" cy="540000"/>
          </a:xfrm>
          <a:prstGeom prst="rect">
            <a:avLst/>
          </a:prstGeom>
        </p:spPr>
      </p:pic>
      <p:pic>
        <p:nvPicPr>
          <p:cNvPr id="8" name="Graphic 7">
            <a:extLst>
              <a:ext uri="{FF2B5EF4-FFF2-40B4-BE49-F238E27FC236}">
                <a16:creationId xmlns:a16="http://schemas.microsoft.com/office/drawing/2014/main" id="{FB4335F4-F018-4514-4FCD-9894C9FCE6A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259218" y="2178198"/>
            <a:ext cx="540000" cy="540000"/>
          </a:xfrm>
          <a:prstGeom prst="rect">
            <a:avLst/>
          </a:prstGeom>
        </p:spPr>
      </p:pic>
      <p:pic>
        <p:nvPicPr>
          <p:cNvPr id="9" name="Graphic 8">
            <a:extLst>
              <a:ext uri="{FF2B5EF4-FFF2-40B4-BE49-F238E27FC236}">
                <a16:creationId xmlns:a16="http://schemas.microsoft.com/office/drawing/2014/main" id="{2DB8CB1A-F277-B6BC-1374-AD81C1243FE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085230" y="2185784"/>
            <a:ext cx="540000" cy="540000"/>
          </a:xfrm>
          <a:prstGeom prst="rect">
            <a:avLst/>
          </a:prstGeom>
        </p:spPr>
      </p:pic>
      <p:pic>
        <p:nvPicPr>
          <p:cNvPr id="10" name="Graphic 9">
            <a:extLst>
              <a:ext uri="{FF2B5EF4-FFF2-40B4-BE49-F238E27FC236}">
                <a16:creationId xmlns:a16="http://schemas.microsoft.com/office/drawing/2014/main" id="{89525B00-CB77-8E41-9AB3-491AD8734AC0}"/>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4905833" y="2185784"/>
            <a:ext cx="540000" cy="540000"/>
          </a:xfrm>
          <a:prstGeom prst="rect">
            <a:avLst/>
          </a:prstGeom>
        </p:spPr>
      </p:pic>
      <p:pic>
        <p:nvPicPr>
          <p:cNvPr id="11" name="Graphic 10">
            <a:extLst>
              <a:ext uri="{FF2B5EF4-FFF2-40B4-BE49-F238E27FC236}">
                <a16:creationId xmlns:a16="http://schemas.microsoft.com/office/drawing/2014/main" id="{91BE9343-E1C5-C47B-BEAC-58A20893D61A}"/>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726436" y="2185784"/>
            <a:ext cx="540000" cy="540000"/>
          </a:xfrm>
          <a:prstGeom prst="rect">
            <a:avLst/>
          </a:prstGeom>
        </p:spPr>
      </p:pic>
      <p:pic>
        <p:nvPicPr>
          <p:cNvPr id="12" name="Graphic 11">
            <a:extLst>
              <a:ext uri="{FF2B5EF4-FFF2-40B4-BE49-F238E27FC236}">
                <a16:creationId xmlns:a16="http://schemas.microsoft.com/office/drawing/2014/main" id="{769261E9-89CF-9002-487F-5FA4F170171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547039" y="2185784"/>
            <a:ext cx="540000" cy="540000"/>
          </a:xfrm>
          <a:prstGeom prst="rect">
            <a:avLst/>
          </a:prstGeom>
        </p:spPr>
      </p:pic>
      <p:pic>
        <p:nvPicPr>
          <p:cNvPr id="13" name="Graphic 12">
            <a:extLst>
              <a:ext uri="{FF2B5EF4-FFF2-40B4-BE49-F238E27FC236}">
                <a16:creationId xmlns:a16="http://schemas.microsoft.com/office/drawing/2014/main" id="{41C4D9AA-E891-6EA4-5D26-C809692B437A}"/>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7367642" y="2185784"/>
            <a:ext cx="540000" cy="540000"/>
          </a:xfrm>
          <a:prstGeom prst="rect">
            <a:avLst/>
          </a:prstGeom>
        </p:spPr>
      </p:pic>
      <p:pic>
        <p:nvPicPr>
          <p:cNvPr id="14" name="Graphic 13">
            <a:extLst>
              <a:ext uri="{FF2B5EF4-FFF2-40B4-BE49-F238E27FC236}">
                <a16:creationId xmlns:a16="http://schemas.microsoft.com/office/drawing/2014/main" id="{ECB7492B-2024-B58B-AABE-B271D7462042}"/>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8188245" y="2185784"/>
            <a:ext cx="540000" cy="540000"/>
          </a:xfrm>
          <a:prstGeom prst="rect">
            <a:avLst/>
          </a:prstGeom>
        </p:spPr>
      </p:pic>
    </p:spTree>
    <p:extLst>
      <p:ext uri="{BB962C8B-B14F-4D97-AF65-F5344CB8AC3E}">
        <p14:creationId xmlns:p14="http://schemas.microsoft.com/office/powerpoint/2010/main" val="36286375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2765926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10515600"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5562775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838200" y="365125"/>
            <a:ext cx="4942668" cy="1325563"/>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838200"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6411134" y="0"/>
            <a:ext cx="5780865" cy="6858000"/>
          </a:xfrm>
          <a:prstGeom prst="rect">
            <a:avLst/>
          </a:prstGeom>
        </p:spPr>
        <p:txBody>
          <a:bodyPr/>
          <a:lstStyle/>
          <a:p>
            <a:endParaRPr lang="en-BE"/>
          </a:p>
        </p:txBody>
      </p:sp>
    </p:spTree>
    <p:extLst>
      <p:ext uri="{BB962C8B-B14F-4D97-AF65-F5344CB8AC3E}">
        <p14:creationId xmlns:p14="http://schemas.microsoft.com/office/powerpoint/2010/main" val="14990102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5164" y="0"/>
            <a:ext cx="5780865" cy="68580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9027341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57757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6416301" y="365125"/>
            <a:ext cx="4942668" cy="1325563"/>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6416301" y="1792288"/>
            <a:ext cx="4942668" cy="4700587"/>
          </a:xfrm>
          <a:prstGeom prst="rect">
            <a:avLst/>
          </a:prstGeom>
        </p:spPr>
        <p:txBody>
          <a:bodyPr/>
          <a:lstStyle>
            <a:lvl1pPr>
              <a:buClr>
                <a:schemeClr val="tx2"/>
              </a:buClr>
              <a:defRPr sz="2800">
                <a:solidFill>
                  <a:schemeClr val="tx1">
                    <a:alpha val="85000"/>
                  </a:schemeClr>
                </a:solidFill>
              </a:defRPr>
            </a:lvl1pPr>
            <a:lvl2pPr>
              <a:buClr>
                <a:schemeClr val="tx2"/>
              </a:buClr>
              <a:defRPr sz="2800">
                <a:solidFill>
                  <a:schemeClr val="tx1">
                    <a:alpha val="85000"/>
                  </a:schemeClr>
                </a:solidFill>
              </a:defRPr>
            </a:lvl2pPr>
            <a:lvl3pPr>
              <a:buClr>
                <a:schemeClr val="tx2"/>
              </a:buClr>
              <a:defRPr sz="2800">
                <a:solidFill>
                  <a:schemeClr val="tx1">
                    <a:alpha val="85000"/>
                  </a:schemeClr>
                </a:solidFill>
              </a:defRPr>
            </a:lvl3pPr>
            <a:lvl4pPr>
              <a:buClr>
                <a:schemeClr val="tx2"/>
              </a:buClr>
              <a:defRPr sz="2400">
                <a:solidFill>
                  <a:schemeClr val="tx1">
                    <a:alpha val="85000"/>
                  </a:schemeClr>
                </a:solidFill>
              </a:defRPr>
            </a:lvl4pPr>
            <a:lvl5pPr>
              <a:buClr>
                <a:schemeClr val="tx2"/>
              </a:buClr>
              <a:defRPr sz="2400">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28901013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99" y="288001"/>
            <a:ext cx="914396" cy="485774"/>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5416337" y="2299097"/>
            <a:ext cx="5491121" cy="2286007"/>
          </a:xfrm>
          <a:prstGeom prst="rect">
            <a:avLst/>
          </a:prstGeom>
        </p:spPr>
        <p:txBody>
          <a:bodyPr anchor="b"/>
          <a:lstStyle>
            <a:lvl1pPr marL="0" indent="0">
              <a:buNone/>
              <a:defRPr sz="4800" b="1">
                <a:solidFill>
                  <a:schemeClr val="tx2"/>
                </a:solidFill>
                <a:latin typeface="+mj-lt"/>
              </a:defRPr>
            </a:lvl1pPr>
          </a:lstStyle>
          <a:p>
            <a:pPr lvl="0"/>
            <a:r>
              <a:rPr lang="en-US"/>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5332687" y="2151613"/>
            <a:ext cx="0" cy="2605688"/>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674055" y="2298478"/>
            <a:ext cx="4571975" cy="2286007"/>
          </a:xfrm>
          <a:prstGeom prst="rect">
            <a:avLst/>
          </a:prstGeom>
        </p:spPr>
        <p:txBody>
          <a:bodyPr anchor="t"/>
          <a:lstStyle>
            <a:lvl1pPr marL="0" indent="0" algn="r">
              <a:buNone/>
              <a:defRPr sz="4800" b="1">
                <a:solidFill>
                  <a:schemeClr val="tx2"/>
                </a:solidFill>
                <a:latin typeface="+mj-lt"/>
              </a:defRPr>
            </a:lvl1pPr>
          </a:lstStyle>
          <a:p>
            <a:pPr lvl="0"/>
            <a:r>
              <a:rPr lang="en-US"/>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6505909" y="9229"/>
            <a:ext cx="5688622" cy="6861839"/>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a:p>
          </p:txBody>
        </p:sp>
      </p:grpSp>
    </p:spTree>
    <p:extLst>
      <p:ext uri="{BB962C8B-B14F-4D97-AF65-F5344CB8AC3E}">
        <p14:creationId xmlns:p14="http://schemas.microsoft.com/office/powerpoint/2010/main" val="27417460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One column">
    <p:spTree>
      <p:nvGrpSpPr>
        <p:cNvPr id="1" name=""/>
        <p:cNvGrpSpPr/>
        <p:nvPr/>
      </p:nvGrpSpPr>
      <p:grpSpPr>
        <a:xfrm>
          <a:off x="0" y="0"/>
          <a:ext cx="0" cy="0"/>
          <a:chOff x="0" y="0"/>
          <a:chExt cx="0" cy="0"/>
        </a:xfrm>
      </p:grpSpPr>
      <p:sp>
        <p:nvSpPr>
          <p:cNvPr id="13" name="Tijdelijke aanduiding voor titel 1">
            <a:extLst>
              <a:ext uri="{FF2B5EF4-FFF2-40B4-BE49-F238E27FC236}">
                <a16:creationId xmlns:a16="http://schemas.microsoft.com/office/drawing/2014/main" id="{752C6DDF-7D23-2B36-06F0-BF7E049D5935}"/>
              </a:ext>
            </a:extLst>
          </p:cNvPr>
          <p:cNvSpPr>
            <a:spLocks noGrp="1"/>
          </p:cNvSpPr>
          <p:nvPr>
            <p:ph type="title"/>
          </p:nvPr>
        </p:nvSpPr>
        <p:spPr>
          <a:xfrm>
            <a:off x="792000" y="602673"/>
            <a:ext cx="10608000" cy="709135"/>
          </a:xfrm>
          <a:prstGeom prst="rect">
            <a:avLst/>
          </a:prstGeom>
        </p:spPr>
        <p:txBody>
          <a:bodyPr vert="horz" lIns="91440" tIns="45720" rIns="91440" bIns="45720" rtlCol="0" anchor="ctr">
            <a:noAutofit/>
          </a:bodyPr>
          <a:lstStyle/>
          <a:p>
            <a:r>
              <a:rPr lang="en-US"/>
              <a:t>Click to edit Master title style</a:t>
            </a:r>
            <a:endParaRPr lang="nl-NL"/>
          </a:p>
        </p:txBody>
      </p:sp>
      <p:sp>
        <p:nvSpPr>
          <p:cNvPr id="16" name="Tijdelijke aanduiding voor inhoud 15">
            <a:extLst>
              <a:ext uri="{FF2B5EF4-FFF2-40B4-BE49-F238E27FC236}">
                <a16:creationId xmlns:a16="http://schemas.microsoft.com/office/drawing/2014/main" id="{125A134B-4472-3C4F-313C-1F720D46F8AD}"/>
              </a:ext>
            </a:extLst>
          </p:cNvPr>
          <p:cNvSpPr>
            <a:spLocks noGrp="1"/>
          </p:cNvSpPr>
          <p:nvPr>
            <p:ph sz="quarter" idx="10" hasCustomPrompt="1"/>
          </p:nvPr>
        </p:nvSpPr>
        <p:spPr>
          <a:xfrm>
            <a:off x="792000" y="1941197"/>
            <a:ext cx="10608000" cy="4605686"/>
          </a:xfrm>
        </p:spPr>
        <p:txBody>
          <a:bodyPr/>
          <a:lstStyle>
            <a:lvl1pPr>
              <a:lnSpc>
                <a:spcPct val="114000"/>
              </a:lnSpc>
              <a:buClr>
                <a:srgbClr val="507AC2"/>
              </a:buClr>
              <a:defRPr/>
            </a:lvl1pPr>
            <a:lvl2pPr>
              <a:lnSpc>
                <a:spcPct val="114000"/>
              </a:lnSpc>
              <a:buClr>
                <a:srgbClr val="507AC2"/>
              </a:buClr>
              <a:defRPr/>
            </a:lvl2pPr>
            <a:lvl3pPr>
              <a:lnSpc>
                <a:spcPct val="114000"/>
              </a:lnSpc>
              <a:buClr>
                <a:srgbClr val="507AC2"/>
              </a:buClr>
              <a:defRPr/>
            </a:lvl3pPr>
            <a:lvl4pPr>
              <a:lnSpc>
                <a:spcPct val="114000"/>
              </a:lnSpc>
              <a:buClr>
                <a:srgbClr val="507AC2"/>
              </a:buClr>
              <a:defRPr/>
            </a:lvl4pPr>
            <a:lvl5pPr>
              <a:lnSpc>
                <a:spcPct val="114000"/>
              </a:lnSpc>
              <a:buClr>
                <a:srgbClr val="507AC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2">
            <a:extLst>
              <a:ext uri="{FF2B5EF4-FFF2-40B4-BE49-F238E27FC236}">
                <a16:creationId xmlns:a16="http://schemas.microsoft.com/office/drawing/2014/main" id="{F4109B49-8E9B-045A-4FF2-6C1EEAF69713}"/>
              </a:ext>
            </a:extLst>
          </p:cNvPr>
          <p:cNvSpPr>
            <a:spLocks noGrp="1"/>
          </p:cNvSpPr>
          <p:nvPr>
            <p:ph type="ftr" sz="quarter" idx="3"/>
          </p:nvPr>
        </p:nvSpPr>
        <p:spPr>
          <a:xfrm>
            <a:off x="7285200" y="6596579"/>
            <a:ext cx="4114800" cy="152091"/>
          </a:xfrm>
          <a:prstGeom prst="rect">
            <a:avLst/>
          </a:prstGeom>
        </p:spPr>
        <p:txBody>
          <a:bodyPr vert="horz" lIns="91440" tIns="45720" rIns="91440" bIns="45720" rtlCol="0" anchor="ctr"/>
          <a:lstStyle>
            <a:lvl1pPr algn="r">
              <a:defRPr sz="800">
                <a:solidFill>
                  <a:schemeClr val="tx2"/>
                </a:solidFill>
              </a:defRPr>
            </a:lvl1pPr>
          </a:lstStyle>
          <a:p>
            <a:endParaRPr lang="en-BE"/>
          </a:p>
        </p:txBody>
      </p:sp>
    </p:spTree>
    <p:extLst>
      <p:ext uri="{BB962C8B-B14F-4D97-AF65-F5344CB8AC3E}">
        <p14:creationId xmlns:p14="http://schemas.microsoft.com/office/powerpoint/2010/main" val="117205959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3.sv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3.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2.sv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4.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3.sv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3.sv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545F28-DC4B-28A7-51BA-BC4935929954}"/>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3" name="Rectangle 2">
            <a:extLst>
              <a:ext uri="{FF2B5EF4-FFF2-40B4-BE49-F238E27FC236}">
                <a16:creationId xmlns:a16="http://schemas.microsoft.com/office/drawing/2014/main" id="{86805AF0-8737-82D7-142E-59D0FFC519BB}"/>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8F945A52-E6A8-07C3-B9BD-AE3A6ECD9343}"/>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8F172458-6B96-C29B-EA5F-9CE2B2D135BF}"/>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336FC2CF-B438-16C2-A102-AADE93E4A53A}"/>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71E91419-9835-2634-76CA-4E2E9245E8A6}"/>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BCC63BA7-16F6-CDDB-98ED-08A62D326092}"/>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19DB7394-0F11-3FB2-9063-B6E1D12B493D}"/>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3552821090"/>
      </p:ext>
    </p:extLst>
  </p:cSld>
  <p:clrMap bg1="lt1" tx1="dk1" bg2="lt2" tx2="dk2" accent1="accent1" accent2="accent2" accent3="accent3" accent4="accent4" accent5="accent5" accent6="accent6" hlink="hlink" folHlink="folHlink"/>
  <p:sldLayoutIdLst>
    <p:sldLayoutId id="2147483884" r:id="rId1"/>
    <p:sldLayoutId id="2147483663" r:id="rId2"/>
    <p:sldLayoutId id="2147483867" r:id="rId3"/>
  </p:sldLayoutIdLst>
  <p:hf sldNum="0" hdr="0" ft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85750" indent="-285750" algn="l" defTabSz="914400" rtl="0" eaLnBrk="1" latinLnBrk="0" hangingPunct="1">
        <a:lnSpc>
          <a:spcPct val="114000"/>
        </a:lnSpc>
        <a:spcBef>
          <a:spcPts val="1000"/>
        </a:spcBef>
        <a:buFont typeface="Wingdings" panose="05000000000000000000" pitchFamily="2" charset="2"/>
        <a:buChar char="§"/>
        <a:defRPr sz="1600" kern="1200">
          <a:solidFill>
            <a:schemeClr val="tx1"/>
          </a:solidFill>
          <a:latin typeface="+mn-lt"/>
          <a:ea typeface="+mn-ea"/>
          <a:cs typeface="+mn-cs"/>
        </a:defRPr>
      </a:lvl1pPr>
      <a:lvl2pPr marL="742950" indent="-28575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2pPr>
      <a:lvl3pPr marL="1200150" indent="-28575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3pPr>
      <a:lvl4pPr marL="1657350" indent="-28575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4pPr>
      <a:lvl5pPr marL="2114550" indent="-28575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724D2D-D2C8-9180-D5B6-796D5E78710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F8B8B2E6-2A4C-2DED-F3DB-5A56CADDB653}"/>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DF55A237-0E6F-DB45-9C0D-61CE5BC654C6}"/>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6F7EFD9B-20B5-4EF7-DE5E-53E9E08049EF}"/>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7267539B-5AF8-265F-6303-9172BA5ECD9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39A85060-3668-EE9D-43C8-950CEDB8407D}"/>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23822CE5-574B-2DA5-3BE3-057D1017C6F5}"/>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10" name="Rectangle 9">
            <a:extLst>
              <a:ext uri="{FF2B5EF4-FFF2-40B4-BE49-F238E27FC236}">
                <a16:creationId xmlns:a16="http://schemas.microsoft.com/office/drawing/2014/main" id="{E5346EC9-3A83-7B58-D271-A207B72A9633}"/>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2566548945"/>
      </p:ext>
    </p:extLst>
  </p:cSld>
  <p:clrMap bg1="lt1" tx1="dk1" bg2="lt2" tx2="dk2" accent1="accent1" accent2="accent2" accent3="accent3" accent4="accent4" accent5="accent5" accent6="accent6" hlink="hlink" folHlink="folHlink"/>
  <p:sldLayoutIdLst>
    <p:sldLayoutId id="2147483862" r:id="rId1"/>
    <p:sldLayoutId id="2147483934" r:id="rId2"/>
  </p:sldLayoutIdLst>
  <p:hf sldNum="0" hdr="0" ftr="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4197357928"/>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902" r:id="rId3"/>
    <p:sldLayoutId id="2147483903" r:id="rId4"/>
    <p:sldLayoutId id="2147483906" r:id="rId5"/>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4" name="Graphic 3">
            <a:extLst>
              <a:ext uri="{FF2B5EF4-FFF2-40B4-BE49-F238E27FC236}">
                <a16:creationId xmlns:a16="http://schemas.microsoft.com/office/drawing/2014/main" id="{FDD854D1-0535-126B-6BA3-B3C811DEA0D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28741" y="6421126"/>
            <a:ext cx="598623" cy="318019"/>
          </a:xfrm>
          <a:prstGeom prst="rect">
            <a:avLst/>
          </a:prstGeom>
        </p:spPr>
      </p:pic>
    </p:spTree>
    <p:extLst>
      <p:ext uri="{BB962C8B-B14F-4D97-AF65-F5344CB8AC3E}">
        <p14:creationId xmlns:p14="http://schemas.microsoft.com/office/powerpoint/2010/main" val="3017676531"/>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5" r:id="rId3"/>
    <p:sldLayoutId id="2147483904" r:id="rId4"/>
    <p:sldLayoutId id="2147483907" r:id="rId5"/>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5" name="Vrije vorm: vorm 15">
            <a:extLst>
              <a:ext uri="{FF2B5EF4-FFF2-40B4-BE49-F238E27FC236}">
                <a16:creationId xmlns:a16="http://schemas.microsoft.com/office/drawing/2014/main" id="{851E3187-8BDD-D8C6-A660-FFEE5AF4A1A9}"/>
              </a:ext>
            </a:extLst>
          </p:cNvPr>
          <p:cNvSpPr/>
          <p:nvPr userDrawn="1"/>
        </p:nvSpPr>
        <p:spPr>
          <a:xfrm flipH="1">
            <a:off x="9667302" y="5606088"/>
            <a:ext cx="1262346" cy="1262346"/>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chemeClr val="accent1"/>
          </a:solidFill>
          <a:ln w="0" cap="flat">
            <a:noFill/>
            <a:prstDash val="solid"/>
            <a:miter/>
          </a:ln>
        </p:spPr>
        <p:txBody>
          <a:bodyPr rtlCol="0" anchor="ctr"/>
          <a:lstStyle/>
          <a:p>
            <a:endParaRPr lang="nl-NL"/>
          </a:p>
        </p:txBody>
      </p:sp>
      <p:sp>
        <p:nvSpPr>
          <p:cNvPr id="6" name="Vrije vorm: vorm 16">
            <a:extLst>
              <a:ext uri="{FF2B5EF4-FFF2-40B4-BE49-F238E27FC236}">
                <a16:creationId xmlns:a16="http://schemas.microsoft.com/office/drawing/2014/main" id="{29EEA148-D0F2-009B-9AD7-83BA87DCD1D8}"/>
              </a:ext>
            </a:extLst>
          </p:cNvPr>
          <p:cNvSpPr/>
          <p:nvPr userDrawn="1"/>
        </p:nvSpPr>
        <p:spPr>
          <a:xfrm rot="18900000" flipH="1">
            <a:off x="9852166" y="4527720"/>
            <a:ext cx="892609" cy="89260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4"/>
          </a:solidFill>
          <a:ln w="0" cap="flat">
            <a:noFill/>
            <a:prstDash val="solid"/>
            <a:miter/>
          </a:ln>
        </p:spPr>
        <p:txBody>
          <a:bodyPr rtlCol="0" anchor="ctr"/>
          <a:lstStyle/>
          <a:p>
            <a:endParaRPr lang="nl-NL"/>
          </a:p>
        </p:txBody>
      </p:sp>
      <p:sp>
        <p:nvSpPr>
          <p:cNvPr id="8" name="Vrije vorm: vorm 18">
            <a:extLst>
              <a:ext uri="{FF2B5EF4-FFF2-40B4-BE49-F238E27FC236}">
                <a16:creationId xmlns:a16="http://schemas.microsoft.com/office/drawing/2014/main" id="{4088DB35-6CE0-CD32-44B5-3B0CACA65D85}"/>
              </a:ext>
            </a:extLst>
          </p:cNvPr>
          <p:cNvSpPr/>
          <p:nvPr userDrawn="1"/>
        </p:nvSpPr>
        <p:spPr>
          <a:xfrm flipH="1">
            <a:off x="10929641" y="3711676"/>
            <a:ext cx="1262346" cy="1262346"/>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5"/>
          </a:solidFill>
          <a:ln w="0" cap="flat">
            <a:noFill/>
            <a:prstDash val="solid"/>
            <a:miter/>
          </a:ln>
        </p:spPr>
        <p:txBody>
          <a:bodyPr rtlCol="0" anchor="ctr"/>
          <a:lstStyle/>
          <a:p>
            <a:endParaRPr lang="nl-NL"/>
          </a:p>
        </p:txBody>
      </p:sp>
      <p:sp>
        <p:nvSpPr>
          <p:cNvPr id="9" name="Vrije vorm: vorm 20">
            <a:extLst>
              <a:ext uri="{FF2B5EF4-FFF2-40B4-BE49-F238E27FC236}">
                <a16:creationId xmlns:a16="http://schemas.microsoft.com/office/drawing/2014/main" id="{648C79F6-74B6-DC8F-9D48-67509A77AEC1}"/>
              </a:ext>
            </a:extLst>
          </p:cNvPr>
          <p:cNvSpPr/>
          <p:nvPr userDrawn="1"/>
        </p:nvSpPr>
        <p:spPr>
          <a:xfrm rot="10800000" flipH="1">
            <a:off x="10929655" y="4978831"/>
            <a:ext cx="1262345" cy="631173"/>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solidFill>
            <a:schemeClr val="accent2"/>
          </a:solidFill>
          <a:ln w="0" cap="flat">
            <a:noFill/>
            <a:prstDash val="solid"/>
            <a:miter/>
          </a:ln>
        </p:spPr>
        <p:txBody>
          <a:bodyPr rtlCol="0" anchor="ctr"/>
          <a:lstStyle/>
          <a:p>
            <a:endParaRPr lang="nl-NL"/>
          </a:p>
        </p:txBody>
      </p:sp>
      <p:sp>
        <p:nvSpPr>
          <p:cNvPr id="10" name="Vrije vorm: vorm 21">
            <a:extLst>
              <a:ext uri="{FF2B5EF4-FFF2-40B4-BE49-F238E27FC236}">
                <a16:creationId xmlns:a16="http://schemas.microsoft.com/office/drawing/2014/main" id="{0E350ECC-C965-70E2-8B7D-38A852375892}"/>
              </a:ext>
            </a:extLst>
          </p:cNvPr>
          <p:cNvSpPr/>
          <p:nvPr userDrawn="1"/>
        </p:nvSpPr>
        <p:spPr>
          <a:xfrm rot="16200000" flipH="1">
            <a:off x="8720541" y="5919014"/>
            <a:ext cx="1262346" cy="631174"/>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solidFill>
            <a:schemeClr val="accent6"/>
          </a:solidFill>
          <a:ln w="0" cap="flat">
            <a:noFill/>
            <a:prstDash val="solid"/>
            <a:miter/>
          </a:ln>
        </p:spPr>
        <p:txBody>
          <a:bodyPr rtlCol="0" anchor="ctr"/>
          <a:lstStyle/>
          <a:p>
            <a:endParaRPr lang="nl-NL"/>
          </a:p>
        </p:txBody>
      </p:sp>
      <p:sp>
        <p:nvSpPr>
          <p:cNvPr id="13" name="Vrije vorm: vorm 17">
            <a:extLst>
              <a:ext uri="{FF2B5EF4-FFF2-40B4-BE49-F238E27FC236}">
                <a16:creationId xmlns:a16="http://schemas.microsoft.com/office/drawing/2014/main" id="{263C9130-51EB-BCE2-4729-FCB853038622}"/>
              </a:ext>
            </a:extLst>
          </p:cNvPr>
          <p:cNvSpPr/>
          <p:nvPr userDrawn="1"/>
        </p:nvSpPr>
        <p:spPr>
          <a:xfrm flipH="1">
            <a:off x="10929649" y="5603428"/>
            <a:ext cx="1262346" cy="126234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chemeClr val="accent3"/>
          </a:solidFill>
          <a:ln w="0" cap="flat">
            <a:noFill/>
            <a:prstDash val="solid"/>
            <a:miter/>
          </a:ln>
        </p:spPr>
        <p:txBody>
          <a:bodyPr rtlCol="0" anchor="ctr"/>
          <a:lstStyle/>
          <a:p>
            <a:endParaRPr lang="nl-NL"/>
          </a:p>
        </p:txBody>
      </p:sp>
      <p:pic>
        <p:nvPicPr>
          <p:cNvPr id="4" name="Graphic 3">
            <a:extLst>
              <a:ext uri="{FF2B5EF4-FFF2-40B4-BE49-F238E27FC236}">
                <a16:creationId xmlns:a16="http://schemas.microsoft.com/office/drawing/2014/main" id="{EDD61F4C-BB6A-28F1-8C85-8A03F25A07B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1609768963"/>
      </p:ext>
    </p:extLst>
  </p:cSld>
  <p:clrMap bg1="lt1" tx1="dk1" bg2="lt2" tx2="dk2" accent1="accent1" accent2="accent2" accent3="accent3" accent4="accent4" accent5="accent5" accent6="accent6" hlink="hlink" folHlink="folHlink"/>
  <p:sldLayoutIdLst>
    <p:sldLayoutId id="2147483898" r:id="rId1"/>
    <p:sldLayoutId id="2147483899" r:id="rId2"/>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489050-4EED-595E-C7B5-CA039E1CC0DF}"/>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3" name="Rectangle 2">
            <a:extLst>
              <a:ext uri="{FF2B5EF4-FFF2-40B4-BE49-F238E27FC236}">
                <a16:creationId xmlns:a16="http://schemas.microsoft.com/office/drawing/2014/main" id="{10118788-9453-90E9-1869-2A88C848F949}"/>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4" name="Rectangle 3">
            <a:extLst>
              <a:ext uri="{FF2B5EF4-FFF2-40B4-BE49-F238E27FC236}">
                <a16:creationId xmlns:a16="http://schemas.microsoft.com/office/drawing/2014/main" id="{99E26DDF-7E9C-E7AB-F155-70F6201715FE}"/>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5" name="Rectangle 4">
            <a:extLst>
              <a:ext uri="{FF2B5EF4-FFF2-40B4-BE49-F238E27FC236}">
                <a16:creationId xmlns:a16="http://schemas.microsoft.com/office/drawing/2014/main" id="{2606ADF7-0704-7DD9-366F-D2D1983E2BFB}"/>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31560BC5-DDFB-1127-1302-14965B4A6392}"/>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26932C9A-B4A3-323E-3A3A-86C96F4FE897}"/>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8" name="Rectangle 7">
            <a:extLst>
              <a:ext uri="{FF2B5EF4-FFF2-40B4-BE49-F238E27FC236}">
                <a16:creationId xmlns:a16="http://schemas.microsoft.com/office/drawing/2014/main" id="{B5714E89-7A3F-2DD9-BEF7-5A34F6E05EE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DCEDFA8A-8570-C17D-EBE9-D2A26A8C95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3217593631"/>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Lst>
  <p:hf sldNum="0" hdr="0" ft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Wingdings" panose="05000000000000000000" pitchFamily="2" charset="2"/>
        <a:buChar char="§"/>
        <a:defRPr sz="16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114000"/>
        </a:lnSpc>
        <a:spcBef>
          <a:spcPts val="5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226" name="Graphic 225">
            <a:extLst>
              <a:ext uri="{FF2B5EF4-FFF2-40B4-BE49-F238E27FC236}">
                <a16:creationId xmlns:a16="http://schemas.microsoft.com/office/drawing/2014/main" id="{82C486C2-E734-46FB-3339-631D1C3DDBA7}"/>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46706" y="6456868"/>
            <a:ext cx="609881" cy="324000"/>
          </a:xfrm>
          <a:prstGeom prst="rect">
            <a:avLst/>
          </a:prstGeom>
        </p:spPr>
      </p:pic>
    </p:spTree>
    <p:extLst>
      <p:ext uri="{BB962C8B-B14F-4D97-AF65-F5344CB8AC3E}">
        <p14:creationId xmlns:p14="http://schemas.microsoft.com/office/powerpoint/2010/main" val="504523889"/>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0510276" y="7096616"/>
            <a:ext cx="484620" cy="484620"/>
          </a:xfrm>
          <a:prstGeom prst="rect">
            <a:avLst/>
          </a:prstGeom>
          <a:solidFill>
            <a:srgbClr val="E82E4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1707380" y="7096616"/>
            <a:ext cx="484620" cy="484620"/>
          </a:xfrm>
          <a:prstGeom prst="rect">
            <a:avLst/>
          </a:prstGeom>
          <a:solidFill>
            <a:srgbClr val="FBB60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1108829" y="7096616"/>
            <a:ext cx="484620" cy="484620"/>
          </a:xfrm>
          <a:prstGeom prst="rect">
            <a:avLst/>
          </a:prstGeom>
          <a:solidFill>
            <a:srgbClr val="00A04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9911723" y="7096616"/>
            <a:ext cx="484620" cy="484620"/>
          </a:xfrm>
          <a:prstGeom prst="rect">
            <a:avLst/>
          </a:prstGeom>
          <a:solidFill>
            <a:srgbClr val="123F93"/>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8116271" y="7097399"/>
            <a:ext cx="484551" cy="484551"/>
          </a:xfrm>
          <a:prstGeom prst="rect">
            <a:avLst/>
          </a:prstGeom>
          <a:solidFill>
            <a:srgbClr val="ED631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7517787" y="7097399"/>
            <a:ext cx="484551" cy="484551"/>
          </a:xfrm>
          <a:prstGeom prst="rect">
            <a:avLst/>
          </a:prstGeom>
          <a:solidFill>
            <a:srgbClr val="01A2A6"/>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8714755" y="7097399"/>
            <a:ext cx="484551" cy="484551"/>
          </a:xfrm>
          <a:prstGeom prst="rect">
            <a:avLst/>
          </a:prstGeom>
          <a:solidFill>
            <a:srgbClr val="68398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9313239" y="7097399"/>
            <a:ext cx="484551" cy="484551"/>
          </a:xfrm>
          <a:prstGeom prst="rect">
            <a:avLst/>
          </a:prstGeom>
          <a:solidFill>
            <a:srgbClr val="14274C"/>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28741" y="6421127"/>
            <a:ext cx="598623" cy="318019"/>
          </a:xfrm>
          <a:prstGeom prst="rect">
            <a:avLst/>
          </a:prstGeom>
        </p:spPr>
      </p:pic>
    </p:spTree>
    <p:extLst>
      <p:ext uri="{BB962C8B-B14F-4D97-AF65-F5344CB8AC3E}">
        <p14:creationId xmlns:p14="http://schemas.microsoft.com/office/powerpoint/2010/main" val="2583357691"/>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3320.png"/><Relationship Id="rId2" Type="http://schemas.openxmlformats.org/officeDocument/2006/relationships/image" Target="../media/image3310.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57760-F6B7-FA6F-B138-F87B489C7D86}"/>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4C1B6FC7-664D-960F-7624-C038B514F639}"/>
              </a:ext>
            </a:extLst>
          </p:cNvPr>
          <p:cNvSpPr>
            <a:spLocks noGrp="1"/>
          </p:cNvSpPr>
          <p:nvPr>
            <p:ph type="body" sz="quarter" idx="10"/>
          </p:nvPr>
        </p:nvSpPr>
        <p:spPr/>
        <p:txBody>
          <a:bodyPr/>
          <a:lstStyle/>
          <a:p>
            <a:r>
              <a:rPr lang="en-US" dirty="0"/>
              <a:t>Data Preprocessing</a:t>
            </a:r>
          </a:p>
        </p:txBody>
      </p:sp>
      <p:sp>
        <p:nvSpPr>
          <p:cNvPr id="15" name="Text Placeholder 14">
            <a:extLst>
              <a:ext uri="{FF2B5EF4-FFF2-40B4-BE49-F238E27FC236}">
                <a16:creationId xmlns:a16="http://schemas.microsoft.com/office/drawing/2014/main" id="{4B1B7A14-F79E-47FB-0859-64CC9A0C640E}"/>
              </a:ext>
            </a:extLst>
          </p:cNvPr>
          <p:cNvSpPr>
            <a:spLocks noGrp="1"/>
          </p:cNvSpPr>
          <p:nvPr>
            <p:ph type="body" sz="quarter" idx="11"/>
          </p:nvPr>
        </p:nvSpPr>
        <p:spPr/>
        <p:txBody>
          <a:bodyPr/>
          <a:lstStyle/>
          <a:p>
            <a:r>
              <a:rPr lang="en-US" dirty="0"/>
              <a:t>02</a:t>
            </a:r>
          </a:p>
        </p:txBody>
      </p:sp>
    </p:spTree>
    <p:extLst>
      <p:ext uri="{BB962C8B-B14F-4D97-AF65-F5344CB8AC3E}">
        <p14:creationId xmlns:p14="http://schemas.microsoft.com/office/powerpoint/2010/main" val="211399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95EC46-6B33-7B06-C674-C471F07A72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352635-9278-300E-9667-B2B1E431915E}"/>
              </a:ext>
            </a:extLst>
          </p:cNvPr>
          <p:cNvSpPr>
            <a:spLocks noGrp="1"/>
          </p:cNvSpPr>
          <p:nvPr>
            <p:ph type="title"/>
          </p:nvPr>
        </p:nvSpPr>
        <p:spPr/>
        <p:txBody>
          <a:bodyPr/>
          <a:lstStyle/>
          <a:p>
            <a:r>
              <a:rPr lang="en-US" dirty="0"/>
              <a:t>Section contents</a:t>
            </a:r>
          </a:p>
        </p:txBody>
      </p:sp>
      <p:sp>
        <p:nvSpPr>
          <p:cNvPr id="5" name="Content Placeholder 4">
            <a:extLst>
              <a:ext uri="{FF2B5EF4-FFF2-40B4-BE49-F238E27FC236}">
                <a16:creationId xmlns:a16="http://schemas.microsoft.com/office/drawing/2014/main" id="{4D3348E4-039A-4C9E-60E9-A32A4836713D}"/>
              </a:ext>
            </a:extLst>
          </p:cNvPr>
          <p:cNvSpPr>
            <a:spLocks noGrp="1"/>
          </p:cNvSpPr>
          <p:nvPr>
            <p:ph sz="quarter" idx="10"/>
          </p:nvPr>
        </p:nvSpPr>
        <p:spPr/>
        <p:txBody>
          <a:bodyPr/>
          <a:lstStyle/>
          <a:p>
            <a:pPr>
              <a:buFont typeface="Arial" panose="020B0604020202020204" pitchFamily="34" charset="0"/>
              <a:buChar char="•"/>
            </a:pPr>
            <a:r>
              <a:rPr lang="en-US" dirty="0"/>
              <a:t>Handle missing values</a:t>
            </a:r>
          </a:p>
          <a:p>
            <a:pPr>
              <a:buFont typeface="Arial" panose="020B0604020202020204" pitchFamily="34" charset="0"/>
              <a:buChar char="•"/>
            </a:pPr>
            <a:r>
              <a:rPr lang="en-US" dirty="0"/>
              <a:t>Scaling &amp; normalization</a:t>
            </a:r>
          </a:p>
          <a:p>
            <a:pPr>
              <a:buFont typeface="Arial" panose="020B0604020202020204" pitchFamily="34" charset="0"/>
              <a:buChar char="•"/>
            </a:pPr>
            <a:r>
              <a:rPr lang="en-US" dirty="0"/>
              <a:t>Train/test split</a:t>
            </a:r>
            <a:endParaRPr lang="en-US" dirty="0">
              <a:solidFill>
                <a:schemeClr val="tx1"/>
              </a:solidFill>
            </a:endParaRPr>
          </a:p>
        </p:txBody>
      </p:sp>
    </p:spTree>
    <p:extLst>
      <p:ext uri="{BB962C8B-B14F-4D97-AF65-F5344CB8AC3E}">
        <p14:creationId xmlns:p14="http://schemas.microsoft.com/office/powerpoint/2010/main" val="80276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78ED-F77F-9DD2-71B8-807B6915561B}"/>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3E8B8203-DCE8-CA2A-59E3-0087D5625BBA}"/>
              </a:ext>
            </a:extLst>
          </p:cNvPr>
          <p:cNvSpPr txBox="1"/>
          <p:nvPr/>
        </p:nvSpPr>
        <p:spPr>
          <a:xfrm>
            <a:off x="1740221" y="1466790"/>
            <a:ext cx="90217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DATA</a:t>
            </a:r>
          </a:p>
        </p:txBody>
      </p:sp>
      <p:cxnSp>
        <p:nvCxnSpPr>
          <p:cNvPr id="21" name="Straight Arrow Connector 20">
            <a:extLst>
              <a:ext uri="{FF2B5EF4-FFF2-40B4-BE49-F238E27FC236}">
                <a16:creationId xmlns:a16="http://schemas.microsoft.com/office/drawing/2014/main" id="{D50ECD1E-7D4D-85FC-FA47-96A350E41EB4}"/>
              </a:ext>
            </a:extLst>
          </p:cNvPr>
          <p:cNvCxnSpPr>
            <a:cxnSpLocks/>
          </p:cNvCxnSpPr>
          <p:nvPr/>
        </p:nvCxnSpPr>
        <p:spPr>
          <a:xfrm>
            <a:off x="7552840" y="3845612"/>
            <a:ext cx="829160" cy="0"/>
          </a:xfrm>
          <a:prstGeom prst="straightConnector1">
            <a:avLst/>
          </a:prstGeom>
          <a:ln w="38100">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0A93DDE-9367-5229-D1EE-0A804C3E7651}"/>
              </a:ext>
            </a:extLst>
          </p:cNvPr>
          <p:cNvSpPr txBox="1"/>
          <p:nvPr/>
        </p:nvSpPr>
        <p:spPr>
          <a:xfrm>
            <a:off x="9084843" y="1466790"/>
            <a:ext cx="189186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PREDICTION</a:t>
            </a:r>
          </a:p>
        </p:txBody>
      </p:sp>
      <p:grpSp>
        <p:nvGrpSpPr>
          <p:cNvPr id="51" name="Group 50">
            <a:extLst>
              <a:ext uri="{FF2B5EF4-FFF2-40B4-BE49-F238E27FC236}">
                <a16:creationId xmlns:a16="http://schemas.microsoft.com/office/drawing/2014/main" id="{E58BF8C0-0339-0300-C50A-498985D3752D}"/>
              </a:ext>
            </a:extLst>
          </p:cNvPr>
          <p:cNvGrpSpPr/>
          <p:nvPr/>
        </p:nvGrpSpPr>
        <p:grpSpPr>
          <a:xfrm>
            <a:off x="1437842" y="2858952"/>
            <a:ext cx="1626930" cy="1664366"/>
            <a:chOff x="1389998" y="4226315"/>
            <a:chExt cx="2272121" cy="2324404"/>
          </a:xfrm>
        </p:grpSpPr>
        <p:grpSp>
          <p:nvGrpSpPr>
            <p:cNvPr id="32" name="Group 31">
              <a:extLst>
                <a:ext uri="{FF2B5EF4-FFF2-40B4-BE49-F238E27FC236}">
                  <a16:creationId xmlns:a16="http://schemas.microsoft.com/office/drawing/2014/main" id="{FCD8AFFD-51E5-DD21-F02E-E8C068BB99DE}"/>
                </a:ext>
              </a:extLst>
            </p:cNvPr>
            <p:cNvGrpSpPr/>
            <p:nvPr/>
          </p:nvGrpSpPr>
          <p:grpSpPr>
            <a:xfrm>
              <a:off x="1389998" y="4226315"/>
              <a:ext cx="2272121" cy="2324404"/>
              <a:chOff x="1033257" y="3936382"/>
              <a:chExt cx="1490057" cy="1490058"/>
            </a:xfrm>
          </p:grpSpPr>
          <p:cxnSp>
            <p:nvCxnSpPr>
              <p:cNvPr id="25" name="Straight Arrow Connector 24">
                <a:extLst>
                  <a:ext uri="{FF2B5EF4-FFF2-40B4-BE49-F238E27FC236}">
                    <a16:creationId xmlns:a16="http://schemas.microsoft.com/office/drawing/2014/main" id="{D7CF24CF-A771-0701-64E7-27AEF96F4F22}"/>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D33C0A6C-DFDE-617F-9D2E-C93AE60AC833}"/>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31" name="Oval 30">
              <a:extLst>
                <a:ext uri="{FF2B5EF4-FFF2-40B4-BE49-F238E27FC236}">
                  <a16:creationId xmlns:a16="http://schemas.microsoft.com/office/drawing/2014/main" id="{7D49D542-89A8-9CBD-2457-7BF493AF7574}"/>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3" name="Oval 32">
              <a:extLst>
                <a:ext uri="{FF2B5EF4-FFF2-40B4-BE49-F238E27FC236}">
                  <a16:creationId xmlns:a16="http://schemas.microsoft.com/office/drawing/2014/main" id="{B18AB868-FC5E-2463-12CD-E5195DAACD31}"/>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4" name="Oval 33">
              <a:extLst>
                <a:ext uri="{FF2B5EF4-FFF2-40B4-BE49-F238E27FC236}">
                  <a16:creationId xmlns:a16="http://schemas.microsoft.com/office/drawing/2014/main" id="{DFD69674-ACF1-E640-19FC-1374900C7F1A}"/>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5" name="Oval 34">
              <a:extLst>
                <a:ext uri="{FF2B5EF4-FFF2-40B4-BE49-F238E27FC236}">
                  <a16:creationId xmlns:a16="http://schemas.microsoft.com/office/drawing/2014/main" id="{1159677C-6C89-4CED-8223-7A5CC5488D8F}"/>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6" name="Oval 35">
              <a:extLst>
                <a:ext uri="{FF2B5EF4-FFF2-40B4-BE49-F238E27FC236}">
                  <a16:creationId xmlns:a16="http://schemas.microsoft.com/office/drawing/2014/main" id="{6CF292D5-C983-244A-2CE8-8C97A231FAE7}"/>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7" name="Oval 36">
              <a:extLst>
                <a:ext uri="{FF2B5EF4-FFF2-40B4-BE49-F238E27FC236}">
                  <a16:creationId xmlns:a16="http://schemas.microsoft.com/office/drawing/2014/main" id="{388A2A5F-6994-F451-F842-80CB2ED8A032}"/>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8" name="Oval 37">
              <a:extLst>
                <a:ext uri="{FF2B5EF4-FFF2-40B4-BE49-F238E27FC236}">
                  <a16:creationId xmlns:a16="http://schemas.microsoft.com/office/drawing/2014/main" id="{B7870CB9-3750-325F-9D57-7F0B45E7E2CE}"/>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9" name="Oval 38">
              <a:extLst>
                <a:ext uri="{FF2B5EF4-FFF2-40B4-BE49-F238E27FC236}">
                  <a16:creationId xmlns:a16="http://schemas.microsoft.com/office/drawing/2014/main" id="{4D1B4AA8-B7B8-B857-FDAB-5C96B5DD64D6}"/>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 name="Oval 39">
              <a:extLst>
                <a:ext uri="{FF2B5EF4-FFF2-40B4-BE49-F238E27FC236}">
                  <a16:creationId xmlns:a16="http://schemas.microsoft.com/office/drawing/2014/main" id="{50EA9296-D9C2-9ABA-ADBC-B3B1E71CFDB4}"/>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2" name="Triangle 41">
              <a:extLst>
                <a:ext uri="{FF2B5EF4-FFF2-40B4-BE49-F238E27FC236}">
                  <a16:creationId xmlns:a16="http://schemas.microsoft.com/office/drawing/2014/main" id="{CBF02128-5168-60AC-2AB9-CF6FD5BB6718}"/>
                </a:ext>
              </a:extLst>
            </p:cNvPr>
            <p:cNvSpPr>
              <a:spLocks noChangeAspect="1"/>
            </p:cNvSpPr>
            <p:nvPr/>
          </p:nvSpPr>
          <p:spPr>
            <a:xfrm>
              <a:off x="2212645" y="572411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3" name="Triangle 42">
              <a:extLst>
                <a:ext uri="{FF2B5EF4-FFF2-40B4-BE49-F238E27FC236}">
                  <a16:creationId xmlns:a16="http://schemas.microsoft.com/office/drawing/2014/main" id="{C66CFCDA-619D-4E82-C1B4-38C4FF598274}"/>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4" name="Triangle 43">
              <a:extLst>
                <a:ext uri="{FF2B5EF4-FFF2-40B4-BE49-F238E27FC236}">
                  <a16:creationId xmlns:a16="http://schemas.microsoft.com/office/drawing/2014/main" id="{1A33D33D-F999-0BCB-1DD1-A9347F64D199}"/>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5" name="Triangle 44">
              <a:extLst>
                <a:ext uri="{FF2B5EF4-FFF2-40B4-BE49-F238E27FC236}">
                  <a16:creationId xmlns:a16="http://schemas.microsoft.com/office/drawing/2014/main" id="{12528BEE-D2CA-5116-F368-FE48C4A2F80E}"/>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6" name="Triangle 45">
              <a:extLst>
                <a:ext uri="{FF2B5EF4-FFF2-40B4-BE49-F238E27FC236}">
                  <a16:creationId xmlns:a16="http://schemas.microsoft.com/office/drawing/2014/main" id="{986B0A31-9837-60C0-2131-A5648EFBE4A5}"/>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7" name="Triangle 46">
              <a:extLst>
                <a:ext uri="{FF2B5EF4-FFF2-40B4-BE49-F238E27FC236}">
                  <a16:creationId xmlns:a16="http://schemas.microsoft.com/office/drawing/2014/main" id="{FBACCF7D-E066-0EEB-0FC4-62C2E230C4FD}"/>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8" name="Triangle 47">
              <a:extLst>
                <a:ext uri="{FF2B5EF4-FFF2-40B4-BE49-F238E27FC236}">
                  <a16:creationId xmlns:a16="http://schemas.microsoft.com/office/drawing/2014/main" id="{B7FCC75D-0981-4BCE-A8C7-99D925CE0E6B}"/>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9" name="Triangle 48">
              <a:extLst>
                <a:ext uri="{FF2B5EF4-FFF2-40B4-BE49-F238E27FC236}">
                  <a16:creationId xmlns:a16="http://schemas.microsoft.com/office/drawing/2014/main" id="{718F9D3E-0FC0-F46C-E002-9A0AD6E4FFD4}"/>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50" name="Triangle 49">
              <a:extLst>
                <a:ext uri="{FF2B5EF4-FFF2-40B4-BE49-F238E27FC236}">
                  <a16:creationId xmlns:a16="http://schemas.microsoft.com/office/drawing/2014/main" id="{69B8CB0B-FE72-F6E1-30E7-2293606A2226}"/>
                </a:ext>
              </a:extLst>
            </p:cNvPr>
            <p:cNvSpPr>
              <a:spLocks noChangeAspect="1"/>
            </p:cNvSpPr>
            <p:nvPr/>
          </p:nvSpPr>
          <p:spPr>
            <a:xfrm>
              <a:off x="1952436" y="6119079"/>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98" name="TextBox 97">
            <a:extLst>
              <a:ext uri="{FF2B5EF4-FFF2-40B4-BE49-F238E27FC236}">
                <a16:creationId xmlns:a16="http://schemas.microsoft.com/office/drawing/2014/main" id="{86DBBEEF-35BF-A896-C73C-BAB2AE517DAC}"/>
              </a:ext>
            </a:extLst>
          </p:cNvPr>
          <p:cNvSpPr txBox="1"/>
          <p:nvPr/>
        </p:nvSpPr>
        <p:spPr>
          <a:xfrm>
            <a:off x="5034727" y="1466790"/>
            <a:ext cx="1832553" cy="11695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MODEL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Learns patterns</a:t>
            </a:r>
            <a:br>
              <a:rPr kumimoji="0" lang="en-US" sz="1800" b="0" i="0" u="none" strike="noStrike" kern="1200" cap="none" spc="0" normalizeH="0" baseline="0" noProof="0" dirty="0">
                <a:ln>
                  <a:noFill/>
                </a:ln>
                <a:solidFill>
                  <a:srgbClr val="14274C"/>
                </a:solidFill>
                <a:effectLst/>
                <a:uLnTx/>
                <a:uFillTx/>
                <a:latin typeface="Trebuchet MS"/>
                <a:ea typeface="+mn-ea"/>
                <a:cs typeface="+mn-cs"/>
              </a:rPr>
            </a:br>
            <a:r>
              <a:rPr kumimoji="0" lang="en-US" sz="1800" b="0" i="0" u="none" strike="noStrike" kern="1200" cap="none" spc="0" normalizeH="0" baseline="0" noProof="0" dirty="0">
                <a:ln>
                  <a:noFill/>
                </a:ln>
                <a:solidFill>
                  <a:srgbClr val="14274C"/>
                </a:solidFill>
                <a:effectLst/>
                <a:uLnTx/>
                <a:uFillTx/>
                <a:latin typeface="Trebuchet MS"/>
                <a:ea typeface="+mn-ea"/>
                <a:cs typeface="+mn-cs"/>
              </a:rPr>
              <a:t>&amp; decision rules</a:t>
            </a:r>
          </a:p>
        </p:txBody>
      </p:sp>
      <p:grpSp>
        <p:nvGrpSpPr>
          <p:cNvPr id="100" name="Group 99">
            <a:extLst>
              <a:ext uri="{FF2B5EF4-FFF2-40B4-BE49-F238E27FC236}">
                <a16:creationId xmlns:a16="http://schemas.microsoft.com/office/drawing/2014/main" id="{F49A7FC1-C896-6DE2-18B8-FE9662B57A4A}"/>
              </a:ext>
            </a:extLst>
          </p:cNvPr>
          <p:cNvGrpSpPr/>
          <p:nvPr/>
        </p:nvGrpSpPr>
        <p:grpSpPr>
          <a:xfrm>
            <a:off x="5137538" y="2924426"/>
            <a:ext cx="1626930" cy="1664366"/>
            <a:chOff x="1389998" y="4226315"/>
            <a:chExt cx="2272121" cy="2324404"/>
          </a:xfrm>
        </p:grpSpPr>
        <p:grpSp>
          <p:nvGrpSpPr>
            <p:cNvPr id="101" name="Group 100">
              <a:extLst>
                <a:ext uri="{FF2B5EF4-FFF2-40B4-BE49-F238E27FC236}">
                  <a16:creationId xmlns:a16="http://schemas.microsoft.com/office/drawing/2014/main" id="{D657C11B-AAF1-AF76-BF74-9465DDB3FB94}"/>
                </a:ext>
              </a:extLst>
            </p:cNvPr>
            <p:cNvGrpSpPr/>
            <p:nvPr/>
          </p:nvGrpSpPr>
          <p:grpSpPr>
            <a:xfrm>
              <a:off x="1389998" y="4226315"/>
              <a:ext cx="2272121" cy="2324404"/>
              <a:chOff x="1033257" y="3936382"/>
              <a:chExt cx="1490057" cy="1490058"/>
            </a:xfrm>
          </p:grpSpPr>
          <p:cxnSp>
            <p:nvCxnSpPr>
              <p:cNvPr id="121" name="Straight Arrow Connector 120">
                <a:extLst>
                  <a:ext uri="{FF2B5EF4-FFF2-40B4-BE49-F238E27FC236}">
                    <a16:creationId xmlns:a16="http://schemas.microsoft.com/office/drawing/2014/main" id="{67E43D38-6EB7-0F79-21FD-CD231D1F87E2}"/>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22" name="Straight Arrow Connector 121">
                <a:extLst>
                  <a:ext uri="{FF2B5EF4-FFF2-40B4-BE49-F238E27FC236}">
                    <a16:creationId xmlns:a16="http://schemas.microsoft.com/office/drawing/2014/main" id="{5C71D595-B1EC-BF7B-A6BC-20A5BB89E296}"/>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102" name="Oval 101">
              <a:extLst>
                <a:ext uri="{FF2B5EF4-FFF2-40B4-BE49-F238E27FC236}">
                  <a16:creationId xmlns:a16="http://schemas.microsoft.com/office/drawing/2014/main" id="{0964F5CD-3E53-2D15-AE76-6C4B269E3215}"/>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3" name="Oval 102">
              <a:extLst>
                <a:ext uri="{FF2B5EF4-FFF2-40B4-BE49-F238E27FC236}">
                  <a16:creationId xmlns:a16="http://schemas.microsoft.com/office/drawing/2014/main" id="{B4D30258-C6D0-15E3-1A2F-1B73C2C06ADB}"/>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4" name="Oval 103">
              <a:extLst>
                <a:ext uri="{FF2B5EF4-FFF2-40B4-BE49-F238E27FC236}">
                  <a16:creationId xmlns:a16="http://schemas.microsoft.com/office/drawing/2014/main" id="{B2B8A4ED-8EE2-C4E0-4F4B-928298FA264B}"/>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5" name="Oval 104">
              <a:extLst>
                <a:ext uri="{FF2B5EF4-FFF2-40B4-BE49-F238E27FC236}">
                  <a16:creationId xmlns:a16="http://schemas.microsoft.com/office/drawing/2014/main" id="{95707D3B-96F9-FEEC-49A5-02A5DF882542}"/>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6" name="Oval 105">
              <a:extLst>
                <a:ext uri="{FF2B5EF4-FFF2-40B4-BE49-F238E27FC236}">
                  <a16:creationId xmlns:a16="http://schemas.microsoft.com/office/drawing/2014/main" id="{EA481F5E-D8CA-1915-3D01-BD82E4DABDA1}"/>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7" name="Oval 106">
              <a:extLst>
                <a:ext uri="{FF2B5EF4-FFF2-40B4-BE49-F238E27FC236}">
                  <a16:creationId xmlns:a16="http://schemas.microsoft.com/office/drawing/2014/main" id="{0D0F89A1-6D7C-EE69-92D6-EF3C3CCF23D1}"/>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8" name="Oval 107">
              <a:extLst>
                <a:ext uri="{FF2B5EF4-FFF2-40B4-BE49-F238E27FC236}">
                  <a16:creationId xmlns:a16="http://schemas.microsoft.com/office/drawing/2014/main" id="{7CC99453-D350-7078-2CE4-7840D2061E5F}"/>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9" name="Oval 108">
              <a:extLst>
                <a:ext uri="{FF2B5EF4-FFF2-40B4-BE49-F238E27FC236}">
                  <a16:creationId xmlns:a16="http://schemas.microsoft.com/office/drawing/2014/main" id="{78A9591D-9AAF-3767-8E88-A4730C47A533}"/>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0" name="Oval 109">
              <a:extLst>
                <a:ext uri="{FF2B5EF4-FFF2-40B4-BE49-F238E27FC236}">
                  <a16:creationId xmlns:a16="http://schemas.microsoft.com/office/drawing/2014/main" id="{EC835431-8AB6-56F5-23F6-2868801C3F94}"/>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2" name="Triangle 111">
              <a:extLst>
                <a:ext uri="{FF2B5EF4-FFF2-40B4-BE49-F238E27FC236}">
                  <a16:creationId xmlns:a16="http://schemas.microsoft.com/office/drawing/2014/main" id="{F36E8E93-F441-C97D-F367-B0A13D58CD0F}"/>
                </a:ext>
              </a:extLst>
            </p:cNvPr>
            <p:cNvSpPr>
              <a:spLocks noChangeAspect="1"/>
            </p:cNvSpPr>
            <p:nvPr/>
          </p:nvSpPr>
          <p:spPr>
            <a:xfrm>
              <a:off x="2212645" y="572411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3" name="Triangle 112">
              <a:extLst>
                <a:ext uri="{FF2B5EF4-FFF2-40B4-BE49-F238E27FC236}">
                  <a16:creationId xmlns:a16="http://schemas.microsoft.com/office/drawing/2014/main" id="{19BD8626-CE24-4F17-80B9-9BBA02DDE0C6}"/>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4" name="Triangle 113">
              <a:extLst>
                <a:ext uri="{FF2B5EF4-FFF2-40B4-BE49-F238E27FC236}">
                  <a16:creationId xmlns:a16="http://schemas.microsoft.com/office/drawing/2014/main" id="{CFD93C44-496F-40AC-D8B1-BBD9BAF59887}"/>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5" name="Triangle 114">
              <a:extLst>
                <a:ext uri="{FF2B5EF4-FFF2-40B4-BE49-F238E27FC236}">
                  <a16:creationId xmlns:a16="http://schemas.microsoft.com/office/drawing/2014/main" id="{B9B1E333-DA7F-F450-7B38-C4DD9264D66F}"/>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6" name="Triangle 115">
              <a:extLst>
                <a:ext uri="{FF2B5EF4-FFF2-40B4-BE49-F238E27FC236}">
                  <a16:creationId xmlns:a16="http://schemas.microsoft.com/office/drawing/2014/main" id="{5713C4A4-F047-C3B6-09B9-9105DD54A233}"/>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7" name="Triangle 116">
              <a:extLst>
                <a:ext uri="{FF2B5EF4-FFF2-40B4-BE49-F238E27FC236}">
                  <a16:creationId xmlns:a16="http://schemas.microsoft.com/office/drawing/2014/main" id="{2679A6EA-7091-1365-2688-B71CBC57C871}"/>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8" name="Triangle 117">
              <a:extLst>
                <a:ext uri="{FF2B5EF4-FFF2-40B4-BE49-F238E27FC236}">
                  <a16:creationId xmlns:a16="http://schemas.microsoft.com/office/drawing/2014/main" id="{B9371906-9D25-9AB6-BE7C-4B7E5E62157C}"/>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9" name="Triangle 118">
              <a:extLst>
                <a:ext uri="{FF2B5EF4-FFF2-40B4-BE49-F238E27FC236}">
                  <a16:creationId xmlns:a16="http://schemas.microsoft.com/office/drawing/2014/main" id="{5267A5E3-62E7-1835-0D2E-32C285D0AEA1}"/>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0" name="Triangle 119">
              <a:extLst>
                <a:ext uri="{FF2B5EF4-FFF2-40B4-BE49-F238E27FC236}">
                  <a16:creationId xmlns:a16="http://schemas.microsoft.com/office/drawing/2014/main" id="{469284AD-8093-700B-97C5-D31E2891298B}"/>
                </a:ext>
              </a:extLst>
            </p:cNvPr>
            <p:cNvSpPr>
              <a:spLocks noChangeAspect="1"/>
            </p:cNvSpPr>
            <p:nvPr/>
          </p:nvSpPr>
          <p:spPr>
            <a:xfrm>
              <a:off x="1952436" y="6119079"/>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grpSp>
        <p:nvGrpSpPr>
          <p:cNvPr id="123" name="Group 122">
            <a:extLst>
              <a:ext uri="{FF2B5EF4-FFF2-40B4-BE49-F238E27FC236}">
                <a16:creationId xmlns:a16="http://schemas.microsoft.com/office/drawing/2014/main" id="{A2450864-F962-DA7C-CD80-7F4E9896F956}"/>
              </a:ext>
            </a:extLst>
          </p:cNvPr>
          <p:cNvGrpSpPr/>
          <p:nvPr/>
        </p:nvGrpSpPr>
        <p:grpSpPr>
          <a:xfrm>
            <a:off x="9217310" y="2939188"/>
            <a:ext cx="1626930" cy="1664366"/>
            <a:chOff x="1389998" y="4226315"/>
            <a:chExt cx="2272121" cy="2324404"/>
          </a:xfrm>
        </p:grpSpPr>
        <p:grpSp>
          <p:nvGrpSpPr>
            <p:cNvPr id="124" name="Group 123">
              <a:extLst>
                <a:ext uri="{FF2B5EF4-FFF2-40B4-BE49-F238E27FC236}">
                  <a16:creationId xmlns:a16="http://schemas.microsoft.com/office/drawing/2014/main" id="{097232E3-AF3F-5EEC-C42C-95CB0123F505}"/>
                </a:ext>
              </a:extLst>
            </p:cNvPr>
            <p:cNvGrpSpPr/>
            <p:nvPr/>
          </p:nvGrpSpPr>
          <p:grpSpPr>
            <a:xfrm>
              <a:off x="1389998" y="4226315"/>
              <a:ext cx="2272121" cy="2324404"/>
              <a:chOff x="1033257" y="3936382"/>
              <a:chExt cx="1490057" cy="1490058"/>
            </a:xfrm>
          </p:grpSpPr>
          <p:cxnSp>
            <p:nvCxnSpPr>
              <p:cNvPr id="144" name="Straight Arrow Connector 143">
                <a:extLst>
                  <a:ext uri="{FF2B5EF4-FFF2-40B4-BE49-F238E27FC236}">
                    <a16:creationId xmlns:a16="http://schemas.microsoft.com/office/drawing/2014/main" id="{B223ABD5-2FE1-E294-BC19-AF1E93E7BC77}"/>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45" name="Straight Arrow Connector 144">
                <a:extLst>
                  <a:ext uri="{FF2B5EF4-FFF2-40B4-BE49-F238E27FC236}">
                    <a16:creationId xmlns:a16="http://schemas.microsoft.com/office/drawing/2014/main" id="{7D174174-8B61-AB94-87C9-3B5CB2D0B829}"/>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125" name="Oval 124">
              <a:extLst>
                <a:ext uri="{FF2B5EF4-FFF2-40B4-BE49-F238E27FC236}">
                  <a16:creationId xmlns:a16="http://schemas.microsoft.com/office/drawing/2014/main" id="{DF38040D-739A-CA30-052D-B194A33DEBA6}"/>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6" name="Oval 125">
              <a:extLst>
                <a:ext uri="{FF2B5EF4-FFF2-40B4-BE49-F238E27FC236}">
                  <a16:creationId xmlns:a16="http://schemas.microsoft.com/office/drawing/2014/main" id="{D77A1A94-366D-FA52-1E56-18E51EEAED37}"/>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7" name="Oval 126">
              <a:extLst>
                <a:ext uri="{FF2B5EF4-FFF2-40B4-BE49-F238E27FC236}">
                  <a16:creationId xmlns:a16="http://schemas.microsoft.com/office/drawing/2014/main" id="{11EAB15C-E2FA-63DE-A308-4CE3F791886E}"/>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8" name="Oval 127">
              <a:extLst>
                <a:ext uri="{FF2B5EF4-FFF2-40B4-BE49-F238E27FC236}">
                  <a16:creationId xmlns:a16="http://schemas.microsoft.com/office/drawing/2014/main" id="{A4D0AD8D-75D2-7650-89A4-ED3E8BE3DDEA}"/>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9" name="Oval 128">
              <a:extLst>
                <a:ext uri="{FF2B5EF4-FFF2-40B4-BE49-F238E27FC236}">
                  <a16:creationId xmlns:a16="http://schemas.microsoft.com/office/drawing/2014/main" id="{68CF7DB2-F90B-818D-3346-554C7BA2083A}"/>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0" name="Oval 129">
              <a:extLst>
                <a:ext uri="{FF2B5EF4-FFF2-40B4-BE49-F238E27FC236}">
                  <a16:creationId xmlns:a16="http://schemas.microsoft.com/office/drawing/2014/main" id="{D058D2C2-B30C-B96C-469D-CA4F29E51FA6}"/>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1" name="Oval 130">
              <a:extLst>
                <a:ext uri="{FF2B5EF4-FFF2-40B4-BE49-F238E27FC236}">
                  <a16:creationId xmlns:a16="http://schemas.microsoft.com/office/drawing/2014/main" id="{EE4E9DBD-4EFC-8DFA-6CF3-56C2F510BE6E}"/>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2" name="Oval 131">
              <a:extLst>
                <a:ext uri="{FF2B5EF4-FFF2-40B4-BE49-F238E27FC236}">
                  <a16:creationId xmlns:a16="http://schemas.microsoft.com/office/drawing/2014/main" id="{30442CF7-ED06-55DB-2035-3F01522F9FA2}"/>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3" name="Oval 132">
              <a:extLst>
                <a:ext uri="{FF2B5EF4-FFF2-40B4-BE49-F238E27FC236}">
                  <a16:creationId xmlns:a16="http://schemas.microsoft.com/office/drawing/2014/main" id="{82FB1F43-98AA-04A3-8B65-41FC6F25FD67}"/>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5" name="Triangle 134">
              <a:extLst>
                <a:ext uri="{FF2B5EF4-FFF2-40B4-BE49-F238E27FC236}">
                  <a16:creationId xmlns:a16="http://schemas.microsoft.com/office/drawing/2014/main" id="{722BC1BD-F1F9-5C1E-B0DF-DD85816EF6FF}"/>
                </a:ext>
              </a:extLst>
            </p:cNvPr>
            <p:cNvSpPr>
              <a:spLocks noChangeAspect="1"/>
            </p:cNvSpPr>
            <p:nvPr/>
          </p:nvSpPr>
          <p:spPr>
            <a:xfrm>
              <a:off x="2212645" y="5724118"/>
              <a:ext cx="182880" cy="182880"/>
            </a:xfrm>
            <a:prstGeom prst="triangl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6" name="Triangle 135">
              <a:extLst>
                <a:ext uri="{FF2B5EF4-FFF2-40B4-BE49-F238E27FC236}">
                  <a16:creationId xmlns:a16="http://schemas.microsoft.com/office/drawing/2014/main" id="{BD278D0F-852E-CF63-9476-3B8651A2A2B8}"/>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7" name="Triangle 136">
              <a:extLst>
                <a:ext uri="{FF2B5EF4-FFF2-40B4-BE49-F238E27FC236}">
                  <a16:creationId xmlns:a16="http://schemas.microsoft.com/office/drawing/2014/main" id="{20B98710-9A6C-CA9F-2238-2CA409EBF2F3}"/>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8" name="Triangle 137">
              <a:extLst>
                <a:ext uri="{FF2B5EF4-FFF2-40B4-BE49-F238E27FC236}">
                  <a16:creationId xmlns:a16="http://schemas.microsoft.com/office/drawing/2014/main" id="{0EB61214-E2C9-CDA5-24AC-44EBD8745715}"/>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9" name="Triangle 138">
              <a:extLst>
                <a:ext uri="{FF2B5EF4-FFF2-40B4-BE49-F238E27FC236}">
                  <a16:creationId xmlns:a16="http://schemas.microsoft.com/office/drawing/2014/main" id="{0C667992-EAE0-A84F-B4DA-DDD3EE9B34C7}"/>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0" name="Triangle 139">
              <a:extLst>
                <a:ext uri="{FF2B5EF4-FFF2-40B4-BE49-F238E27FC236}">
                  <a16:creationId xmlns:a16="http://schemas.microsoft.com/office/drawing/2014/main" id="{5766369D-DC5E-9BC3-53E6-5116FB66EE71}"/>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1" name="Triangle 140">
              <a:extLst>
                <a:ext uri="{FF2B5EF4-FFF2-40B4-BE49-F238E27FC236}">
                  <a16:creationId xmlns:a16="http://schemas.microsoft.com/office/drawing/2014/main" id="{C48036C2-BAEF-CE9D-5A5F-19ED7AE2CE10}"/>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2" name="Triangle 141">
              <a:extLst>
                <a:ext uri="{FF2B5EF4-FFF2-40B4-BE49-F238E27FC236}">
                  <a16:creationId xmlns:a16="http://schemas.microsoft.com/office/drawing/2014/main" id="{9DE0F9CC-EC03-DF2D-31FB-409245EBAF68}"/>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3" name="Triangle 142">
              <a:extLst>
                <a:ext uri="{FF2B5EF4-FFF2-40B4-BE49-F238E27FC236}">
                  <a16:creationId xmlns:a16="http://schemas.microsoft.com/office/drawing/2014/main" id="{148FD0B5-A530-FC3D-25EC-4D8674676059}"/>
                </a:ext>
              </a:extLst>
            </p:cNvPr>
            <p:cNvSpPr>
              <a:spLocks noChangeAspect="1"/>
            </p:cNvSpPr>
            <p:nvPr/>
          </p:nvSpPr>
          <p:spPr>
            <a:xfrm>
              <a:off x="1952436" y="6119079"/>
              <a:ext cx="182880" cy="182880"/>
            </a:xfrm>
            <a:prstGeom prst="triangl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cxnSp>
        <p:nvCxnSpPr>
          <p:cNvPr id="147" name="Straight Arrow Connector 146">
            <a:extLst>
              <a:ext uri="{FF2B5EF4-FFF2-40B4-BE49-F238E27FC236}">
                <a16:creationId xmlns:a16="http://schemas.microsoft.com/office/drawing/2014/main" id="{97E97B3D-0DDA-4F37-C97C-6D591E818471}"/>
              </a:ext>
            </a:extLst>
          </p:cNvPr>
          <p:cNvCxnSpPr>
            <a:cxnSpLocks/>
          </p:cNvCxnSpPr>
          <p:nvPr/>
        </p:nvCxnSpPr>
        <p:spPr>
          <a:xfrm>
            <a:off x="3565040" y="3845612"/>
            <a:ext cx="829160" cy="0"/>
          </a:xfrm>
          <a:prstGeom prst="straightConnector1">
            <a:avLst/>
          </a:prstGeom>
          <a:ln w="38100">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grpSp>
        <p:nvGrpSpPr>
          <p:cNvPr id="161" name="Group 160">
            <a:extLst>
              <a:ext uri="{FF2B5EF4-FFF2-40B4-BE49-F238E27FC236}">
                <a16:creationId xmlns:a16="http://schemas.microsoft.com/office/drawing/2014/main" id="{6AB01A15-B181-C3ED-9F90-9BB0983EC7DB}"/>
              </a:ext>
            </a:extLst>
          </p:cNvPr>
          <p:cNvGrpSpPr/>
          <p:nvPr/>
        </p:nvGrpSpPr>
        <p:grpSpPr>
          <a:xfrm>
            <a:off x="6096000" y="4862960"/>
            <a:ext cx="3841307" cy="721132"/>
            <a:chOff x="8267700" y="5245100"/>
            <a:chExt cx="1723169" cy="584200"/>
          </a:xfrm>
        </p:grpSpPr>
        <p:cxnSp>
          <p:nvCxnSpPr>
            <p:cNvPr id="154" name="Straight Connector 153">
              <a:extLst>
                <a:ext uri="{FF2B5EF4-FFF2-40B4-BE49-F238E27FC236}">
                  <a16:creationId xmlns:a16="http://schemas.microsoft.com/office/drawing/2014/main" id="{4C4B845E-2622-E411-7C61-17BCB60A9EDA}"/>
                </a:ext>
              </a:extLst>
            </p:cNvPr>
            <p:cNvCxnSpPr/>
            <p:nvPr/>
          </p:nvCxnSpPr>
          <p:spPr>
            <a:xfrm>
              <a:off x="9990869" y="5245100"/>
              <a:ext cx="0" cy="584200"/>
            </a:xfrm>
            <a:prstGeom prst="line">
              <a:avLst/>
            </a:prstGeom>
            <a:ln w="381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8C25F60C-1070-6360-ED90-6A00339D2573}"/>
                </a:ext>
              </a:extLst>
            </p:cNvPr>
            <p:cNvCxnSpPr>
              <a:cxnSpLocks/>
            </p:cNvCxnSpPr>
            <p:nvPr/>
          </p:nvCxnSpPr>
          <p:spPr>
            <a:xfrm flipH="1">
              <a:off x="8267700" y="5829300"/>
              <a:ext cx="1723169" cy="0"/>
            </a:xfrm>
            <a:prstGeom prst="line">
              <a:avLst/>
            </a:prstGeom>
            <a:ln w="381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3952C0DB-ABD1-0FE9-3BDF-122B759B97FB}"/>
                </a:ext>
              </a:extLst>
            </p:cNvPr>
            <p:cNvCxnSpPr>
              <a:cxnSpLocks/>
            </p:cNvCxnSpPr>
            <p:nvPr/>
          </p:nvCxnSpPr>
          <p:spPr>
            <a:xfrm>
              <a:off x="8267700" y="5282396"/>
              <a:ext cx="0" cy="546904"/>
            </a:xfrm>
            <a:prstGeom prst="line">
              <a:avLst/>
            </a:prstGeom>
            <a:ln w="38100">
              <a:solidFill>
                <a:schemeClr val="bg1">
                  <a:lumMod val="50000"/>
                </a:schemeClr>
              </a:solidFill>
              <a:prstDash val="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cxnSp>
        <p:nvCxnSpPr>
          <p:cNvPr id="166" name="Straight Connector 165">
            <a:extLst>
              <a:ext uri="{FF2B5EF4-FFF2-40B4-BE49-F238E27FC236}">
                <a16:creationId xmlns:a16="http://schemas.microsoft.com/office/drawing/2014/main" id="{912B3DCF-0A51-BC22-4643-2BBA0AE9917B}"/>
              </a:ext>
            </a:extLst>
          </p:cNvPr>
          <p:cNvCxnSpPr>
            <a:cxnSpLocks/>
          </p:cNvCxnSpPr>
          <p:nvPr/>
        </p:nvCxnSpPr>
        <p:spPr>
          <a:xfrm flipV="1">
            <a:off x="5667724" y="3230205"/>
            <a:ext cx="895080" cy="1293112"/>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20F287F7-ED44-C371-6613-4DA4B824144D}"/>
              </a:ext>
            </a:extLst>
          </p:cNvPr>
          <p:cNvCxnSpPr>
            <a:cxnSpLocks/>
          </p:cNvCxnSpPr>
          <p:nvPr/>
        </p:nvCxnSpPr>
        <p:spPr>
          <a:xfrm flipV="1">
            <a:off x="9761654" y="3230204"/>
            <a:ext cx="895080" cy="1293112"/>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1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arbage In, Garbage Out.">
            <a:extLst>
              <a:ext uri="{FF2B5EF4-FFF2-40B4-BE49-F238E27FC236}">
                <a16:creationId xmlns:a16="http://schemas.microsoft.com/office/drawing/2014/main" id="{900C120C-7738-F390-03D3-6A5AC6092D4F}"/>
              </a:ext>
            </a:extLst>
          </p:cNvPr>
          <p:cNvPicPr>
            <a:picLocks noGrp="1" noChangeAspect="1" noChangeArrowheads="1"/>
          </p:cNvPicPr>
          <p:nvPr>
            <p:ph sz="quarter" idx="10"/>
          </p:nvPr>
        </p:nvPicPr>
        <p:blipFill>
          <a:blip r:embed="rId3">
            <a:extLst>
              <a:ext uri="{28A0092B-C50C-407E-A947-70E740481C1C}">
                <a14:useLocalDpi xmlns:a14="http://schemas.microsoft.com/office/drawing/2010/main" val="0"/>
              </a:ext>
            </a:extLst>
          </a:blip>
          <a:srcRect l="889" r="-1" b="-1"/>
          <a:stretch>
            <a:fillRect/>
          </a:stretch>
        </p:blipFill>
        <p:spPr bwMode="auto">
          <a:xfrm>
            <a:off x="20" y="10"/>
            <a:ext cx="12191980" cy="6857990"/>
          </a:xfrm>
          <a:prstGeom prst="rect">
            <a:avLst/>
          </a:prstGeom>
          <a:solidFill>
            <a:srgbClr val="FFFFFF"/>
          </a:solidFill>
        </p:spPr>
      </p:pic>
      <p:sp>
        <p:nvSpPr>
          <p:cNvPr id="5" name="TextBox 4">
            <a:extLst>
              <a:ext uri="{FF2B5EF4-FFF2-40B4-BE49-F238E27FC236}">
                <a16:creationId xmlns:a16="http://schemas.microsoft.com/office/drawing/2014/main" id="{A6A3A5C3-5534-E2B1-C97B-E5CC04D7A351}"/>
              </a:ext>
            </a:extLst>
          </p:cNvPr>
          <p:cNvSpPr txBox="1"/>
          <p:nvPr/>
        </p:nvSpPr>
        <p:spPr>
          <a:xfrm>
            <a:off x="0" y="6550223"/>
            <a:ext cx="11849100" cy="307777"/>
          </a:xfrm>
          <a:prstGeom prst="rect">
            <a:avLst/>
          </a:prstGeom>
          <a:noFill/>
        </p:spPr>
        <p:txBody>
          <a:bodyPr wrap="square">
            <a:spAutoFit/>
          </a:bodyPr>
          <a:lstStyle/>
          <a:p>
            <a:r>
              <a:rPr lang="en-US" sz="1400" dirty="0"/>
              <a:t>https://</a:t>
            </a:r>
            <a:r>
              <a:rPr lang="en-US" sz="1400" dirty="0" err="1"/>
              <a:t>medium.com</a:t>
            </a:r>
            <a:r>
              <a:rPr lang="en-US" sz="1400" dirty="0"/>
              <a:t>/</a:t>
            </a:r>
            <a:r>
              <a:rPr lang="en-US" sz="1400" dirty="0" err="1"/>
              <a:t>nyc</a:t>
            </a:r>
            <a:r>
              <a:rPr lang="en-US" sz="1400" dirty="0"/>
              <a:t>-design/gigo-garbage-in-garbage-out-concept-for-ux-research-7e3f50695b82</a:t>
            </a:r>
          </a:p>
        </p:txBody>
      </p:sp>
    </p:spTree>
    <p:extLst>
      <p:ext uri="{BB962C8B-B14F-4D97-AF65-F5344CB8AC3E}">
        <p14:creationId xmlns:p14="http://schemas.microsoft.com/office/powerpoint/2010/main" val="20657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CAC1D-F0A2-B7B5-4BD1-4C1A4043DD72}"/>
            </a:ext>
          </a:extLst>
        </p:cNvPr>
        <p:cNvGrpSpPr/>
        <p:nvPr/>
      </p:nvGrpSpPr>
      <p:grpSpPr>
        <a:xfrm>
          <a:off x="0" y="0"/>
          <a:ext cx="0" cy="0"/>
          <a:chOff x="0" y="0"/>
          <a:chExt cx="0" cy="0"/>
        </a:xfrm>
      </p:grpSpPr>
      <p:grpSp>
        <p:nvGrpSpPr>
          <p:cNvPr id="95" name="Group 94">
            <a:extLst>
              <a:ext uri="{FF2B5EF4-FFF2-40B4-BE49-F238E27FC236}">
                <a16:creationId xmlns:a16="http://schemas.microsoft.com/office/drawing/2014/main" id="{B5D63B39-F958-6C47-CC1D-D4991077E550}"/>
              </a:ext>
            </a:extLst>
          </p:cNvPr>
          <p:cNvGrpSpPr/>
          <p:nvPr/>
        </p:nvGrpSpPr>
        <p:grpSpPr>
          <a:xfrm>
            <a:off x="7297661" y="2504295"/>
            <a:ext cx="1626930" cy="1664366"/>
            <a:chOff x="1389998" y="4226315"/>
            <a:chExt cx="2272121" cy="2324404"/>
          </a:xfrm>
        </p:grpSpPr>
        <p:grpSp>
          <p:nvGrpSpPr>
            <p:cNvPr id="96" name="Group 95">
              <a:extLst>
                <a:ext uri="{FF2B5EF4-FFF2-40B4-BE49-F238E27FC236}">
                  <a16:creationId xmlns:a16="http://schemas.microsoft.com/office/drawing/2014/main" id="{0EC9C09E-419C-B391-8706-E00B0ED94BC3}"/>
                </a:ext>
              </a:extLst>
            </p:cNvPr>
            <p:cNvGrpSpPr/>
            <p:nvPr/>
          </p:nvGrpSpPr>
          <p:grpSpPr>
            <a:xfrm>
              <a:off x="1389998" y="4226315"/>
              <a:ext cx="2272121" cy="2324404"/>
              <a:chOff x="1033257" y="3936382"/>
              <a:chExt cx="1490057" cy="1490058"/>
            </a:xfrm>
          </p:grpSpPr>
          <p:cxnSp>
            <p:nvCxnSpPr>
              <p:cNvPr id="4112" name="Straight Arrow Connector 4111">
                <a:extLst>
                  <a:ext uri="{FF2B5EF4-FFF2-40B4-BE49-F238E27FC236}">
                    <a16:creationId xmlns:a16="http://schemas.microsoft.com/office/drawing/2014/main" id="{8E9DA79D-2F94-DFA4-8AC2-8D17F5025F12}"/>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4113" name="Straight Arrow Connector 4112">
                <a:extLst>
                  <a:ext uri="{FF2B5EF4-FFF2-40B4-BE49-F238E27FC236}">
                    <a16:creationId xmlns:a16="http://schemas.microsoft.com/office/drawing/2014/main" id="{50A0C2AA-65A6-EEBE-D0C7-53E06817FB37}"/>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97" name="Oval 96">
              <a:extLst>
                <a:ext uri="{FF2B5EF4-FFF2-40B4-BE49-F238E27FC236}">
                  <a16:creationId xmlns:a16="http://schemas.microsoft.com/office/drawing/2014/main" id="{BB9C40CB-2F70-2223-9EE2-34CAFE73986C}"/>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99" name="Oval 98">
              <a:extLst>
                <a:ext uri="{FF2B5EF4-FFF2-40B4-BE49-F238E27FC236}">
                  <a16:creationId xmlns:a16="http://schemas.microsoft.com/office/drawing/2014/main" id="{68CB3D44-7F78-C422-43DA-7A994B6AD24A}"/>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1" name="Oval 110">
              <a:extLst>
                <a:ext uri="{FF2B5EF4-FFF2-40B4-BE49-F238E27FC236}">
                  <a16:creationId xmlns:a16="http://schemas.microsoft.com/office/drawing/2014/main" id="{B34069C9-01AB-98C6-A387-E42B0BBAB01A}"/>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96" name="Oval 4095">
              <a:extLst>
                <a:ext uri="{FF2B5EF4-FFF2-40B4-BE49-F238E27FC236}">
                  <a16:creationId xmlns:a16="http://schemas.microsoft.com/office/drawing/2014/main" id="{28ED2BBE-76B5-51DE-2F94-71CE13C283CB}"/>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97" name="Oval 4096">
              <a:extLst>
                <a:ext uri="{FF2B5EF4-FFF2-40B4-BE49-F238E27FC236}">
                  <a16:creationId xmlns:a16="http://schemas.microsoft.com/office/drawing/2014/main" id="{C8EE41CC-4182-886B-D6FF-2B7DF5696C51}"/>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99" name="Oval 4098">
              <a:extLst>
                <a:ext uri="{FF2B5EF4-FFF2-40B4-BE49-F238E27FC236}">
                  <a16:creationId xmlns:a16="http://schemas.microsoft.com/office/drawing/2014/main" id="{5F2BC577-E4FB-1A82-6054-9D9712A92FDA}"/>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0" name="Oval 4099">
              <a:extLst>
                <a:ext uri="{FF2B5EF4-FFF2-40B4-BE49-F238E27FC236}">
                  <a16:creationId xmlns:a16="http://schemas.microsoft.com/office/drawing/2014/main" id="{CE633BDB-2971-5613-8E19-AC6EB8CCAEBD}"/>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1" name="Oval 4100">
              <a:extLst>
                <a:ext uri="{FF2B5EF4-FFF2-40B4-BE49-F238E27FC236}">
                  <a16:creationId xmlns:a16="http://schemas.microsoft.com/office/drawing/2014/main" id="{F71908F8-C9AB-1D72-EA39-DE275855F82B}"/>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2" name="Oval 4101">
              <a:extLst>
                <a:ext uri="{FF2B5EF4-FFF2-40B4-BE49-F238E27FC236}">
                  <a16:creationId xmlns:a16="http://schemas.microsoft.com/office/drawing/2014/main" id="{944C185A-2F94-F242-9568-BBF7896B9115}"/>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3" name="Triangle 4102">
              <a:extLst>
                <a:ext uri="{FF2B5EF4-FFF2-40B4-BE49-F238E27FC236}">
                  <a16:creationId xmlns:a16="http://schemas.microsoft.com/office/drawing/2014/main" id="{B606C569-E252-EF89-2580-4EBE22BD4D6E}"/>
                </a:ext>
              </a:extLst>
            </p:cNvPr>
            <p:cNvSpPr>
              <a:spLocks noChangeAspect="1"/>
            </p:cNvSpPr>
            <p:nvPr/>
          </p:nvSpPr>
          <p:spPr>
            <a:xfrm>
              <a:off x="2212645" y="572411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4" name="Triangle 4103">
              <a:extLst>
                <a:ext uri="{FF2B5EF4-FFF2-40B4-BE49-F238E27FC236}">
                  <a16:creationId xmlns:a16="http://schemas.microsoft.com/office/drawing/2014/main" id="{8C3D208D-5BC3-FE9B-9E0D-9EB027929A7B}"/>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5" name="Triangle 4104">
              <a:extLst>
                <a:ext uri="{FF2B5EF4-FFF2-40B4-BE49-F238E27FC236}">
                  <a16:creationId xmlns:a16="http://schemas.microsoft.com/office/drawing/2014/main" id="{24D18438-8A06-DF16-14A7-E37B582A2731}"/>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6" name="Triangle 4105">
              <a:extLst>
                <a:ext uri="{FF2B5EF4-FFF2-40B4-BE49-F238E27FC236}">
                  <a16:creationId xmlns:a16="http://schemas.microsoft.com/office/drawing/2014/main" id="{CB82BB06-4883-E563-69A8-767189CB33E0}"/>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7" name="Triangle 4106">
              <a:extLst>
                <a:ext uri="{FF2B5EF4-FFF2-40B4-BE49-F238E27FC236}">
                  <a16:creationId xmlns:a16="http://schemas.microsoft.com/office/drawing/2014/main" id="{F4C19BA1-B24F-BB29-D284-F20BF6DCDA13}"/>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8" name="Triangle 4107">
              <a:extLst>
                <a:ext uri="{FF2B5EF4-FFF2-40B4-BE49-F238E27FC236}">
                  <a16:creationId xmlns:a16="http://schemas.microsoft.com/office/drawing/2014/main" id="{59A572DC-1E3D-35F9-6CAA-5683C12A4E66}"/>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09" name="Triangle 4108">
              <a:extLst>
                <a:ext uri="{FF2B5EF4-FFF2-40B4-BE49-F238E27FC236}">
                  <a16:creationId xmlns:a16="http://schemas.microsoft.com/office/drawing/2014/main" id="{B1D6262D-2F54-497E-8AC2-41A5E2FFD933}"/>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10" name="Triangle 4109">
              <a:extLst>
                <a:ext uri="{FF2B5EF4-FFF2-40B4-BE49-F238E27FC236}">
                  <a16:creationId xmlns:a16="http://schemas.microsoft.com/office/drawing/2014/main" id="{0ACD9769-4442-6345-34D8-94F23DF1449D}"/>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111" name="Triangle 4110">
              <a:extLst>
                <a:ext uri="{FF2B5EF4-FFF2-40B4-BE49-F238E27FC236}">
                  <a16:creationId xmlns:a16="http://schemas.microsoft.com/office/drawing/2014/main" id="{28ECDE80-DFF5-52F1-825D-A517BE3D0621}"/>
                </a:ext>
              </a:extLst>
            </p:cNvPr>
            <p:cNvSpPr>
              <a:spLocks noChangeAspect="1"/>
            </p:cNvSpPr>
            <p:nvPr/>
          </p:nvSpPr>
          <p:spPr>
            <a:xfrm>
              <a:off x="1952436" y="6119079"/>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98" name="TextBox 97">
            <a:extLst>
              <a:ext uri="{FF2B5EF4-FFF2-40B4-BE49-F238E27FC236}">
                <a16:creationId xmlns:a16="http://schemas.microsoft.com/office/drawing/2014/main" id="{D25B9273-BAF9-3D9C-2923-56F6412847D6}"/>
              </a:ext>
            </a:extLst>
          </p:cNvPr>
          <p:cNvSpPr txBox="1"/>
          <p:nvPr/>
        </p:nvSpPr>
        <p:spPr>
          <a:xfrm>
            <a:off x="7284674" y="1750006"/>
            <a:ext cx="163647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000" b="1" i="0" u="none" strike="noStrike" kern="1200" cap="none" spc="0" normalizeH="0" baseline="0" noProof="0" dirty="0">
                <a:ln>
                  <a:noFill/>
                </a:ln>
                <a:solidFill>
                  <a:srgbClr val="14274C"/>
                </a:solidFill>
                <a:effectLst/>
                <a:uLnTx/>
                <a:uFillTx/>
                <a:latin typeface="Trebuchet MS"/>
                <a:ea typeface="+mn-ea"/>
                <a:cs typeface="+mn-cs"/>
              </a:rPr>
              <a:t>CLEAN DATA</a:t>
            </a:r>
          </a:p>
        </p:txBody>
      </p:sp>
      <p:cxnSp>
        <p:nvCxnSpPr>
          <p:cNvPr id="147" name="Straight Arrow Connector 146">
            <a:extLst>
              <a:ext uri="{FF2B5EF4-FFF2-40B4-BE49-F238E27FC236}">
                <a16:creationId xmlns:a16="http://schemas.microsoft.com/office/drawing/2014/main" id="{E3565967-8EDD-9C1E-7740-6347E6D23D82}"/>
              </a:ext>
            </a:extLst>
          </p:cNvPr>
          <p:cNvCxnSpPr>
            <a:cxnSpLocks/>
          </p:cNvCxnSpPr>
          <p:nvPr/>
        </p:nvCxnSpPr>
        <p:spPr>
          <a:xfrm>
            <a:off x="5492694" y="3425482"/>
            <a:ext cx="829160" cy="0"/>
          </a:xfrm>
          <a:prstGeom prst="straightConnector1">
            <a:avLst/>
          </a:prstGeom>
          <a:ln w="38100">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pic>
        <p:nvPicPr>
          <p:cNvPr id="4098" name="Picture 2" descr="Trash bag clipart cartoon style vector illustration | Premium AI-generated  vector">
            <a:extLst>
              <a:ext uri="{FF2B5EF4-FFF2-40B4-BE49-F238E27FC236}">
                <a16:creationId xmlns:a16="http://schemas.microsoft.com/office/drawing/2014/main" id="{6CDFB043-B58A-7CAA-EB19-7A4EFFE8C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972" y="2345508"/>
            <a:ext cx="2011461" cy="201146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85D1221-DE68-B67A-B254-CE570B327556}"/>
              </a:ext>
            </a:extLst>
          </p:cNvPr>
          <p:cNvSpPr txBox="1"/>
          <p:nvPr/>
        </p:nvSpPr>
        <p:spPr>
          <a:xfrm>
            <a:off x="4709730" y="2184730"/>
            <a:ext cx="22967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accent2"/>
                </a:solidFill>
                <a:effectLst/>
                <a:uLnTx/>
                <a:uFillTx/>
                <a:latin typeface="Trebuchet MS"/>
                <a:ea typeface="+mn-ea"/>
                <a:cs typeface="+mn-cs"/>
              </a:rPr>
              <a:t>Data pre-processing</a:t>
            </a:r>
          </a:p>
        </p:txBody>
      </p:sp>
      <p:sp>
        <p:nvSpPr>
          <p:cNvPr id="4114" name="TextBox 4113">
            <a:extLst>
              <a:ext uri="{FF2B5EF4-FFF2-40B4-BE49-F238E27FC236}">
                <a16:creationId xmlns:a16="http://schemas.microsoft.com/office/drawing/2014/main" id="{4A57A11D-B75A-BBF4-34CE-5D443DC649BB}"/>
              </a:ext>
            </a:extLst>
          </p:cNvPr>
          <p:cNvSpPr txBox="1"/>
          <p:nvPr/>
        </p:nvSpPr>
        <p:spPr>
          <a:xfrm>
            <a:off x="2711163" y="4528215"/>
            <a:ext cx="2781531" cy="1554272"/>
          </a:xfrm>
          <a:prstGeom prst="rect">
            <a:avLst/>
          </a:prstGeom>
          <a:noFill/>
        </p:spPr>
        <p:txBody>
          <a:bodyPr wrap="none" rtlCol="0">
            <a:spAutoFit/>
          </a:bodyPr>
          <a:lstStyle/>
          <a:p>
            <a:pPr>
              <a:spcAft>
                <a:spcPts val="600"/>
              </a:spcAft>
            </a:pPr>
            <a:r>
              <a:rPr lang="en-US" sz="2000" b="1" dirty="0">
                <a:solidFill>
                  <a:schemeClr val="accent4"/>
                </a:solidFill>
              </a:rPr>
              <a:t>Missing data</a:t>
            </a:r>
          </a:p>
          <a:p>
            <a:pPr>
              <a:spcAft>
                <a:spcPts val="600"/>
              </a:spcAft>
            </a:pPr>
            <a:r>
              <a:rPr lang="en-US" sz="2000" b="1" dirty="0">
                <a:solidFill>
                  <a:schemeClr val="accent4"/>
                </a:solidFill>
              </a:rPr>
              <a:t>Different scales</a:t>
            </a:r>
          </a:p>
          <a:p>
            <a:pPr>
              <a:spcAft>
                <a:spcPts val="600"/>
              </a:spcAft>
            </a:pPr>
            <a:r>
              <a:rPr lang="en-US" sz="2000" b="1" dirty="0">
                <a:solidFill>
                  <a:schemeClr val="accent4"/>
                </a:solidFill>
              </a:rPr>
              <a:t>Non-numerical values</a:t>
            </a:r>
          </a:p>
          <a:p>
            <a:pPr>
              <a:spcAft>
                <a:spcPts val="600"/>
              </a:spcAft>
            </a:pPr>
            <a:r>
              <a:rPr lang="en-US" sz="2000" b="1" dirty="0">
                <a:solidFill>
                  <a:schemeClr val="accent4"/>
                </a:solidFill>
              </a:rPr>
              <a:t>Wrong values</a:t>
            </a:r>
          </a:p>
        </p:txBody>
      </p:sp>
      <p:grpSp>
        <p:nvGrpSpPr>
          <p:cNvPr id="4151" name="Group 4150">
            <a:extLst>
              <a:ext uri="{FF2B5EF4-FFF2-40B4-BE49-F238E27FC236}">
                <a16:creationId xmlns:a16="http://schemas.microsoft.com/office/drawing/2014/main" id="{EE392E53-34BC-86CF-CE61-FA8DD4616FDB}"/>
              </a:ext>
            </a:extLst>
          </p:cNvPr>
          <p:cNvGrpSpPr/>
          <p:nvPr/>
        </p:nvGrpSpPr>
        <p:grpSpPr>
          <a:xfrm>
            <a:off x="8215127" y="2123542"/>
            <a:ext cx="864204" cy="1014680"/>
            <a:chOff x="5986436" y="2504770"/>
            <a:chExt cx="864204" cy="1014680"/>
          </a:xfrm>
        </p:grpSpPr>
        <p:sp>
          <p:nvSpPr>
            <p:cNvPr id="4150" name="Rounded Rectangle 4149">
              <a:extLst>
                <a:ext uri="{FF2B5EF4-FFF2-40B4-BE49-F238E27FC236}">
                  <a16:creationId xmlns:a16="http://schemas.microsoft.com/office/drawing/2014/main" id="{AA9E53B9-6F83-1170-4A13-BCAABB72E817}"/>
                </a:ext>
              </a:extLst>
            </p:cNvPr>
            <p:cNvSpPr/>
            <p:nvPr/>
          </p:nvSpPr>
          <p:spPr>
            <a:xfrm>
              <a:off x="5986436" y="2504770"/>
              <a:ext cx="864204" cy="101468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49" name="Group 4148">
              <a:extLst>
                <a:ext uri="{FF2B5EF4-FFF2-40B4-BE49-F238E27FC236}">
                  <a16:creationId xmlns:a16="http://schemas.microsoft.com/office/drawing/2014/main" id="{3A4185DC-8AB3-F05D-6DD1-BA2F82754025}"/>
                </a:ext>
              </a:extLst>
            </p:cNvPr>
            <p:cNvGrpSpPr/>
            <p:nvPr/>
          </p:nvGrpSpPr>
          <p:grpSpPr>
            <a:xfrm>
              <a:off x="6004961" y="2576176"/>
              <a:ext cx="839487" cy="881100"/>
              <a:chOff x="6272956" y="2642568"/>
              <a:chExt cx="643012" cy="674886"/>
            </a:xfrm>
          </p:grpSpPr>
          <p:grpSp>
            <p:nvGrpSpPr>
              <p:cNvPr id="4132" name="Group 4131">
                <a:extLst>
                  <a:ext uri="{FF2B5EF4-FFF2-40B4-BE49-F238E27FC236}">
                    <a16:creationId xmlns:a16="http://schemas.microsoft.com/office/drawing/2014/main" id="{E8D98F6C-BA71-B56B-ACFC-7B05640F9EBA}"/>
                  </a:ext>
                </a:extLst>
              </p:cNvPr>
              <p:cNvGrpSpPr/>
              <p:nvPr/>
            </p:nvGrpSpPr>
            <p:grpSpPr>
              <a:xfrm>
                <a:off x="6351028" y="2642568"/>
                <a:ext cx="454453" cy="459266"/>
                <a:chOff x="7289800" y="5676900"/>
                <a:chExt cx="691180" cy="698500"/>
              </a:xfrm>
            </p:grpSpPr>
            <p:sp>
              <p:nvSpPr>
                <p:cNvPr id="4120" name="Freeform 4119">
                  <a:extLst>
                    <a:ext uri="{FF2B5EF4-FFF2-40B4-BE49-F238E27FC236}">
                      <a16:creationId xmlns:a16="http://schemas.microsoft.com/office/drawing/2014/main" id="{7F34BBBD-081D-B4B1-1131-2833FE9321BB}"/>
                    </a:ext>
                  </a:extLst>
                </p:cNvPr>
                <p:cNvSpPr/>
                <p:nvPr/>
              </p:nvSpPr>
              <p:spPr>
                <a:xfrm>
                  <a:off x="7289800" y="56896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1" name="Freeform 4120">
                  <a:extLst>
                    <a:ext uri="{FF2B5EF4-FFF2-40B4-BE49-F238E27FC236}">
                      <a16:creationId xmlns:a16="http://schemas.microsoft.com/office/drawing/2014/main" id="{5917DD10-771A-16A3-607B-A0141CF264A6}"/>
                    </a:ext>
                  </a:extLst>
                </p:cNvPr>
                <p:cNvSpPr/>
                <p:nvPr/>
              </p:nvSpPr>
              <p:spPr>
                <a:xfrm rot="5400000">
                  <a:off x="7638080" y="56388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2" name="Freeform 4121">
                  <a:extLst>
                    <a:ext uri="{FF2B5EF4-FFF2-40B4-BE49-F238E27FC236}">
                      <a16:creationId xmlns:a16="http://schemas.microsoft.com/office/drawing/2014/main" id="{33391DAA-1C46-9675-EFD4-548D2CDD12D2}"/>
                    </a:ext>
                  </a:extLst>
                </p:cNvPr>
                <p:cNvSpPr/>
                <p:nvPr/>
              </p:nvSpPr>
              <p:spPr>
                <a:xfrm rot="16200000">
                  <a:off x="7327900" y="60325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3" name="Freeform 4122">
                  <a:extLst>
                    <a:ext uri="{FF2B5EF4-FFF2-40B4-BE49-F238E27FC236}">
                      <a16:creationId xmlns:a16="http://schemas.microsoft.com/office/drawing/2014/main" id="{BE02F2CB-0F7A-DD3F-1A1D-D4CC2E776DD4}"/>
                    </a:ext>
                  </a:extLst>
                </p:cNvPr>
                <p:cNvSpPr/>
                <p:nvPr/>
              </p:nvSpPr>
              <p:spPr>
                <a:xfrm rot="10800000">
                  <a:off x="7670800" y="59944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34" name="Group 4133">
                <a:extLst>
                  <a:ext uri="{FF2B5EF4-FFF2-40B4-BE49-F238E27FC236}">
                    <a16:creationId xmlns:a16="http://schemas.microsoft.com/office/drawing/2014/main" id="{408D709B-00C6-0722-DFE1-380E0216B664}"/>
                  </a:ext>
                </a:extLst>
              </p:cNvPr>
              <p:cNvGrpSpPr/>
              <p:nvPr/>
            </p:nvGrpSpPr>
            <p:grpSpPr>
              <a:xfrm>
                <a:off x="6666499" y="3062230"/>
                <a:ext cx="249469" cy="252111"/>
                <a:chOff x="7289800" y="5676900"/>
                <a:chExt cx="691180" cy="698500"/>
              </a:xfrm>
            </p:grpSpPr>
            <p:sp>
              <p:nvSpPr>
                <p:cNvPr id="4135" name="Freeform 4134">
                  <a:extLst>
                    <a:ext uri="{FF2B5EF4-FFF2-40B4-BE49-F238E27FC236}">
                      <a16:creationId xmlns:a16="http://schemas.microsoft.com/office/drawing/2014/main" id="{E813EE77-0776-536F-B9DE-B82ADF5DA1F8}"/>
                    </a:ext>
                  </a:extLst>
                </p:cNvPr>
                <p:cNvSpPr/>
                <p:nvPr/>
              </p:nvSpPr>
              <p:spPr>
                <a:xfrm>
                  <a:off x="7289800" y="56896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6" name="Freeform 4135">
                  <a:extLst>
                    <a:ext uri="{FF2B5EF4-FFF2-40B4-BE49-F238E27FC236}">
                      <a16:creationId xmlns:a16="http://schemas.microsoft.com/office/drawing/2014/main" id="{A8D8F69F-000C-6F83-33B2-200B892B7B28}"/>
                    </a:ext>
                  </a:extLst>
                </p:cNvPr>
                <p:cNvSpPr/>
                <p:nvPr/>
              </p:nvSpPr>
              <p:spPr>
                <a:xfrm rot="5400000">
                  <a:off x="7638080" y="56388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7" name="Freeform 4136">
                  <a:extLst>
                    <a:ext uri="{FF2B5EF4-FFF2-40B4-BE49-F238E27FC236}">
                      <a16:creationId xmlns:a16="http://schemas.microsoft.com/office/drawing/2014/main" id="{F02EB105-A708-8BE2-C4AB-5816609D9ABB}"/>
                    </a:ext>
                  </a:extLst>
                </p:cNvPr>
                <p:cNvSpPr/>
                <p:nvPr/>
              </p:nvSpPr>
              <p:spPr>
                <a:xfrm rot="16200000">
                  <a:off x="7327900" y="60325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8" name="Freeform 4137">
                  <a:extLst>
                    <a:ext uri="{FF2B5EF4-FFF2-40B4-BE49-F238E27FC236}">
                      <a16:creationId xmlns:a16="http://schemas.microsoft.com/office/drawing/2014/main" id="{ED2E1860-E089-903A-4ABC-EFADE9EC4887}"/>
                    </a:ext>
                  </a:extLst>
                </p:cNvPr>
                <p:cNvSpPr/>
                <p:nvPr/>
              </p:nvSpPr>
              <p:spPr>
                <a:xfrm rot="10800000">
                  <a:off x="7670800" y="59944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39" name="Group 4138">
                <a:extLst>
                  <a:ext uri="{FF2B5EF4-FFF2-40B4-BE49-F238E27FC236}">
                    <a16:creationId xmlns:a16="http://schemas.microsoft.com/office/drawing/2014/main" id="{7F809253-6A3E-D775-22AB-AE9EE348103C}"/>
                  </a:ext>
                </a:extLst>
              </p:cNvPr>
              <p:cNvGrpSpPr/>
              <p:nvPr/>
            </p:nvGrpSpPr>
            <p:grpSpPr>
              <a:xfrm>
                <a:off x="6272956" y="3012557"/>
                <a:ext cx="249469" cy="252111"/>
                <a:chOff x="7289800" y="5676900"/>
                <a:chExt cx="691180" cy="698500"/>
              </a:xfrm>
            </p:grpSpPr>
            <p:sp>
              <p:nvSpPr>
                <p:cNvPr id="4140" name="Freeform 4139">
                  <a:extLst>
                    <a:ext uri="{FF2B5EF4-FFF2-40B4-BE49-F238E27FC236}">
                      <a16:creationId xmlns:a16="http://schemas.microsoft.com/office/drawing/2014/main" id="{C3A2B456-CF94-FA14-E0BE-5727C19AC5E8}"/>
                    </a:ext>
                  </a:extLst>
                </p:cNvPr>
                <p:cNvSpPr/>
                <p:nvPr/>
              </p:nvSpPr>
              <p:spPr>
                <a:xfrm>
                  <a:off x="7289800" y="56896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1" name="Freeform 4140">
                  <a:extLst>
                    <a:ext uri="{FF2B5EF4-FFF2-40B4-BE49-F238E27FC236}">
                      <a16:creationId xmlns:a16="http://schemas.microsoft.com/office/drawing/2014/main" id="{2822E96F-80AE-4EA3-2AC1-45B93216A65B}"/>
                    </a:ext>
                  </a:extLst>
                </p:cNvPr>
                <p:cNvSpPr/>
                <p:nvPr/>
              </p:nvSpPr>
              <p:spPr>
                <a:xfrm rot="5400000">
                  <a:off x="7638080" y="56388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2" name="Freeform 4141">
                  <a:extLst>
                    <a:ext uri="{FF2B5EF4-FFF2-40B4-BE49-F238E27FC236}">
                      <a16:creationId xmlns:a16="http://schemas.microsoft.com/office/drawing/2014/main" id="{79EC83A6-B139-C682-6D2F-EAF7B0D3CC11}"/>
                    </a:ext>
                  </a:extLst>
                </p:cNvPr>
                <p:cNvSpPr/>
                <p:nvPr/>
              </p:nvSpPr>
              <p:spPr>
                <a:xfrm rot="16200000">
                  <a:off x="7327900" y="60325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3" name="Freeform 4142">
                  <a:extLst>
                    <a:ext uri="{FF2B5EF4-FFF2-40B4-BE49-F238E27FC236}">
                      <a16:creationId xmlns:a16="http://schemas.microsoft.com/office/drawing/2014/main" id="{E62D9415-E2D4-7478-C68E-5EDBBE4F8A38}"/>
                    </a:ext>
                  </a:extLst>
                </p:cNvPr>
                <p:cNvSpPr/>
                <p:nvPr/>
              </p:nvSpPr>
              <p:spPr>
                <a:xfrm rot="10800000">
                  <a:off x="7670800" y="59944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4" name="Group 4143">
                <a:extLst>
                  <a:ext uri="{FF2B5EF4-FFF2-40B4-BE49-F238E27FC236}">
                    <a16:creationId xmlns:a16="http://schemas.microsoft.com/office/drawing/2014/main" id="{760635ED-B38C-2670-2F58-DB416EBE20DA}"/>
                  </a:ext>
                </a:extLst>
              </p:cNvPr>
              <p:cNvGrpSpPr/>
              <p:nvPr/>
            </p:nvGrpSpPr>
            <p:grpSpPr>
              <a:xfrm>
                <a:off x="6551435" y="3240036"/>
                <a:ext cx="76607" cy="77418"/>
                <a:chOff x="7289800" y="5676900"/>
                <a:chExt cx="691180" cy="698500"/>
              </a:xfrm>
            </p:grpSpPr>
            <p:sp>
              <p:nvSpPr>
                <p:cNvPr id="4145" name="Freeform 4144">
                  <a:extLst>
                    <a:ext uri="{FF2B5EF4-FFF2-40B4-BE49-F238E27FC236}">
                      <a16:creationId xmlns:a16="http://schemas.microsoft.com/office/drawing/2014/main" id="{CFF54943-B229-7843-11E7-A64BA2C40FF3}"/>
                    </a:ext>
                  </a:extLst>
                </p:cNvPr>
                <p:cNvSpPr/>
                <p:nvPr/>
              </p:nvSpPr>
              <p:spPr>
                <a:xfrm>
                  <a:off x="7289800" y="56896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6" name="Freeform 4145">
                  <a:extLst>
                    <a:ext uri="{FF2B5EF4-FFF2-40B4-BE49-F238E27FC236}">
                      <a16:creationId xmlns:a16="http://schemas.microsoft.com/office/drawing/2014/main" id="{87FE60E6-1AD8-30B6-BD05-3B0F422DAB44}"/>
                    </a:ext>
                  </a:extLst>
                </p:cNvPr>
                <p:cNvSpPr/>
                <p:nvPr/>
              </p:nvSpPr>
              <p:spPr>
                <a:xfrm rot="5400000">
                  <a:off x="7638080" y="56388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7" name="Freeform 4146">
                  <a:extLst>
                    <a:ext uri="{FF2B5EF4-FFF2-40B4-BE49-F238E27FC236}">
                      <a16:creationId xmlns:a16="http://schemas.microsoft.com/office/drawing/2014/main" id="{C9A64DF4-A0D2-46B5-5297-2A07656A698A}"/>
                    </a:ext>
                  </a:extLst>
                </p:cNvPr>
                <p:cNvSpPr/>
                <p:nvPr/>
              </p:nvSpPr>
              <p:spPr>
                <a:xfrm rot="16200000">
                  <a:off x="7327900" y="60325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8" name="Freeform 4147">
                  <a:extLst>
                    <a:ext uri="{FF2B5EF4-FFF2-40B4-BE49-F238E27FC236}">
                      <a16:creationId xmlns:a16="http://schemas.microsoft.com/office/drawing/2014/main" id="{9DC10821-A7FF-1F5D-4DE0-04C914A56368}"/>
                    </a:ext>
                  </a:extLst>
                </p:cNvPr>
                <p:cNvSpPr/>
                <p:nvPr/>
              </p:nvSpPr>
              <p:spPr>
                <a:xfrm rot="10800000">
                  <a:off x="7670800" y="5994400"/>
                  <a:ext cx="304800" cy="381000"/>
                </a:xfrm>
                <a:custGeom>
                  <a:avLst/>
                  <a:gdLst>
                    <a:gd name="csX0" fmla="*/ 0 w 304800"/>
                    <a:gd name="csY0" fmla="*/ 381000 h 381000"/>
                    <a:gd name="csX1" fmla="*/ 241300 w 304800"/>
                    <a:gd name="csY1" fmla="*/ 215900 h 381000"/>
                    <a:gd name="csX2" fmla="*/ 304800 w 304800"/>
                    <a:gd name="csY2" fmla="*/ 0 h 381000"/>
                  </a:gdLst>
                  <a:ahLst/>
                  <a:cxnLst>
                    <a:cxn ang="0">
                      <a:pos x="csX0" y="csY0"/>
                    </a:cxn>
                    <a:cxn ang="0">
                      <a:pos x="csX1" y="csY1"/>
                    </a:cxn>
                    <a:cxn ang="0">
                      <a:pos x="csX2" y="csY2"/>
                    </a:cxn>
                  </a:cxnLst>
                  <a:rect l="l" t="t" r="r" b="b"/>
                  <a:pathLst>
                    <a:path w="304800" h="381000">
                      <a:moveTo>
                        <a:pt x="0" y="381000"/>
                      </a:moveTo>
                      <a:cubicBezTo>
                        <a:pt x="95250" y="330200"/>
                        <a:pt x="190500" y="279400"/>
                        <a:pt x="241300" y="215900"/>
                      </a:cubicBezTo>
                      <a:cubicBezTo>
                        <a:pt x="292100" y="152400"/>
                        <a:pt x="298450" y="76200"/>
                        <a:pt x="304800" y="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Tree>
    <p:extLst>
      <p:ext uri="{BB962C8B-B14F-4D97-AF65-F5344CB8AC3E}">
        <p14:creationId xmlns:p14="http://schemas.microsoft.com/office/powerpoint/2010/main" val="297287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17F4-F8B4-7C8E-09CF-CC6B9D4E5E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583B2F-D10E-F3B8-51FB-044E487F9019}"/>
              </a:ext>
            </a:extLst>
          </p:cNvPr>
          <p:cNvSpPr>
            <a:spLocks noGrp="1"/>
          </p:cNvSpPr>
          <p:nvPr>
            <p:ph type="title"/>
          </p:nvPr>
        </p:nvSpPr>
        <p:spPr/>
        <p:txBody>
          <a:bodyPr/>
          <a:lstStyle/>
          <a:p>
            <a:r>
              <a:rPr lang="en-US" dirty="0"/>
              <a:t>Missing data</a:t>
            </a:r>
          </a:p>
        </p:txBody>
      </p:sp>
      <p:graphicFrame>
        <p:nvGraphicFramePr>
          <p:cNvPr id="3" name="Table 2">
            <a:extLst>
              <a:ext uri="{FF2B5EF4-FFF2-40B4-BE49-F238E27FC236}">
                <a16:creationId xmlns:a16="http://schemas.microsoft.com/office/drawing/2014/main" id="{FCA8AC96-898A-0DC1-D671-D4CB5800E21B}"/>
              </a:ext>
            </a:extLst>
          </p:cNvPr>
          <p:cNvGraphicFramePr>
            <a:graphicFrameLocks noGrp="1"/>
          </p:cNvGraphicFramePr>
          <p:nvPr/>
        </p:nvGraphicFramePr>
        <p:xfrm>
          <a:off x="1092200" y="2421466"/>
          <a:ext cx="4889500" cy="286512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gridCol w="1143000">
                  <a:extLst>
                    <a:ext uri="{9D8B030D-6E8A-4147-A177-3AD203B41FA5}">
                      <a16:colId xmlns:a16="http://schemas.microsoft.com/office/drawing/2014/main" val="3945007082"/>
                    </a:ext>
                  </a:extLst>
                </a:gridCol>
              </a:tblGrid>
              <a:tr h="370840">
                <a:tc>
                  <a:txBody>
                    <a:bodyPr/>
                    <a:lstStyle/>
                    <a:p>
                      <a:r>
                        <a:rPr lang="en-US" dirty="0"/>
                        <a:t>Eccentricity</a:t>
                      </a:r>
                    </a:p>
                  </a:txBody>
                  <a:tcPr/>
                </a:tc>
                <a:tc>
                  <a:txBody>
                    <a:bodyPr/>
                    <a:lstStyle/>
                    <a:p>
                      <a:r>
                        <a:rPr lang="en-US" dirty="0"/>
                        <a:t>Diameter (mm)</a:t>
                      </a:r>
                    </a:p>
                  </a:txBody>
                  <a:tcPr/>
                </a:tc>
                <a:tc>
                  <a:txBody>
                    <a:bodyPr/>
                    <a:lstStyle/>
                    <a:p>
                      <a:r>
                        <a:rPr lang="en-US" dirty="0"/>
                        <a:t>Color</a:t>
                      </a:r>
                    </a:p>
                  </a:txBody>
                  <a:tcPr/>
                </a:tc>
                <a:tc>
                  <a:txBody>
                    <a:bodyPr/>
                    <a:lstStyle/>
                    <a:p>
                      <a:r>
                        <a:rPr lang="en-US" dirty="0"/>
                        <a:t>Border</a:t>
                      </a:r>
                    </a:p>
                  </a:txBody>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4</a:t>
                      </a:r>
                    </a:p>
                  </a:txBody>
                  <a:tcPr/>
                </a:tc>
                <a:tc>
                  <a:txBody>
                    <a:bodyPr/>
                    <a:lstStyle/>
                    <a:p>
                      <a:r>
                        <a:rPr lang="en-US" dirty="0"/>
                        <a:t>No</a:t>
                      </a:r>
                    </a:p>
                  </a:txBody>
                  <a:tcPr/>
                </a:tc>
                <a:tc>
                  <a:txBody>
                    <a:bodyPr/>
                    <a:lstStyle/>
                    <a:p>
                      <a:r>
                        <a:rPr lang="en-US" dirty="0" err="1">
                          <a:solidFill>
                            <a:schemeClr val="accent4"/>
                          </a:solidFill>
                        </a:rPr>
                        <a:t>NaN</a:t>
                      </a:r>
                      <a:endParaRPr lang="en-US" dirty="0">
                        <a:solidFill>
                          <a:schemeClr val="accent4"/>
                        </a:solidFill>
                      </a:endParaRPr>
                    </a:p>
                  </a:txBody>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3</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6</a:t>
                      </a:r>
                    </a:p>
                  </a:txBody>
                  <a:tcPr/>
                </a:tc>
                <a:tc>
                  <a:txBody>
                    <a:bodyPr/>
                    <a:lstStyle/>
                    <a:p>
                      <a:r>
                        <a:rPr lang="en-US" dirty="0"/>
                        <a:t>Yes</a:t>
                      </a:r>
                    </a:p>
                  </a:txBody>
                  <a:tcPr/>
                </a:tc>
                <a:tc>
                  <a:txBody>
                    <a:bodyPr/>
                    <a:lstStyle/>
                    <a:p>
                      <a:r>
                        <a:rPr lang="en-US" dirty="0" err="1">
                          <a:solidFill>
                            <a:schemeClr val="accent4"/>
                          </a:solidFill>
                        </a:rPr>
                        <a:t>NaN</a:t>
                      </a:r>
                      <a:endParaRPr lang="en-US" dirty="0">
                        <a:solidFill>
                          <a:schemeClr val="accent4"/>
                        </a:solidFill>
                      </a:endParaRPr>
                    </a:p>
                  </a:txBody>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2</a:t>
                      </a:r>
                    </a:p>
                  </a:txBody>
                  <a:tcPr/>
                </a:tc>
                <a:tc>
                  <a:txBody>
                    <a:bodyPr/>
                    <a:lstStyle/>
                    <a:p>
                      <a:r>
                        <a:rPr lang="en-US" dirty="0"/>
                        <a:t>Yes</a:t>
                      </a:r>
                    </a:p>
                  </a:txBody>
                  <a:tcPr/>
                </a:tc>
                <a:tc>
                  <a:txBody>
                    <a:bodyPr/>
                    <a:lstStyle/>
                    <a:p>
                      <a:r>
                        <a:rPr lang="en-US" dirty="0" err="1">
                          <a:solidFill>
                            <a:schemeClr val="accent4"/>
                          </a:solidFill>
                        </a:rPr>
                        <a:t>NaN</a:t>
                      </a:r>
                      <a:endParaRPr lang="en-US" dirty="0">
                        <a:solidFill>
                          <a:schemeClr val="accent4"/>
                        </a:solidFill>
                      </a:endParaRPr>
                    </a:p>
                  </a:txBody>
                  <a:tcPr/>
                </a:tc>
                <a:extLst>
                  <a:ext uri="{0D108BD9-81ED-4DB2-BD59-A6C34878D82A}">
                    <a16:rowId xmlns:a16="http://schemas.microsoft.com/office/drawing/2014/main" val="2255405985"/>
                  </a:ext>
                </a:extLst>
              </a:tr>
              <a:tr h="370840">
                <a:tc>
                  <a:txBody>
                    <a:bodyPr/>
                    <a:lstStyle/>
                    <a:p>
                      <a:r>
                        <a:rPr lang="en-US" dirty="0" err="1">
                          <a:solidFill>
                            <a:schemeClr val="accent4"/>
                          </a:solidFill>
                        </a:rPr>
                        <a:t>NaN</a:t>
                      </a:r>
                      <a:endParaRPr lang="en-US" dirty="0">
                        <a:solidFill>
                          <a:schemeClr val="accent4"/>
                        </a:solidFill>
                      </a:endParaRPr>
                    </a:p>
                  </a:txBody>
                  <a:tcPr/>
                </a:tc>
                <a:tc>
                  <a:txBody>
                    <a:bodyPr/>
                    <a:lstStyle/>
                    <a:p>
                      <a:r>
                        <a:rPr lang="en-US" dirty="0"/>
                        <a:t>3</a:t>
                      </a:r>
                    </a:p>
                  </a:txBody>
                  <a:tcPr/>
                </a:tc>
                <a:tc>
                  <a:txBody>
                    <a:bodyPr/>
                    <a:lstStyle/>
                    <a:p>
                      <a:r>
                        <a:rPr lang="en-US" dirty="0"/>
                        <a:t>No</a:t>
                      </a:r>
                    </a:p>
                  </a:txBody>
                  <a:tcPr/>
                </a:tc>
                <a:tc>
                  <a:txBody>
                    <a:bodyPr/>
                    <a:lstStyle/>
                    <a:p>
                      <a:r>
                        <a:rPr lang="en-US" dirty="0" err="1">
                          <a:solidFill>
                            <a:schemeClr val="accent4"/>
                          </a:solidFill>
                        </a:rPr>
                        <a:t>NaN</a:t>
                      </a:r>
                      <a:endParaRPr lang="en-US" dirty="0">
                        <a:solidFill>
                          <a:schemeClr val="accent4"/>
                        </a:solidFill>
                      </a:endParaRPr>
                    </a:p>
                  </a:txBody>
                  <a:tcPr/>
                </a:tc>
                <a:extLst>
                  <a:ext uri="{0D108BD9-81ED-4DB2-BD59-A6C34878D82A}">
                    <a16:rowId xmlns:a16="http://schemas.microsoft.com/office/drawing/2014/main" val="2861656171"/>
                  </a:ext>
                </a:extLst>
              </a:tr>
              <a:tr h="370840">
                <a:tc>
                  <a:txBody>
                    <a:bodyPr/>
                    <a:lstStyle/>
                    <a:p>
                      <a:r>
                        <a:rPr lang="en-US" dirty="0">
                          <a:solidFill>
                            <a:schemeClr val="tx1"/>
                          </a:solidFill>
                        </a:rPr>
                        <a:t>0.6</a:t>
                      </a:r>
                    </a:p>
                  </a:txBody>
                  <a:tcPr/>
                </a:tc>
                <a:tc>
                  <a:txBody>
                    <a:bodyPr/>
                    <a:lstStyle/>
                    <a:p>
                      <a:r>
                        <a:rPr lang="en-US" dirty="0" err="1">
                          <a:solidFill>
                            <a:schemeClr val="accent4"/>
                          </a:solidFill>
                        </a:rPr>
                        <a:t>NaN</a:t>
                      </a:r>
                      <a:endParaRPr lang="en-US" dirty="0">
                        <a:solidFill>
                          <a:schemeClr val="accent4"/>
                        </a:solidFill>
                      </a:endParaRPr>
                    </a:p>
                  </a:txBody>
                  <a:tcPr/>
                </a:tc>
                <a:tc>
                  <a:txBody>
                    <a:bodyPr/>
                    <a:lstStyle/>
                    <a:p>
                      <a:r>
                        <a:rPr lang="en-US" dirty="0"/>
                        <a:t>No</a:t>
                      </a:r>
                    </a:p>
                  </a:txBody>
                  <a:tcPr/>
                </a:tc>
                <a:tc>
                  <a:txBody>
                    <a:bodyPr/>
                    <a:lstStyle/>
                    <a:p>
                      <a:r>
                        <a:rPr lang="en-US" dirty="0" err="1">
                          <a:solidFill>
                            <a:schemeClr val="accent4"/>
                          </a:solidFill>
                        </a:rPr>
                        <a:t>NaN</a:t>
                      </a:r>
                      <a:endParaRPr lang="en-US" dirty="0">
                        <a:solidFill>
                          <a:schemeClr val="accent4"/>
                        </a:solidFill>
                      </a:endParaRPr>
                    </a:p>
                  </a:txBody>
                  <a:tcPr/>
                </a:tc>
                <a:extLst>
                  <a:ext uri="{0D108BD9-81ED-4DB2-BD59-A6C34878D82A}">
                    <a16:rowId xmlns:a16="http://schemas.microsoft.com/office/drawing/2014/main" val="3352804071"/>
                  </a:ext>
                </a:extLst>
              </a:tr>
            </a:tbl>
          </a:graphicData>
        </a:graphic>
      </p:graphicFrame>
    </p:spTree>
    <p:extLst>
      <p:ext uri="{BB962C8B-B14F-4D97-AF65-F5344CB8AC3E}">
        <p14:creationId xmlns:p14="http://schemas.microsoft.com/office/powerpoint/2010/main" val="166406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37F1B-3923-0A91-560A-A1A70A5D7A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169A72-55E6-2E4E-6148-41BA69C1994D}"/>
              </a:ext>
            </a:extLst>
          </p:cNvPr>
          <p:cNvSpPr>
            <a:spLocks noGrp="1"/>
          </p:cNvSpPr>
          <p:nvPr>
            <p:ph type="title"/>
          </p:nvPr>
        </p:nvSpPr>
        <p:spPr/>
        <p:txBody>
          <a:bodyPr/>
          <a:lstStyle/>
          <a:p>
            <a:r>
              <a:rPr lang="en-US" dirty="0"/>
              <a:t>Missing data</a:t>
            </a:r>
          </a:p>
        </p:txBody>
      </p:sp>
      <p:graphicFrame>
        <p:nvGraphicFramePr>
          <p:cNvPr id="3" name="Table 2">
            <a:extLst>
              <a:ext uri="{FF2B5EF4-FFF2-40B4-BE49-F238E27FC236}">
                <a16:creationId xmlns:a16="http://schemas.microsoft.com/office/drawing/2014/main" id="{FBCC3F92-8F52-C087-CEC1-058ACD40E8FD}"/>
              </a:ext>
            </a:extLst>
          </p:cNvPr>
          <p:cNvGraphicFramePr>
            <a:graphicFrameLocks noGrp="1"/>
          </p:cNvGraphicFramePr>
          <p:nvPr/>
        </p:nvGraphicFramePr>
        <p:xfrm>
          <a:off x="1092200" y="2421466"/>
          <a:ext cx="4889500" cy="286512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gridCol w="1143000">
                  <a:extLst>
                    <a:ext uri="{9D8B030D-6E8A-4147-A177-3AD203B41FA5}">
                      <a16:colId xmlns:a16="http://schemas.microsoft.com/office/drawing/2014/main" val="3945007082"/>
                    </a:ext>
                  </a:extLst>
                </a:gridCol>
              </a:tblGrid>
              <a:tr h="370840">
                <a:tc>
                  <a:txBody>
                    <a:bodyPr/>
                    <a:lstStyle/>
                    <a:p>
                      <a:r>
                        <a:rPr lang="en-US" dirty="0"/>
                        <a:t>Eccentricity</a:t>
                      </a:r>
                    </a:p>
                  </a:txBody>
                  <a:tcPr/>
                </a:tc>
                <a:tc>
                  <a:txBody>
                    <a:bodyPr/>
                    <a:lstStyle/>
                    <a:p>
                      <a:r>
                        <a:rPr lang="en-US" dirty="0"/>
                        <a:t>Diameter (mm)</a:t>
                      </a:r>
                    </a:p>
                  </a:txBody>
                  <a:tcPr/>
                </a:tc>
                <a:tc>
                  <a:txBody>
                    <a:bodyPr/>
                    <a:lstStyle/>
                    <a:p>
                      <a:r>
                        <a:rPr lang="en-US" dirty="0"/>
                        <a:t>Color</a:t>
                      </a:r>
                    </a:p>
                  </a:txBody>
                  <a:tcPr/>
                </a:tc>
                <a:tc>
                  <a:txBody>
                    <a:bodyPr/>
                    <a:lstStyle/>
                    <a:p>
                      <a:r>
                        <a:rPr lang="en-US" dirty="0">
                          <a:solidFill>
                            <a:schemeClr val="bg1">
                              <a:lumMod val="75000"/>
                            </a:schemeClr>
                          </a:solidFill>
                        </a:rPr>
                        <a:t>Border</a:t>
                      </a:r>
                    </a:p>
                  </a:txBody>
                  <a:tcPr>
                    <a:solidFill>
                      <a:schemeClr val="bg1">
                        <a:lumMod val="95000"/>
                      </a:schemeClr>
                    </a:solidFill>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4</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3</a:t>
                      </a:r>
                    </a:p>
                  </a:txBody>
                  <a:tcPr/>
                </a:tc>
                <a:tc>
                  <a:txBody>
                    <a:bodyPr/>
                    <a:lstStyle/>
                    <a:p>
                      <a:r>
                        <a:rPr lang="en-US" dirty="0"/>
                        <a:t>No</a:t>
                      </a:r>
                    </a:p>
                  </a:txBody>
                  <a:tcPr/>
                </a:tc>
                <a:tc>
                  <a:txBody>
                    <a:bodyPr/>
                    <a:lstStyle/>
                    <a:p>
                      <a:r>
                        <a:rPr lang="en-US" dirty="0">
                          <a:solidFill>
                            <a:schemeClr val="bg1">
                              <a:lumMod val="75000"/>
                            </a:schemeClr>
                          </a:solidFill>
                        </a:rPr>
                        <a:t>Yes</a:t>
                      </a:r>
                    </a:p>
                  </a:txBody>
                  <a:tcPr>
                    <a:solidFill>
                      <a:schemeClr val="bg1">
                        <a:lumMod val="95000"/>
                      </a:schemeClr>
                    </a:solidFill>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6</a:t>
                      </a:r>
                    </a:p>
                  </a:txBody>
                  <a:tcPr/>
                </a:tc>
                <a:tc>
                  <a:txBody>
                    <a:bodyPr/>
                    <a:lstStyle/>
                    <a:p>
                      <a:r>
                        <a:rPr lang="en-US" dirty="0"/>
                        <a:t>Yes</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2</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255405985"/>
                  </a:ext>
                </a:extLst>
              </a:tr>
              <a:tr h="370840">
                <a:tc>
                  <a:txBody>
                    <a:bodyPr/>
                    <a:lstStyle/>
                    <a:p>
                      <a:r>
                        <a:rPr lang="en-US" dirty="0" err="1">
                          <a:solidFill>
                            <a:schemeClr val="accent4"/>
                          </a:solidFill>
                        </a:rPr>
                        <a:t>NaN</a:t>
                      </a:r>
                      <a:endParaRPr lang="en-US" dirty="0">
                        <a:solidFill>
                          <a:schemeClr val="accent4"/>
                        </a:solidFill>
                      </a:endParaRPr>
                    </a:p>
                  </a:txBody>
                  <a:tcPr/>
                </a:tc>
                <a:tc>
                  <a:txBody>
                    <a:bodyPr/>
                    <a:lstStyle/>
                    <a:p>
                      <a:r>
                        <a:rPr lang="en-US" dirty="0"/>
                        <a:t>3</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861656171"/>
                  </a:ext>
                </a:extLst>
              </a:tr>
              <a:tr h="370840">
                <a:tc>
                  <a:txBody>
                    <a:bodyPr/>
                    <a:lstStyle/>
                    <a:p>
                      <a:r>
                        <a:rPr lang="en-US" dirty="0">
                          <a:solidFill>
                            <a:schemeClr val="tx1"/>
                          </a:solidFill>
                        </a:rPr>
                        <a:t>0.6</a:t>
                      </a:r>
                    </a:p>
                  </a:txBody>
                  <a:tcPr/>
                </a:tc>
                <a:tc>
                  <a:txBody>
                    <a:bodyPr/>
                    <a:lstStyle/>
                    <a:p>
                      <a:r>
                        <a:rPr lang="en-US" dirty="0" err="1">
                          <a:solidFill>
                            <a:schemeClr val="accent4"/>
                          </a:solidFill>
                        </a:rPr>
                        <a:t>NaN</a:t>
                      </a:r>
                      <a:endParaRPr lang="en-US" dirty="0">
                        <a:solidFill>
                          <a:schemeClr val="accent4"/>
                        </a:solidFill>
                      </a:endParaRP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04962327"/>
                  </a:ext>
                </a:extLst>
              </a:tr>
            </a:tbl>
          </a:graphicData>
        </a:graphic>
      </p:graphicFrame>
      <p:sp>
        <p:nvSpPr>
          <p:cNvPr id="2" name="TextBox 1">
            <a:extLst>
              <a:ext uri="{FF2B5EF4-FFF2-40B4-BE49-F238E27FC236}">
                <a16:creationId xmlns:a16="http://schemas.microsoft.com/office/drawing/2014/main" id="{4F350757-1C04-1FF7-68B4-8A8EE8DB7ECC}"/>
              </a:ext>
            </a:extLst>
          </p:cNvPr>
          <p:cNvSpPr txBox="1"/>
          <p:nvPr/>
        </p:nvSpPr>
        <p:spPr>
          <a:xfrm>
            <a:off x="6583237" y="2421466"/>
            <a:ext cx="4605463" cy="70788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rPr>
              <a:t>Remove rows/columns with many missing values</a:t>
            </a:r>
            <a:endPar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endParaRPr>
          </a:p>
        </p:txBody>
      </p:sp>
    </p:spTree>
    <p:extLst>
      <p:ext uri="{BB962C8B-B14F-4D97-AF65-F5344CB8AC3E}">
        <p14:creationId xmlns:p14="http://schemas.microsoft.com/office/powerpoint/2010/main" val="296750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11FAC-E479-BA7E-C453-F2780B61F9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D92697-A664-0782-1443-40E39B7F16A5}"/>
              </a:ext>
            </a:extLst>
          </p:cNvPr>
          <p:cNvSpPr>
            <a:spLocks noGrp="1"/>
          </p:cNvSpPr>
          <p:nvPr>
            <p:ph type="title"/>
          </p:nvPr>
        </p:nvSpPr>
        <p:spPr/>
        <p:txBody>
          <a:bodyPr/>
          <a:lstStyle/>
          <a:p>
            <a:r>
              <a:rPr lang="en-US" dirty="0"/>
              <a:t>Missing data</a:t>
            </a:r>
          </a:p>
        </p:txBody>
      </p:sp>
      <p:graphicFrame>
        <p:nvGraphicFramePr>
          <p:cNvPr id="3" name="Table 2">
            <a:extLst>
              <a:ext uri="{FF2B5EF4-FFF2-40B4-BE49-F238E27FC236}">
                <a16:creationId xmlns:a16="http://schemas.microsoft.com/office/drawing/2014/main" id="{AB361FAC-B1FA-272C-C513-BCF842E87DB1}"/>
              </a:ext>
            </a:extLst>
          </p:cNvPr>
          <p:cNvGraphicFramePr>
            <a:graphicFrameLocks noGrp="1"/>
          </p:cNvGraphicFramePr>
          <p:nvPr/>
        </p:nvGraphicFramePr>
        <p:xfrm>
          <a:off x="1092200" y="2421466"/>
          <a:ext cx="4889500" cy="286512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gridCol w="1143000">
                  <a:extLst>
                    <a:ext uri="{9D8B030D-6E8A-4147-A177-3AD203B41FA5}">
                      <a16:colId xmlns:a16="http://schemas.microsoft.com/office/drawing/2014/main" val="3945007082"/>
                    </a:ext>
                  </a:extLst>
                </a:gridCol>
              </a:tblGrid>
              <a:tr h="370840">
                <a:tc>
                  <a:txBody>
                    <a:bodyPr/>
                    <a:lstStyle/>
                    <a:p>
                      <a:r>
                        <a:rPr lang="en-US" dirty="0"/>
                        <a:t>Eccentricity</a:t>
                      </a:r>
                    </a:p>
                  </a:txBody>
                  <a:tcPr/>
                </a:tc>
                <a:tc>
                  <a:txBody>
                    <a:bodyPr/>
                    <a:lstStyle/>
                    <a:p>
                      <a:r>
                        <a:rPr lang="en-US" dirty="0"/>
                        <a:t>Diameter (mm)</a:t>
                      </a:r>
                    </a:p>
                  </a:txBody>
                  <a:tcPr/>
                </a:tc>
                <a:tc>
                  <a:txBody>
                    <a:bodyPr/>
                    <a:lstStyle/>
                    <a:p>
                      <a:r>
                        <a:rPr lang="en-US" dirty="0"/>
                        <a:t>Color</a:t>
                      </a:r>
                    </a:p>
                  </a:txBody>
                  <a:tcPr/>
                </a:tc>
                <a:tc>
                  <a:txBody>
                    <a:bodyPr/>
                    <a:lstStyle/>
                    <a:p>
                      <a:r>
                        <a:rPr lang="en-US" dirty="0">
                          <a:solidFill>
                            <a:schemeClr val="bg1">
                              <a:lumMod val="75000"/>
                            </a:schemeClr>
                          </a:solidFill>
                        </a:rPr>
                        <a:t>Border</a:t>
                      </a:r>
                    </a:p>
                  </a:txBody>
                  <a:tcPr>
                    <a:solidFill>
                      <a:schemeClr val="bg1">
                        <a:lumMod val="95000"/>
                      </a:schemeClr>
                    </a:solidFill>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4</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3</a:t>
                      </a:r>
                    </a:p>
                  </a:txBody>
                  <a:tcPr/>
                </a:tc>
                <a:tc>
                  <a:txBody>
                    <a:bodyPr/>
                    <a:lstStyle/>
                    <a:p>
                      <a:r>
                        <a:rPr lang="en-US" dirty="0"/>
                        <a:t>No</a:t>
                      </a:r>
                    </a:p>
                  </a:txBody>
                  <a:tcPr/>
                </a:tc>
                <a:tc>
                  <a:txBody>
                    <a:bodyPr/>
                    <a:lstStyle/>
                    <a:p>
                      <a:r>
                        <a:rPr lang="en-US" dirty="0">
                          <a:solidFill>
                            <a:schemeClr val="bg1">
                              <a:lumMod val="75000"/>
                            </a:schemeClr>
                          </a:solidFill>
                        </a:rPr>
                        <a:t>Yes</a:t>
                      </a:r>
                    </a:p>
                  </a:txBody>
                  <a:tcPr>
                    <a:solidFill>
                      <a:schemeClr val="bg1">
                        <a:lumMod val="95000"/>
                      </a:schemeClr>
                    </a:solidFill>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6</a:t>
                      </a:r>
                    </a:p>
                  </a:txBody>
                  <a:tcPr/>
                </a:tc>
                <a:tc>
                  <a:txBody>
                    <a:bodyPr/>
                    <a:lstStyle/>
                    <a:p>
                      <a:r>
                        <a:rPr lang="en-US" dirty="0"/>
                        <a:t>Yes</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2</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255405985"/>
                  </a:ext>
                </a:extLst>
              </a:tr>
              <a:tr h="370840">
                <a:tc>
                  <a:txBody>
                    <a:bodyPr/>
                    <a:lstStyle/>
                    <a:p>
                      <a:r>
                        <a:rPr lang="en-US" dirty="0" err="1">
                          <a:solidFill>
                            <a:schemeClr val="accent4"/>
                          </a:solidFill>
                        </a:rPr>
                        <a:t>NaN</a:t>
                      </a:r>
                      <a:endParaRPr lang="en-US" dirty="0">
                        <a:solidFill>
                          <a:schemeClr val="accent4"/>
                        </a:solidFill>
                      </a:endParaRPr>
                    </a:p>
                  </a:txBody>
                  <a:tcPr/>
                </a:tc>
                <a:tc>
                  <a:txBody>
                    <a:bodyPr/>
                    <a:lstStyle/>
                    <a:p>
                      <a:r>
                        <a:rPr lang="en-US" dirty="0"/>
                        <a:t>3</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861656171"/>
                  </a:ext>
                </a:extLst>
              </a:tr>
              <a:tr h="370840">
                <a:tc>
                  <a:txBody>
                    <a:bodyPr/>
                    <a:lstStyle/>
                    <a:p>
                      <a:r>
                        <a:rPr lang="en-US" dirty="0">
                          <a:solidFill>
                            <a:schemeClr val="bg1">
                              <a:lumMod val="75000"/>
                            </a:schemeClr>
                          </a:solidFill>
                        </a:rPr>
                        <a:t>0.6</a:t>
                      </a:r>
                    </a:p>
                  </a:txBody>
                  <a:tcPr>
                    <a:solidFill>
                      <a:schemeClr val="bg1">
                        <a:lumMod val="95000"/>
                      </a:schemeClr>
                    </a:solidFill>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tc>
                  <a:txBody>
                    <a:bodyPr/>
                    <a:lstStyle/>
                    <a:p>
                      <a:r>
                        <a:rPr lang="en-US" dirty="0">
                          <a:solidFill>
                            <a:schemeClr val="bg1">
                              <a:lumMod val="75000"/>
                            </a:schemeClr>
                          </a:solidFill>
                        </a:rPr>
                        <a:t>No</a:t>
                      </a:r>
                    </a:p>
                  </a:txBody>
                  <a:tcPr>
                    <a:solidFill>
                      <a:schemeClr val="bg1">
                        <a:lumMod val="95000"/>
                      </a:schemeClr>
                    </a:solidFill>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04962327"/>
                  </a:ext>
                </a:extLst>
              </a:tr>
            </a:tbl>
          </a:graphicData>
        </a:graphic>
      </p:graphicFrame>
      <p:sp>
        <p:nvSpPr>
          <p:cNvPr id="2" name="TextBox 1">
            <a:extLst>
              <a:ext uri="{FF2B5EF4-FFF2-40B4-BE49-F238E27FC236}">
                <a16:creationId xmlns:a16="http://schemas.microsoft.com/office/drawing/2014/main" id="{147A6A7F-9DC4-6503-4CCA-6684E9477749}"/>
              </a:ext>
            </a:extLst>
          </p:cNvPr>
          <p:cNvSpPr txBox="1"/>
          <p:nvPr/>
        </p:nvSpPr>
        <p:spPr>
          <a:xfrm>
            <a:off x="6583237" y="2421466"/>
            <a:ext cx="4605463" cy="140038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rPr>
              <a:t>Remove rows/columns with many missing values</a:t>
            </a:r>
            <a:endPar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Remove rows with important missing values</a:t>
            </a:r>
          </a:p>
        </p:txBody>
      </p:sp>
    </p:spTree>
    <p:extLst>
      <p:ext uri="{BB962C8B-B14F-4D97-AF65-F5344CB8AC3E}">
        <p14:creationId xmlns:p14="http://schemas.microsoft.com/office/powerpoint/2010/main" val="176905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65FF1-B416-71EA-246F-C27B52EE8F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2ED6C1-F1B3-929D-FB19-ED18795171CC}"/>
              </a:ext>
            </a:extLst>
          </p:cNvPr>
          <p:cNvSpPr>
            <a:spLocks noGrp="1"/>
          </p:cNvSpPr>
          <p:nvPr>
            <p:ph type="title"/>
          </p:nvPr>
        </p:nvSpPr>
        <p:spPr/>
        <p:txBody>
          <a:bodyPr/>
          <a:lstStyle/>
          <a:p>
            <a:r>
              <a:rPr lang="en-US" dirty="0"/>
              <a:t>Missing data</a:t>
            </a:r>
          </a:p>
        </p:txBody>
      </p:sp>
      <p:graphicFrame>
        <p:nvGraphicFramePr>
          <p:cNvPr id="3" name="Table 2">
            <a:extLst>
              <a:ext uri="{FF2B5EF4-FFF2-40B4-BE49-F238E27FC236}">
                <a16:creationId xmlns:a16="http://schemas.microsoft.com/office/drawing/2014/main" id="{D3669AD7-FFE0-E722-2563-56B14D0ED467}"/>
              </a:ext>
            </a:extLst>
          </p:cNvPr>
          <p:cNvGraphicFramePr>
            <a:graphicFrameLocks noGrp="1"/>
          </p:cNvGraphicFramePr>
          <p:nvPr/>
        </p:nvGraphicFramePr>
        <p:xfrm>
          <a:off x="1092200" y="2421466"/>
          <a:ext cx="4889500" cy="286512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gridCol w="1143000">
                  <a:extLst>
                    <a:ext uri="{9D8B030D-6E8A-4147-A177-3AD203B41FA5}">
                      <a16:colId xmlns:a16="http://schemas.microsoft.com/office/drawing/2014/main" val="3945007082"/>
                    </a:ext>
                  </a:extLst>
                </a:gridCol>
              </a:tblGrid>
              <a:tr h="370840">
                <a:tc>
                  <a:txBody>
                    <a:bodyPr/>
                    <a:lstStyle/>
                    <a:p>
                      <a:r>
                        <a:rPr lang="en-US" dirty="0"/>
                        <a:t>Eccentricity</a:t>
                      </a:r>
                    </a:p>
                  </a:txBody>
                  <a:tcPr/>
                </a:tc>
                <a:tc>
                  <a:txBody>
                    <a:bodyPr/>
                    <a:lstStyle/>
                    <a:p>
                      <a:r>
                        <a:rPr lang="en-US" dirty="0"/>
                        <a:t>Diameter (mm)</a:t>
                      </a:r>
                    </a:p>
                  </a:txBody>
                  <a:tcPr/>
                </a:tc>
                <a:tc>
                  <a:txBody>
                    <a:bodyPr/>
                    <a:lstStyle/>
                    <a:p>
                      <a:r>
                        <a:rPr lang="en-US" dirty="0"/>
                        <a:t>Color</a:t>
                      </a:r>
                    </a:p>
                  </a:txBody>
                  <a:tcPr/>
                </a:tc>
                <a:tc>
                  <a:txBody>
                    <a:bodyPr/>
                    <a:lstStyle/>
                    <a:p>
                      <a:r>
                        <a:rPr lang="en-US" dirty="0">
                          <a:solidFill>
                            <a:schemeClr val="bg1">
                              <a:lumMod val="75000"/>
                            </a:schemeClr>
                          </a:solidFill>
                        </a:rPr>
                        <a:t>Border</a:t>
                      </a:r>
                    </a:p>
                  </a:txBody>
                  <a:tcPr>
                    <a:solidFill>
                      <a:schemeClr val="bg1">
                        <a:lumMod val="95000"/>
                      </a:schemeClr>
                    </a:solidFill>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4</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3</a:t>
                      </a:r>
                    </a:p>
                  </a:txBody>
                  <a:tcPr/>
                </a:tc>
                <a:tc>
                  <a:txBody>
                    <a:bodyPr/>
                    <a:lstStyle/>
                    <a:p>
                      <a:r>
                        <a:rPr lang="en-US" dirty="0"/>
                        <a:t>No</a:t>
                      </a:r>
                    </a:p>
                  </a:txBody>
                  <a:tcPr/>
                </a:tc>
                <a:tc>
                  <a:txBody>
                    <a:bodyPr/>
                    <a:lstStyle/>
                    <a:p>
                      <a:r>
                        <a:rPr lang="en-US" dirty="0">
                          <a:solidFill>
                            <a:schemeClr val="bg1">
                              <a:lumMod val="75000"/>
                            </a:schemeClr>
                          </a:solidFill>
                        </a:rPr>
                        <a:t>Yes</a:t>
                      </a:r>
                    </a:p>
                  </a:txBody>
                  <a:tcPr>
                    <a:solidFill>
                      <a:schemeClr val="bg1">
                        <a:lumMod val="95000"/>
                      </a:schemeClr>
                    </a:solidFill>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6</a:t>
                      </a:r>
                    </a:p>
                  </a:txBody>
                  <a:tcPr/>
                </a:tc>
                <a:tc>
                  <a:txBody>
                    <a:bodyPr/>
                    <a:lstStyle/>
                    <a:p>
                      <a:r>
                        <a:rPr lang="en-US" dirty="0"/>
                        <a:t>Yes</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2</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255405985"/>
                  </a:ext>
                </a:extLst>
              </a:tr>
              <a:tr h="370840">
                <a:tc>
                  <a:txBody>
                    <a:bodyPr/>
                    <a:lstStyle/>
                    <a:p>
                      <a:r>
                        <a:rPr lang="en-US" dirty="0">
                          <a:solidFill>
                            <a:schemeClr val="accent4"/>
                          </a:solidFill>
                        </a:rPr>
                        <a:t>0.3</a:t>
                      </a:r>
                    </a:p>
                  </a:txBody>
                  <a:tcPr/>
                </a:tc>
                <a:tc>
                  <a:txBody>
                    <a:bodyPr/>
                    <a:lstStyle/>
                    <a:p>
                      <a:r>
                        <a:rPr lang="en-US" dirty="0"/>
                        <a:t>3</a:t>
                      </a:r>
                    </a:p>
                  </a:txBody>
                  <a:tcPr/>
                </a:tc>
                <a:tc>
                  <a:txBody>
                    <a:bodyPr/>
                    <a:lstStyle/>
                    <a:p>
                      <a:r>
                        <a:rPr lang="en-US" dirty="0"/>
                        <a:t>No</a:t>
                      </a:r>
                    </a:p>
                  </a:txBody>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861656171"/>
                  </a:ext>
                </a:extLst>
              </a:tr>
              <a:tr h="370840">
                <a:tc>
                  <a:txBody>
                    <a:bodyPr/>
                    <a:lstStyle/>
                    <a:p>
                      <a:r>
                        <a:rPr lang="en-US" dirty="0">
                          <a:solidFill>
                            <a:schemeClr val="bg1">
                              <a:lumMod val="75000"/>
                            </a:schemeClr>
                          </a:solidFill>
                        </a:rPr>
                        <a:t>0.6</a:t>
                      </a:r>
                    </a:p>
                  </a:txBody>
                  <a:tcPr>
                    <a:solidFill>
                      <a:schemeClr val="bg1">
                        <a:lumMod val="95000"/>
                      </a:schemeClr>
                    </a:solidFill>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tc>
                  <a:txBody>
                    <a:bodyPr/>
                    <a:lstStyle/>
                    <a:p>
                      <a:r>
                        <a:rPr lang="en-US" dirty="0">
                          <a:solidFill>
                            <a:schemeClr val="bg1">
                              <a:lumMod val="75000"/>
                            </a:schemeClr>
                          </a:solidFill>
                        </a:rPr>
                        <a:t>No</a:t>
                      </a:r>
                    </a:p>
                  </a:txBody>
                  <a:tcPr>
                    <a:solidFill>
                      <a:schemeClr val="bg1">
                        <a:lumMod val="95000"/>
                      </a:schemeClr>
                    </a:solidFill>
                  </a:tcPr>
                </a:tc>
                <a:tc>
                  <a:txBody>
                    <a:bodyPr/>
                    <a:lstStyle/>
                    <a:p>
                      <a:r>
                        <a:rPr lang="en-US" dirty="0" err="1">
                          <a:solidFill>
                            <a:schemeClr val="bg1">
                              <a:lumMod val="75000"/>
                            </a:schemeClr>
                          </a:solidFill>
                        </a:rPr>
                        <a:t>NaN</a:t>
                      </a:r>
                      <a:endParaRPr lang="en-US" dirty="0">
                        <a:solidFill>
                          <a:schemeClr val="bg1">
                            <a:lumMod val="75000"/>
                          </a:schemeClr>
                        </a:solidFill>
                      </a:endParaRPr>
                    </a:p>
                  </a:txBody>
                  <a:tcPr>
                    <a:solidFill>
                      <a:schemeClr val="bg1">
                        <a:lumMod val="95000"/>
                      </a:schemeClr>
                    </a:solidFill>
                  </a:tcPr>
                </a:tc>
                <a:extLst>
                  <a:ext uri="{0D108BD9-81ED-4DB2-BD59-A6C34878D82A}">
                    <a16:rowId xmlns:a16="http://schemas.microsoft.com/office/drawing/2014/main" val="204962327"/>
                  </a:ext>
                </a:extLst>
              </a:tr>
            </a:tbl>
          </a:graphicData>
        </a:graphic>
      </p:graphicFrame>
      <p:sp>
        <p:nvSpPr>
          <p:cNvPr id="2" name="TextBox 1">
            <a:extLst>
              <a:ext uri="{FF2B5EF4-FFF2-40B4-BE49-F238E27FC236}">
                <a16:creationId xmlns:a16="http://schemas.microsoft.com/office/drawing/2014/main" id="{B1E2E6AA-562D-0024-A0FA-88F409C15B8A}"/>
              </a:ext>
            </a:extLst>
          </p:cNvPr>
          <p:cNvSpPr txBox="1"/>
          <p:nvPr/>
        </p:nvSpPr>
        <p:spPr>
          <a:xfrm>
            <a:off x="6583237" y="2421466"/>
            <a:ext cx="4605463" cy="289310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rPr>
              <a:t>Remove rows/columns with many missing values</a:t>
            </a:r>
            <a:endPar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Remove rows with important missing values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Imputation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Numeric  mean/median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Categorical  most frequent value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K-nearest neighbors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Model-based (e.g. regression)</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p:txBody>
      </p:sp>
      <p:sp>
        <p:nvSpPr>
          <p:cNvPr id="5" name="TextBox 4">
            <a:extLst>
              <a:ext uri="{FF2B5EF4-FFF2-40B4-BE49-F238E27FC236}">
                <a16:creationId xmlns:a16="http://schemas.microsoft.com/office/drawing/2014/main" id="{C67739C6-66D8-238B-EF4B-BC3EB28C4564}"/>
              </a:ext>
            </a:extLst>
          </p:cNvPr>
          <p:cNvSpPr txBox="1"/>
          <p:nvPr/>
        </p:nvSpPr>
        <p:spPr>
          <a:xfrm>
            <a:off x="3558286" y="5568290"/>
            <a:ext cx="5075427" cy="954107"/>
          </a:xfrm>
          <a:prstGeom prst="rect">
            <a:avLst/>
          </a:prstGeom>
          <a:noFill/>
        </p:spPr>
        <p:txBody>
          <a:bodyPr wrap="none" rtlCol="0">
            <a:spAutoFit/>
          </a:bodyPr>
          <a:lstStyle/>
          <a:p>
            <a:pPr algn="ctr"/>
            <a:r>
              <a:rPr lang="en-US" sz="2800" b="1" dirty="0">
                <a:solidFill>
                  <a:schemeClr val="accent2"/>
                </a:solidFill>
              </a:rPr>
              <a:t>clean data vs sample size</a:t>
            </a:r>
            <a:br>
              <a:rPr lang="en-US" sz="2800" b="1" dirty="0">
                <a:solidFill>
                  <a:schemeClr val="accent2"/>
                </a:solidFill>
              </a:rPr>
            </a:br>
            <a:r>
              <a:rPr lang="en-US" sz="2800" dirty="0"/>
              <a:t>Imputations are also ”impure”</a:t>
            </a:r>
          </a:p>
        </p:txBody>
      </p:sp>
    </p:spTree>
    <p:extLst>
      <p:ext uri="{BB962C8B-B14F-4D97-AF65-F5344CB8AC3E}">
        <p14:creationId xmlns:p14="http://schemas.microsoft.com/office/powerpoint/2010/main" val="57451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D0BF4-185C-80BE-EFBE-5656A54933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C366CF-E454-82CB-2290-E83ADBE276D9}"/>
              </a:ext>
            </a:extLst>
          </p:cNvPr>
          <p:cNvSpPr>
            <a:spLocks noGrp="1"/>
          </p:cNvSpPr>
          <p:nvPr>
            <p:ph type="title"/>
          </p:nvPr>
        </p:nvSpPr>
        <p:spPr/>
        <p:txBody>
          <a:bodyPr/>
          <a:lstStyle/>
          <a:p>
            <a:r>
              <a:rPr lang="en-US" dirty="0"/>
              <a:t>Data normalization</a:t>
            </a:r>
          </a:p>
        </p:txBody>
      </p:sp>
      <p:graphicFrame>
        <p:nvGraphicFramePr>
          <p:cNvPr id="3" name="Table 2">
            <a:extLst>
              <a:ext uri="{FF2B5EF4-FFF2-40B4-BE49-F238E27FC236}">
                <a16:creationId xmlns:a16="http://schemas.microsoft.com/office/drawing/2014/main" id="{A9FCA71A-CFA5-F1CC-2DDF-60221B89F59D}"/>
              </a:ext>
            </a:extLst>
          </p:cNvPr>
          <p:cNvGraphicFramePr>
            <a:graphicFrameLocks noGrp="1"/>
          </p:cNvGraphicFramePr>
          <p:nvPr/>
        </p:nvGraphicFramePr>
        <p:xfrm>
          <a:off x="1092200" y="2421466"/>
          <a:ext cx="3746500" cy="249428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tblGrid>
              <a:tr h="370840">
                <a:tc>
                  <a:txBody>
                    <a:bodyPr/>
                    <a:lstStyle/>
                    <a:p>
                      <a:r>
                        <a:rPr lang="en-US" dirty="0"/>
                        <a:t>Eccentricity</a:t>
                      </a:r>
                    </a:p>
                  </a:txBody>
                  <a:tcPr/>
                </a:tc>
                <a:tc>
                  <a:txBody>
                    <a:bodyPr/>
                    <a:lstStyle/>
                    <a:p>
                      <a:r>
                        <a:rPr lang="en-US" dirty="0"/>
                        <a:t>Diameter (mm)</a:t>
                      </a:r>
                    </a:p>
                  </a:txBody>
                  <a:tcPr/>
                </a:tc>
                <a:tc>
                  <a:txBody>
                    <a:bodyPr/>
                    <a:lstStyle/>
                    <a:p>
                      <a:r>
                        <a:rPr lang="en-US" dirty="0"/>
                        <a:t>Color</a:t>
                      </a:r>
                    </a:p>
                  </a:txBody>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4</a:t>
                      </a:r>
                    </a:p>
                  </a:txBody>
                  <a:tcPr/>
                </a:tc>
                <a:tc>
                  <a:txBody>
                    <a:bodyPr/>
                    <a:lstStyle/>
                    <a:p>
                      <a:r>
                        <a:rPr lang="en-US" dirty="0"/>
                        <a:t>No</a:t>
                      </a:r>
                    </a:p>
                  </a:txBody>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3</a:t>
                      </a:r>
                    </a:p>
                  </a:txBody>
                  <a:tcPr/>
                </a:tc>
                <a:tc>
                  <a:txBody>
                    <a:bodyPr/>
                    <a:lstStyle/>
                    <a:p>
                      <a:r>
                        <a:rPr lang="en-US" dirty="0"/>
                        <a:t>No</a:t>
                      </a:r>
                    </a:p>
                  </a:txBody>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6</a:t>
                      </a:r>
                    </a:p>
                  </a:txBody>
                  <a:tcPr/>
                </a:tc>
                <a:tc>
                  <a:txBody>
                    <a:bodyPr/>
                    <a:lstStyle/>
                    <a:p>
                      <a:r>
                        <a:rPr lang="en-US" dirty="0"/>
                        <a:t>Yes</a:t>
                      </a:r>
                    </a:p>
                  </a:txBody>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2</a:t>
                      </a:r>
                    </a:p>
                  </a:txBody>
                  <a:tcPr/>
                </a:tc>
                <a:tc>
                  <a:txBody>
                    <a:bodyPr/>
                    <a:lstStyle/>
                    <a:p>
                      <a:r>
                        <a:rPr lang="en-US" dirty="0"/>
                        <a:t>No</a:t>
                      </a:r>
                    </a:p>
                  </a:txBody>
                  <a:tcPr/>
                </a:tc>
                <a:extLst>
                  <a:ext uri="{0D108BD9-81ED-4DB2-BD59-A6C34878D82A}">
                    <a16:rowId xmlns:a16="http://schemas.microsoft.com/office/drawing/2014/main" val="2255405985"/>
                  </a:ext>
                </a:extLst>
              </a:tr>
              <a:tr h="370840">
                <a:tc>
                  <a:txBody>
                    <a:bodyPr/>
                    <a:lstStyle/>
                    <a:p>
                      <a:r>
                        <a:rPr lang="en-US" dirty="0">
                          <a:solidFill>
                            <a:schemeClr val="tx1"/>
                          </a:solidFill>
                        </a:rPr>
                        <a:t>0.3</a:t>
                      </a:r>
                    </a:p>
                  </a:txBody>
                  <a:tcPr/>
                </a:tc>
                <a:tc>
                  <a:txBody>
                    <a:bodyPr/>
                    <a:lstStyle/>
                    <a:p>
                      <a:r>
                        <a:rPr lang="en-US" dirty="0"/>
                        <a:t>3</a:t>
                      </a:r>
                    </a:p>
                  </a:txBody>
                  <a:tcPr/>
                </a:tc>
                <a:tc>
                  <a:txBody>
                    <a:bodyPr/>
                    <a:lstStyle/>
                    <a:p>
                      <a:r>
                        <a:rPr lang="en-US" dirty="0"/>
                        <a:t>No</a:t>
                      </a:r>
                    </a:p>
                  </a:txBody>
                  <a:tcPr/>
                </a:tc>
                <a:extLst>
                  <a:ext uri="{0D108BD9-81ED-4DB2-BD59-A6C34878D82A}">
                    <a16:rowId xmlns:a16="http://schemas.microsoft.com/office/drawing/2014/main" val="2861656171"/>
                  </a:ext>
                </a:extLst>
              </a:tr>
            </a:tbl>
          </a:graphicData>
        </a:graphic>
      </p:graphicFrame>
      <p:sp>
        <p:nvSpPr>
          <p:cNvPr id="6" name="TextBox 5">
            <a:extLst>
              <a:ext uri="{FF2B5EF4-FFF2-40B4-BE49-F238E27FC236}">
                <a16:creationId xmlns:a16="http://schemas.microsoft.com/office/drawing/2014/main" id="{721DFFD1-5E05-C43B-BE73-B9E63E6FF50D}"/>
              </a:ext>
            </a:extLst>
          </p:cNvPr>
          <p:cNvSpPr txBox="1"/>
          <p:nvPr/>
        </p:nvSpPr>
        <p:spPr>
          <a:xfrm>
            <a:off x="5905501" y="2421466"/>
            <a:ext cx="5194299"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1" i="0" u="none" strike="noStrike" kern="1200" cap="none" spc="0" normalizeH="0" baseline="0" noProof="0" dirty="0">
                <a:ln>
                  <a:noFill/>
                </a:ln>
                <a:solidFill>
                  <a:schemeClr val="accent2"/>
                </a:solidFill>
                <a:effectLst/>
                <a:uLnTx/>
                <a:uFillTx/>
                <a:latin typeface="Trebuchet MS"/>
                <a:ea typeface="+mn-ea"/>
                <a:cs typeface="+mn-cs"/>
              </a:rPr>
              <a:t>Features with large ranges can dominate model training</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 biased weight updates</a:t>
            </a:r>
            <a:b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br>
            <a:r>
              <a:rPr kumimoji="0" lang="en-US" sz="20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 slow or unstable learning</a:t>
            </a:r>
            <a:endParaRPr kumimoji="0" lang="en-US" sz="2000" b="0" i="0" u="none" strike="noStrike" kern="1200" cap="none" spc="0" normalizeH="0" baseline="0" noProof="0" dirty="0">
              <a:ln>
                <a:noFill/>
              </a:ln>
              <a:solidFill>
                <a:srgbClr val="14274C"/>
              </a:solidFill>
              <a:effectLst/>
              <a:uLnTx/>
              <a:uFillTx/>
              <a:latin typeface="Trebuchet MS"/>
              <a:ea typeface="+mn-ea"/>
              <a:cs typeface="+mn-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FB3D08-33AD-98D6-A643-105CF33B9280}"/>
                  </a:ext>
                </a:extLst>
              </p:cNvPr>
              <p:cNvSpPr txBox="1"/>
              <p:nvPr/>
            </p:nvSpPr>
            <p:spPr>
              <a:xfrm>
                <a:off x="5905499" y="4326455"/>
                <a:ext cx="5448300" cy="6346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Min-max scaling		</a:t>
                </a:r>
                <a14:m>
                  <m:oMath xmlns:m="http://schemas.openxmlformats.org/officeDocument/2006/math">
                    <m:sSub>
                      <m:sSub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sSubPr>
                      <m:e>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e>
                      <m: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𝑛𝑜𝑟𝑚</m:t>
                        </m:r>
                      </m:sub>
                    </m:s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m:t>
                    </m:r>
                    <m:f>
                      <m:f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fPr>
                      <m:num>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m:t>
                        </m:r>
                        <m:sSub>
                          <m:sSub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sSubPr>
                          <m:e>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e>
                          <m: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𝑚𝑖𝑛</m:t>
                            </m:r>
                          </m:sub>
                        </m:sSub>
                      </m:num>
                      <m:den>
                        <m:sSub>
                          <m:sSub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sSubPr>
                          <m:e>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e>
                          <m: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𝑚𝑎𝑥</m:t>
                            </m:r>
                          </m:sub>
                        </m:s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m:t>
                        </m:r>
                        <m:sSub>
                          <m:sSub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sSubPr>
                          <m:e>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e>
                          <m: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𝑚𝑖𝑛</m:t>
                            </m:r>
                          </m:sub>
                        </m:sSub>
                      </m:den>
                    </m:f>
                  </m:oMath>
                </a14:m>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p:txBody>
          </p:sp>
        </mc:Choice>
        <mc:Fallback xmlns="">
          <p:sp>
            <p:nvSpPr>
              <p:cNvPr id="7" name="TextBox 6">
                <a:extLst>
                  <a:ext uri="{FF2B5EF4-FFF2-40B4-BE49-F238E27FC236}">
                    <a16:creationId xmlns:a16="http://schemas.microsoft.com/office/drawing/2014/main" id="{9FFB3D08-33AD-98D6-A643-105CF33B9280}"/>
                  </a:ext>
                </a:extLst>
              </p:cNvPr>
              <p:cNvSpPr txBox="1">
                <a:spLocks noRot="1" noChangeAspect="1" noMove="1" noResize="1" noEditPoints="1" noAdjustHandles="1" noChangeArrowheads="1" noChangeShapeType="1" noTextEdit="1"/>
              </p:cNvSpPr>
              <p:nvPr/>
            </p:nvSpPr>
            <p:spPr>
              <a:xfrm>
                <a:off x="5905499" y="4326455"/>
                <a:ext cx="5448300" cy="634661"/>
              </a:xfrm>
              <a:prstGeom prst="rect">
                <a:avLst/>
              </a:prstGeom>
              <a:blipFill>
                <a:blip r:embed="rId2"/>
                <a:stretch>
                  <a:fillRect l="-1166"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1C38F04-039C-47DE-539C-D746595946B3}"/>
                  </a:ext>
                </a:extLst>
              </p:cNvPr>
              <p:cNvSpPr txBox="1"/>
              <p:nvPr/>
            </p:nvSpPr>
            <p:spPr>
              <a:xfrm>
                <a:off x="5905499" y="5218602"/>
                <a:ext cx="5613401" cy="586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Standardization		</a:t>
                </a:r>
                <a14:m>
                  <m:oMath xmlns:m="http://schemas.openxmlformats.org/officeDocument/2006/math">
                    <m:sSub>
                      <m:sSub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sSubPr>
                      <m:e>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e>
                      <m: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𝑛𝑜𝑟𝑚</m:t>
                        </m:r>
                      </m:sub>
                    </m:sSub>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m:t>
                    </m:r>
                    <m:f>
                      <m:fPr>
                        <m:ctrlP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ctrlPr>
                      </m:fPr>
                      <m:num>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𝑥</m:t>
                        </m:r>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mn-ea"/>
                            <a:cs typeface="+mn-cs"/>
                          </a:rPr>
                          <m:t>−</m:t>
                        </m:r>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Cambria Math" panose="02040503050406030204" pitchFamily="18" charset="0"/>
                            <a:cs typeface="+mn-cs"/>
                          </a:rPr>
                          <m:t>𝜇</m:t>
                        </m:r>
                      </m:num>
                      <m:den>
                        <m:r>
                          <a:rPr kumimoji="0" lang="fr-FR" sz="2400" b="0" i="1" u="none" strike="noStrike" kern="1200" cap="none" spc="0" normalizeH="0" baseline="0" noProof="0" smtClean="0">
                            <a:ln>
                              <a:noFill/>
                            </a:ln>
                            <a:solidFill>
                              <a:srgbClr val="14274C"/>
                            </a:solidFill>
                            <a:effectLst/>
                            <a:uLnTx/>
                            <a:uFillTx/>
                            <a:latin typeface="Cambria Math" panose="02040503050406030204" pitchFamily="18" charset="0"/>
                            <a:ea typeface="Cambria Math" panose="02040503050406030204" pitchFamily="18" charset="0"/>
                            <a:cs typeface="+mn-cs"/>
                          </a:rPr>
                          <m:t>𝜎</m:t>
                        </m:r>
                      </m:den>
                    </m:f>
                  </m:oMath>
                </a14:m>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p:txBody>
          </p:sp>
        </mc:Choice>
        <mc:Fallback xmlns="">
          <p:sp>
            <p:nvSpPr>
              <p:cNvPr id="8" name="TextBox 7">
                <a:extLst>
                  <a:ext uri="{FF2B5EF4-FFF2-40B4-BE49-F238E27FC236}">
                    <a16:creationId xmlns:a16="http://schemas.microsoft.com/office/drawing/2014/main" id="{31C38F04-039C-47DE-539C-D746595946B3}"/>
                  </a:ext>
                </a:extLst>
              </p:cNvPr>
              <p:cNvSpPr txBox="1">
                <a:spLocks noRot="1" noChangeAspect="1" noMove="1" noResize="1" noEditPoints="1" noAdjustHandles="1" noChangeArrowheads="1" noChangeShapeType="1" noTextEdit="1"/>
              </p:cNvSpPr>
              <p:nvPr/>
            </p:nvSpPr>
            <p:spPr>
              <a:xfrm>
                <a:off x="5905499" y="5218602"/>
                <a:ext cx="5613401" cy="586571"/>
              </a:xfrm>
              <a:prstGeom prst="rect">
                <a:avLst/>
              </a:prstGeom>
              <a:blipFill>
                <a:blip r:embed="rId3"/>
                <a:stretch>
                  <a:fillRect l="-1129" b="-2128"/>
                </a:stretch>
              </a:blipFill>
            </p:spPr>
            <p:txBody>
              <a:bodyPr/>
              <a:lstStyle/>
              <a:p>
                <a:r>
                  <a:rPr lang="en-US">
                    <a:noFill/>
                  </a:rPr>
                  <a:t> </a:t>
                </a:r>
              </a:p>
            </p:txBody>
          </p:sp>
        </mc:Fallback>
      </mc:AlternateContent>
    </p:spTree>
    <p:extLst>
      <p:ext uri="{BB962C8B-B14F-4D97-AF65-F5344CB8AC3E}">
        <p14:creationId xmlns:p14="http://schemas.microsoft.com/office/powerpoint/2010/main" val="371568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4ED1A-88AB-B12B-0C2C-AFEB40B94D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9E9803-BF8F-3C4A-C402-E7F3ECF320C0}"/>
              </a:ext>
            </a:extLst>
          </p:cNvPr>
          <p:cNvSpPr>
            <a:spLocks noGrp="1"/>
          </p:cNvSpPr>
          <p:nvPr>
            <p:ph type="title"/>
          </p:nvPr>
        </p:nvSpPr>
        <p:spPr/>
        <p:txBody>
          <a:bodyPr/>
          <a:lstStyle/>
          <a:p>
            <a:r>
              <a:rPr lang="en-US" dirty="0"/>
              <a:t>Data normalization</a:t>
            </a:r>
          </a:p>
        </p:txBody>
      </p:sp>
      <p:pic>
        <p:nvPicPr>
          <p:cNvPr id="28674" name="Picture 2" descr="plot">
            <a:extLst>
              <a:ext uri="{FF2B5EF4-FFF2-40B4-BE49-F238E27FC236}">
                <a16:creationId xmlns:a16="http://schemas.microsoft.com/office/drawing/2014/main" id="{60610407-E7D0-ACC2-B12E-D4EB600A90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b="50000"/>
          <a:stretch>
            <a:fillRect/>
          </a:stretch>
        </p:blipFill>
        <p:spPr bwMode="auto">
          <a:xfrm>
            <a:off x="2657474" y="1349374"/>
            <a:ext cx="6877051" cy="51435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FD79B1F-1AC2-6CE3-0029-32EAFFB257FE}"/>
              </a:ext>
            </a:extLst>
          </p:cNvPr>
          <p:cNvSpPr txBox="1"/>
          <p:nvPr/>
        </p:nvSpPr>
        <p:spPr>
          <a:xfrm>
            <a:off x="198437" y="4712037"/>
            <a:ext cx="2628900" cy="1015663"/>
          </a:xfrm>
          <a:prstGeom prst="rect">
            <a:avLst/>
          </a:prstGeom>
          <a:noFill/>
        </p:spPr>
        <p:txBody>
          <a:bodyPr wrap="square" rtlCol="0">
            <a:spAutoFit/>
          </a:bodyPr>
          <a:lstStyle/>
          <a:p>
            <a:r>
              <a:rPr lang="en-US" sz="2000" b="1" dirty="0"/>
              <a:t>Bringing everything on the same scale</a:t>
            </a:r>
            <a:br>
              <a:rPr lang="en-US" sz="2000" b="1" dirty="0"/>
            </a:br>
            <a:r>
              <a:rPr lang="en-US" sz="2000" b="1" dirty="0">
                <a:solidFill>
                  <a:schemeClr val="accent2"/>
                </a:solidFill>
                <a:sym typeface="Wingdings" pitchFamily="2" charset="2"/>
              </a:rPr>
              <a:t> fair comparison</a:t>
            </a:r>
            <a:endParaRPr lang="en-US" sz="2000" b="1" dirty="0">
              <a:solidFill>
                <a:schemeClr val="accent2"/>
              </a:solidFill>
            </a:endParaRPr>
          </a:p>
        </p:txBody>
      </p:sp>
      <p:cxnSp>
        <p:nvCxnSpPr>
          <p:cNvPr id="6" name="Straight Connector 5">
            <a:extLst>
              <a:ext uri="{FF2B5EF4-FFF2-40B4-BE49-F238E27FC236}">
                <a16:creationId xmlns:a16="http://schemas.microsoft.com/office/drawing/2014/main" id="{1A24B53C-3272-96E0-F8EC-EF8C1000C3D4}"/>
              </a:ext>
            </a:extLst>
          </p:cNvPr>
          <p:cNvCxnSpPr/>
          <p:nvPr/>
        </p:nvCxnSpPr>
        <p:spPr>
          <a:xfrm>
            <a:off x="2997200" y="5054600"/>
            <a:ext cx="6743700" cy="0"/>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7" name="Straight Connector 6">
            <a:extLst>
              <a:ext uri="{FF2B5EF4-FFF2-40B4-BE49-F238E27FC236}">
                <a16:creationId xmlns:a16="http://schemas.microsoft.com/office/drawing/2014/main" id="{12CFDE1C-25C1-BA6F-3B2B-59F89EB4A7E1}"/>
              </a:ext>
            </a:extLst>
          </p:cNvPr>
          <p:cNvCxnSpPr/>
          <p:nvPr/>
        </p:nvCxnSpPr>
        <p:spPr>
          <a:xfrm>
            <a:off x="2997200" y="5727700"/>
            <a:ext cx="6743700" cy="0"/>
          </a:xfrm>
          <a:prstGeom prst="line">
            <a:avLst/>
          </a:prstGeom>
          <a:ln w="38100"/>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0520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7461-05F1-A472-E58C-E96CEF5424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3C8FE0-7523-2AFA-9B91-3D3E79F7EF49}"/>
              </a:ext>
            </a:extLst>
          </p:cNvPr>
          <p:cNvSpPr>
            <a:spLocks noGrp="1"/>
          </p:cNvSpPr>
          <p:nvPr>
            <p:ph type="title"/>
          </p:nvPr>
        </p:nvSpPr>
        <p:spPr/>
        <p:txBody>
          <a:bodyPr/>
          <a:lstStyle/>
          <a:p>
            <a:r>
              <a:rPr lang="en-US" dirty="0"/>
              <a:t>Categorical features</a:t>
            </a:r>
          </a:p>
        </p:txBody>
      </p:sp>
      <p:graphicFrame>
        <p:nvGraphicFramePr>
          <p:cNvPr id="6" name="Table 5">
            <a:extLst>
              <a:ext uri="{FF2B5EF4-FFF2-40B4-BE49-F238E27FC236}">
                <a16:creationId xmlns:a16="http://schemas.microsoft.com/office/drawing/2014/main" id="{2D72155A-4B80-3AC5-3F3D-F6C6DFDC152F}"/>
              </a:ext>
            </a:extLst>
          </p:cNvPr>
          <p:cNvGraphicFramePr>
            <a:graphicFrameLocks noGrp="1"/>
          </p:cNvGraphicFramePr>
          <p:nvPr/>
        </p:nvGraphicFramePr>
        <p:xfrm>
          <a:off x="1092200" y="2421466"/>
          <a:ext cx="3746500" cy="222504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tblGrid>
              <a:tr h="370840">
                <a:tc>
                  <a:txBody>
                    <a:bodyPr/>
                    <a:lstStyle/>
                    <a:p>
                      <a:r>
                        <a:rPr lang="en-US" dirty="0"/>
                        <a:t>Eccentricity</a:t>
                      </a:r>
                    </a:p>
                  </a:txBody>
                  <a:tcPr/>
                </a:tc>
                <a:tc>
                  <a:txBody>
                    <a:bodyPr/>
                    <a:lstStyle/>
                    <a:p>
                      <a:r>
                        <a:rPr lang="en-US" dirty="0"/>
                        <a:t>Diameter </a:t>
                      </a:r>
                    </a:p>
                  </a:txBody>
                  <a:tcPr/>
                </a:tc>
                <a:tc>
                  <a:txBody>
                    <a:bodyPr/>
                    <a:lstStyle/>
                    <a:p>
                      <a:r>
                        <a:rPr lang="en-US" dirty="0"/>
                        <a:t>Color</a:t>
                      </a:r>
                    </a:p>
                  </a:txBody>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0.66</a:t>
                      </a:r>
                    </a:p>
                  </a:txBody>
                  <a:tcPr/>
                </a:tc>
                <a:tc>
                  <a:txBody>
                    <a:bodyPr/>
                    <a:lstStyle/>
                    <a:p>
                      <a:r>
                        <a:rPr lang="en-US" dirty="0"/>
                        <a:t>No</a:t>
                      </a:r>
                    </a:p>
                  </a:txBody>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0.5</a:t>
                      </a:r>
                    </a:p>
                  </a:txBody>
                  <a:tcPr/>
                </a:tc>
                <a:tc>
                  <a:txBody>
                    <a:bodyPr/>
                    <a:lstStyle/>
                    <a:p>
                      <a:r>
                        <a:rPr lang="en-US" dirty="0"/>
                        <a:t>No</a:t>
                      </a:r>
                    </a:p>
                  </a:txBody>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1</a:t>
                      </a:r>
                    </a:p>
                  </a:txBody>
                  <a:tcPr/>
                </a:tc>
                <a:tc>
                  <a:txBody>
                    <a:bodyPr/>
                    <a:lstStyle/>
                    <a:p>
                      <a:r>
                        <a:rPr lang="en-US" dirty="0"/>
                        <a:t>Yes</a:t>
                      </a:r>
                    </a:p>
                  </a:txBody>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0.33</a:t>
                      </a:r>
                    </a:p>
                  </a:txBody>
                  <a:tcPr/>
                </a:tc>
                <a:tc>
                  <a:txBody>
                    <a:bodyPr/>
                    <a:lstStyle/>
                    <a:p>
                      <a:r>
                        <a:rPr lang="en-US" dirty="0"/>
                        <a:t>No</a:t>
                      </a:r>
                    </a:p>
                  </a:txBody>
                  <a:tcPr/>
                </a:tc>
                <a:extLst>
                  <a:ext uri="{0D108BD9-81ED-4DB2-BD59-A6C34878D82A}">
                    <a16:rowId xmlns:a16="http://schemas.microsoft.com/office/drawing/2014/main" val="2255405985"/>
                  </a:ext>
                </a:extLst>
              </a:tr>
              <a:tr h="370840">
                <a:tc>
                  <a:txBody>
                    <a:bodyPr/>
                    <a:lstStyle/>
                    <a:p>
                      <a:r>
                        <a:rPr lang="en-US" dirty="0">
                          <a:solidFill>
                            <a:schemeClr val="tx1"/>
                          </a:solidFill>
                        </a:rPr>
                        <a:t>0.3</a:t>
                      </a:r>
                    </a:p>
                  </a:txBody>
                  <a:tcPr/>
                </a:tc>
                <a:tc>
                  <a:txBody>
                    <a:bodyPr/>
                    <a:lstStyle/>
                    <a:p>
                      <a:r>
                        <a:rPr lang="en-US" dirty="0"/>
                        <a:t>0.5</a:t>
                      </a:r>
                    </a:p>
                  </a:txBody>
                  <a:tcPr/>
                </a:tc>
                <a:tc>
                  <a:txBody>
                    <a:bodyPr/>
                    <a:lstStyle/>
                    <a:p>
                      <a:r>
                        <a:rPr lang="en-US" dirty="0"/>
                        <a:t>No</a:t>
                      </a:r>
                    </a:p>
                  </a:txBody>
                  <a:tcPr/>
                </a:tc>
                <a:extLst>
                  <a:ext uri="{0D108BD9-81ED-4DB2-BD59-A6C34878D82A}">
                    <a16:rowId xmlns:a16="http://schemas.microsoft.com/office/drawing/2014/main" val="2861656171"/>
                  </a:ext>
                </a:extLst>
              </a:tr>
            </a:tbl>
          </a:graphicData>
        </a:graphic>
      </p:graphicFrame>
      <p:sp>
        <p:nvSpPr>
          <p:cNvPr id="7" name="TextBox 6">
            <a:extLst>
              <a:ext uri="{FF2B5EF4-FFF2-40B4-BE49-F238E27FC236}">
                <a16:creationId xmlns:a16="http://schemas.microsoft.com/office/drawing/2014/main" id="{36FCB450-9C81-CFA6-E7C1-5DA1B730C73B}"/>
              </a:ext>
            </a:extLst>
          </p:cNvPr>
          <p:cNvSpPr txBox="1"/>
          <p:nvPr/>
        </p:nvSpPr>
        <p:spPr>
          <a:xfrm>
            <a:off x="5892800" y="2006600"/>
            <a:ext cx="5588000"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Ordinal encoding</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Each category label is mapped to an integer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Implicit meaning of order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Small, medium, large 	 	0, 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Dog, cat, cow 		 	0, 1, 2</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One-hot encoding</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Categorical feature is transformed to </a:t>
            </a:r>
            <a:r>
              <a:rPr kumimoji="0" lang="en-US" sz="1800" b="0" i="1" u="none" strike="noStrike" kern="1200" cap="none" spc="0" normalizeH="0" baseline="0" noProof="0" dirty="0" err="1">
                <a:ln>
                  <a:noFill/>
                </a:ln>
                <a:solidFill>
                  <a:srgbClr val="14274C"/>
                </a:solidFill>
                <a:effectLst/>
                <a:uLnTx/>
                <a:uFillTx/>
                <a:latin typeface="Trebuchet MS"/>
                <a:ea typeface="+mn-ea"/>
                <a:cs typeface="+mn-cs"/>
              </a:rPr>
              <a:t>n_categories</a:t>
            </a:r>
            <a:r>
              <a:rPr kumimoji="0" lang="en-US" sz="1800" b="0" i="0" u="none" strike="noStrike" kern="1200" cap="none" spc="0" normalizeH="0" baseline="0" noProof="0" dirty="0">
                <a:ln>
                  <a:noFill/>
                </a:ln>
                <a:solidFill>
                  <a:srgbClr val="14274C"/>
                </a:solidFill>
                <a:effectLst/>
                <a:uLnTx/>
                <a:uFillTx/>
                <a:latin typeface="Trebuchet MS"/>
                <a:ea typeface="+mn-ea"/>
                <a:cs typeface="+mn-cs"/>
              </a:rPr>
              <a:t> binary features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1 = yes; 0 = 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Red, yellow, blue		</a:t>
            </a: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p:txBody>
      </p:sp>
      <p:graphicFrame>
        <p:nvGraphicFramePr>
          <p:cNvPr id="8" name="Table 7">
            <a:extLst>
              <a:ext uri="{FF2B5EF4-FFF2-40B4-BE49-F238E27FC236}">
                <a16:creationId xmlns:a16="http://schemas.microsoft.com/office/drawing/2014/main" id="{DC20B9DE-1BEC-AAF9-8C52-2B03E5649E92}"/>
              </a:ext>
            </a:extLst>
          </p:cNvPr>
          <p:cNvGraphicFramePr>
            <a:graphicFrameLocks noGrp="1"/>
          </p:cNvGraphicFramePr>
          <p:nvPr/>
        </p:nvGraphicFramePr>
        <p:xfrm>
          <a:off x="9398000" y="4898231"/>
          <a:ext cx="2387600" cy="1219200"/>
        </p:xfrm>
        <a:graphic>
          <a:graphicData uri="http://schemas.openxmlformats.org/drawingml/2006/table">
            <a:tbl>
              <a:tblPr firstRow="1" bandRow="1">
                <a:tableStyleId>{5C22544A-7EE6-4342-B048-85BDC9FD1C3A}</a:tableStyleId>
              </a:tblPr>
              <a:tblGrid>
                <a:gridCol w="758849">
                  <a:extLst>
                    <a:ext uri="{9D8B030D-6E8A-4147-A177-3AD203B41FA5}">
                      <a16:colId xmlns:a16="http://schemas.microsoft.com/office/drawing/2014/main" val="2337363745"/>
                    </a:ext>
                  </a:extLst>
                </a:gridCol>
                <a:gridCol w="758849">
                  <a:extLst>
                    <a:ext uri="{9D8B030D-6E8A-4147-A177-3AD203B41FA5}">
                      <a16:colId xmlns:a16="http://schemas.microsoft.com/office/drawing/2014/main" val="397767216"/>
                    </a:ext>
                  </a:extLst>
                </a:gridCol>
                <a:gridCol w="869902">
                  <a:extLst>
                    <a:ext uri="{9D8B030D-6E8A-4147-A177-3AD203B41FA5}">
                      <a16:colId xmlns:a16="http://schemas.microsoft.com/office/drawing/2014/main" val="3945839385"/>
                    </a:ext>
                  </a:extLst>
                </a:gridCol>
              </a:tblGrid>
              <a:tr h="270074">
                <a:tc>
                  <a:txBody>
                    <a:bodyPr/>
                    <a:lstStyle/>
                    <a:p>
                      <a:r>
                        <a:rPr lang="en-US" sz="1400" dirty="0"/>
                        <a:t>Red</a:t>
                      </a:r>
                    </a:p>
                  </a:txBody>
                  <a:tcPr>
                    <a:solidFill>
                      <a:schemeClr val="accent1"/>
                    </a:solidFill>
                  </a:tcPr>
                </a:tc>
                <a:tc>
                  <a:txBody>
                    <a:bodyPr/>
                    <a:lstStyle/>
                    <a:p>
                      <a:r>
                        <a:rPr lang="en-US" sz="1400" dirty="0"/>
                        <a:t>Yellow</a:t>
                      </a:r>
                    </a:p>
                  </a:txBody>
                  <a:tcPr>
                    <a:solidFill>
                      <a:schemeClr val="accent1"/>
                    </a:solidFill>
                  </a:tcPr>
                </a:tc>
                <a:tc>
                  <a:txBody>
                    <a:bodyPr/>
                    <a:lstStyle/>
                    <a:p>
                      <a:r>
                        <a:rPr lang="en-US" sz="1400" dirty="0"/>
                        <a:t>Blue</a:t>
                      </a:r>
                    </a:p>
                  </a:txBody>
                  <a:tcPr>
                    <a:solidFill>
                      <a:schemeClr val="accent1"/>
                    </a:solidFill>
                  </a:tcPr>
                </a:tc>
                <a:extLst>
                  <a:ext uri="{0D108BD9-81ED-4DB2-BD59-A6C34878D82A}">
                    <a16:rowId xmlns:a16="http://schemas.microsoft.com/office/drawing/2014/main" val="1721337288"/>
                  </a:ext>
                </a:extLst>
              </a:tr>
              <a:tr h="270074">
                <a:tc>
                  <a:txBody>
                    <a:bodyPr/>
                    <a:lstStyle/>
                    <a:p>
                      <a:r>
                        <a:rPr lang="en-US" sz="1400" dirty="0"/>
                        <a:t>1</a:t>
                      </a:r>
                    </a:p>
                  </a:txBody>
                  <a:tcPr>
                    <a:solidFill>
                      <a:schemeClr val="accent4">
                        <a:lumMod val="20000"/>
                        <a:lumOff val="80000"/>
                      </a:schemeClr>
                    </a:solidFill>
                  </a:tcPr>
                </a:tc>
                <a:tc>
                  <a:txBody>
                    <a:bodyPr/>
                    <a:lstStyle/>
                    <a:p>
                      <a:r>
                        <a:rPr lang="en-US" sz="1400" dirty="0"/>
                        <a:t>0</a:t>
                      </a:r>
                    </a:p>
                  </a:txBody>
                  <a:tcPr>
                    <a:noFill/>
                  </a:tcPr>
                </a:tc>
                <a:tc>
                  <a:txBody>
                    <a:bodyPr/>
                    <a:lstStyle/>
                    <a:p>
                      <a:r>
                        <a:rPr lang="en-US" sz="1400" dirty="0"/>
                        <a:t>0</a:t>
                      </a:r>
                    </a:p>
                  </a:txBody>
                  <a:tcPr>
                    <a:noFill/>
                  </a:tcPr>
                </a:tc>
                <a:extLst>
                  <a:ext uri="{0D108BD9-81ED-4DB2-BD59-A6C34878D82A}">
                    <a16:rowId xmlns:a16="http://schemas.microsoft.com/office/drawing/2014/main" val="1793408928"/>
                  </a:ext>
                </a:extLst>
              </a:tr>
              <a:tr h="270074">
                <a:tc>
                  <a:txBody>
                    <a:bodyPr/>
                    <a:lstStyle/>
                    <a:p>
                      <a:r>
                        <a:rPr lang="en-US" sz="1400" dirty="0"/>
                        <a:t>0</a:t>
                      </a:r>
                    </a:p>
                  </a:txBody>
                  <a:tcPr>
                    <a:noFill/>
                  </a:tcPr>
                </a:tc>
                <a:tc>
                  <a:txBody>
                    <a:bodyPr/>
                    <a:lstStyle/>
                    <a:p>
                      <a:r>
                        <a:rPr lang="en-US" sz="1400" dirty="0"/>
                        <a:t>1</a:t>
                      </a:r>
                    </a:p>
                  </a:txBody>
                  <a:tcPr>
                    <a:solidFill>
                      <a:schemeClr val="accent6">
                        <a:lumMod val="20000"/>
                        <a:lumOff val="80000"/>
                      </a:schemeClr>
                    </a:solidFill>
                  </a:tcPr>
                </a:tc>
                <a:tc>
                  <a:txBody>
                    <a:bodyPr/>
                    <a:lstStyle/>
                    <a:p>
                      <a:r>
                        <a:rPr lang="en-US" sz="1400" dirty="0"/>
                        <a:t>0</a:t>
                      </a:r>
                    </a:p>
                  </a:txBody>
                  <a:tcPr>
                    <a:noFill/>
                  </a:tcPr>
                </a:tc>
                <a:extLst>
                  <a:ext uri="{0D108BD9-81ED-4DB2-BD59-A6C34878D82A}">
                    <a16:rowId xmlns:a16="http://schemas.microsoft.com/office/drawing/2014/main" val="3236669102"/>
                  </a:ext>
                </a:extLst>
              </a:tr>
              <a:tr h="270074">
                <a:tc>
                  <a:txBody>
                    <a:bodyPr/>
                    <a:lstStyle/>
                    <a:p>
                      <a:r>
                        <a:rPr lang="en-US" sz="1400" dirty="0"/>
                        <a:t>0</a:t>
                      </a:r>
                    </a:p>
                  </a:txBody>
                  <a:tcPr>
                    <a:noFill/>
                  </a:tcPr>
                </a:tc>
                <a:tc>
                  <a:txBody>
                    <a:bodyPr/>
                    <a:lstStyle/>
                    <a:p>
                      <a:r>
                        <a:rPr lang="en-US" sz="1400" dirty="0"/>
                        <a:t>0</a:t>
                      </a:r>
                    </a:p>
                  </a:txBody>
                  <a:tcPr>
                    <a:noFill/>
                  </a:tcPr>
                </a:tc>
                <a:tc>
                  <a:txBody>
                    <a:bodyPr/>
                    <a:lstStyle/>
                    <a:p>
                      <a:r>
                        <a:rPr lang="en-US" sz="1400" dirty="0"/>
                        <a:t>1</a:t>
                      </a:r>
                    </a:p>
                  </a:txBody>
                  <a:tcPr>
                    <a:solidFill>
                      <a:schemeClr val="tx2">
                        <a:lumMod val="20000"/>
                        <a:lumOff val="80000"/>
                      </a:schemeClr>
                    </a:solidFill>
                  </a:tcPr>
                </a:tc>
                <a:extLst>
                  <a:ext uri="{0D108BD9-81ED-4DB2-BD59-A6C34878D82A}">
                    <a16:rowId xmlns:a16="http://schemas.microsoft.com/office/drawing/2014/main" val="3851571017"/>
                  </a:ext>
                </a:extLst>
              </a:tr>
            </a:tbl>
          </a:graphicData>
        </a:graphic>
      </p:graphicFrame>
    </p:spTree>
    <p:extLst>
      <p:ext uri="{BB962C8B-B14F-4D97-AF65-F5344CB8AC3E}">
        <p14:creationId xmlns:p14="http://schemas.microsoft.com/office/powerpoint/2010/main" val="301977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D5340-D3D3-3755-BFC0-7D5FF68542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F3E644-E75D-6910-1928-CDAF79371481}"/>
              </a:ext>
            </a:extLst>
          </p:cNvPr>
          <p:cNvSpPr>
            <a:spLocks noGrp="1"/>
          </p:cNvSpPr>
          <p:nvPr>
            <p:ph type="title"/>
          </p:nvPr>
        </p:nvSpPr>
        <p:spPr/>
        <p:txBody>
          <a:bodyPr/>
          <a:lstStyle/>
          <a:p>
            <a:r>
              <a:rPr lang="en-US" dirty="0"/>
              <a:t>Categorical features</a:t>
            </a:r>
          </a:p>
        </p:txBody>
      </p:sp>
      <p:graphicFrame>
        <p:nvGraphicFramePr>
          <p:cNvPr id="6" name="Table 5">
            <a:extLst>
              <a:ext uri="{FF2B5EF4-FFF2-40B4-BE49-F238E27FC236}">
                <a16:creationId xmlns:a16="http://schemas.microsoft.com/office/drawing/2014/main" id="{ECEF09D3-7CB6-3FA8-2C7B-CCC6B8ACB55B}"/>
              </a:ext>
            </a:extLst>
          </p:cNvPr>
          <p:cNvGraphicFramePr>
            <a:graphicFrameLocks noGrp="1"/>
          </p:cNvGraphicFramePr>
          <p:nvPr>
            <p:extLst>
              <p:ext uri="{D42A27DB-BD31-4B8C-83A1-F6EECF244321}">
                <p14:modId xmlns:p14="http://schemas.microsoft.com/office/powerpoint/2010/main" val="511415189"/>
              </p:ext>
            </p:extLst>
          </p:nvPr>
        </p:nvGraphicFramePr>
        <p:xfrm>
          <a:off x="1092200" y="2421466"/>
          <a:ext cx="3746500" cy="2225040"/>
        </p:xfrm>
        <a:graphic>
          <a:graphicData uri="http://schemas.openxmlformats.org/drawingml/2006/table">
            <a:tbl>
              <a:tblPr firstRow="1" bandRow="1">
                <a:tableStyleId>{5C22544A-7EE6-4342-B048-85BDC9FD1C3A}</a:tableStyleId>
              </a:tblPr>
              <a:tblGrid>
                <a:gridCol w="1536700">
                  <a:extLst>
                    <a:ext uri="{9D8B030D-6E8A-4147-A177-3AD203B41FA5}">
                      <a16:colId xmlns:a16="http://schemas.microsoft.com/office/drawing/2014/main" val="4059860968"/>
                    </a:ext>
                  </a:extLst>
                </a:gridCol>
                <a:gridCol w="1193800">
                  <a:extLst>
                    <a:ext uri="{9D8B030D-6E8A-4147-A177-3AD203B41FA5}">
                      <a16:colId xmlns:a16="http://schemas.microsoft.com/office/drawing/2014/main" val="2865152551"/>
                    </a:ext>
                  </a:extLst>
                </a:gridCol>
                <a:gridCol w="1016000">
                  <a:extLst>
                    <a:ext uri="{9D8B030D-6E8A-4147-A177-3AD203B41FA5}">
                      <a16:colId xmlns:a16="http://schemas.microsoft.com/office/drawing/2014/main" val="2334626112"/>
                    </a:ext>
                  </a:extLst>
                </a:gridCol>
              </a:tblGrid>
              <a:tr h="370840">
                <a:tc>
                  <a:txBody>
                    <a:bodyPr/>
                    <a:lstStyle/>
                    <a:p>
                      <a:r>
                        <a:rPr lang="en-US" dirty="0"/>
                        <a:t>Eccentricity</a:t>
                      </a:r>
                    </a:p>
                  </a:txBody>
                  <a:tcPr/>
                </a:tc>
                <a:tc>
                  <a:txBody>
                    <a:bodyPr/>
                    <a:lstStyle/>
                    <a:p>
                      <a:r>
                        <a:rPr lang="en-US" dirty="0"/>
                        <a:t>Diameter </a:t>
                      </a:r>
                    </a:p>
                  </a:txBody>
                  <a:tcPr/>
                </a:tc>
                <a:tc>
                  <a:txBody>
                    <a:bodyPr/>
                    <a:lstStyle/>
                    <a:p>
                      <a:r>
                        <a:rPr lang="en-US" dirty="0"/>
                        <a:t>Color</a:t>
                      </a:r>
                    </a:p>
                  </a:txBody>
                  <a:tcPr/>
                </a:tc>
                <a:extLst>
                  <a:ext uri="{0D108BD9-81ED-4DB2-BD59-A6C34878D82A}">
                    <a16:rowId xmlns:a16="http://schemas.microsoft.com/office/drawing/2014/main" val="1749943490"/>
                  </a:ext>
                </a:extLst>
              </a:tr>
              <a:tr h="370840">
                <a:tc>
                  <a:txBody>
                    <a:bodyPr/>
                    <a:lstStyle/>
                    <a:p>
                      <a:r>
                        <a:rPr lang="en-US" dirty="0"/>
                        <a:t>0.1</a:t>
                      </a:r>
                    </a:p>
                  </a:txBody>
                  <a:tcPr/>
                </a:tc>
                <a:tc>
                  <a:txBody>
                    <a:bodyPr/>
                    <a:lstStyle/>
                    <a:p>
                      <a:r>
                        <a:rPr lang="en-US" dirty="0"/>
                        <a:t>0.66</a:t>
                      </a:r>
                    </a:p>
                  </a:txBody>
                  <a:tcPr/>
                </a:tc>
                <a:tc>
                  <a:txBody>
                    <a:bodyPr/>
                    <a:lstStyle/>
                    <a:p>
                      <a:r>
                        <a:rPr lang="en-US" b="1" dirty="0">
                          <a:solidFill>
                            <a:schemeClr val="accent2"/>
                          </a:solidFill>
                        </a:rPr>
                        <a:t>0</a:t>
                      </a:r>
                    </a:p>
                  </a:txBody>
                  <a:tcPr/>
                </a:tc>
                <a:extLst>
                  <a:ext uri="{0D108BD9-81ED-4DB2-BD59-A6C34878D82A}">
                    <a16:rowId xmlns:a16="http://schemas.microsoft.com/office/drawing/2014/main" val="124974468"/>
                  </a:ext>
                </a:extLst>
              </a:tr>
              <a:tr h="370840">
                <a:tc>
                  <a:txBody>
                    <a:bodyPr/>
                    <a:lstStyle/>
                    <a:p>
                      <a:r>
                        <a:rPr lang="en-US" dirty="0"/>
                        <a:t>0.3</a:t>
                      </a:r>
                    </a:p>
                  </a:txBody>
                  <a:tcPr/>
                </a:tc>
                <a:tc>
                  <a:txBody>
                    <a:bodyPr/>
                    <a:lstStyle/>
                    <a:p>
                      <a:r>
                        <a:rPr lang="en-US" dirty="0"/>
                        <a:t>0.5</a:t>
                      </a:r>
                    </a:p>
                  </a:txBody>
                  <a:tcPr/>
                </a:tc>
                <a:tc>
                  <a:txBody>
                    <a:bodyPr/>
                    <a:lstStyle/>
                    <a:p>
                      <a:r>
                        <a:rPr lang="en-US" b="1" dirty="0">
                          <a:solidFill>
                            <a:schemeClr val="accent2"/>
                          </a:solidFill>
                        </a:rPr>
                        <a:t>0</a:t>
                      </a:r>
                    </a:p>
                  </a:txBody>
                  <a:tcPr/>
                </a:tc>
                <a:extLst>
                  <a:ext uri="{0D108BD9-81ED-4DB2-BD59-A6C34878D82A}">
                    <a16:rowId xmlns:a16="http://schemas.microsoft.com/office/drawing/2014/main" val="2083318131"/>
                  </a:ext>
                </a:extLst>
              </a:tr>
              <a:tr h="370840">
                <a:tc>
                  <a:txBody>
                    <a:bodyPr/>
                    <a:lstStyle/>
                    <a:p>
                      <a:r>
                        <a:rPr lang="en-US" dirty="0"/>
                        <a:t>0.9</a:t>
                      </a:r>
                    </a:p>
                  </a:txBody>
                  <a:tcPr/>
                </a:tc>
                <a:tc>
                  <a:txBody>
                    <a:bodyPr/>
                    <a:lstStyle/>
                    <a:p>
                      <a:r>
                        <a:rPr lang="en-US" dirty="0"/>
                        <a:t>1</a:t>
                      </a:r>
                    </a:p>
                  </a:txBody>
                  <a:tcPr/>
                </a:tc>
                <a:tc>
                  <a:txBody>
                    <a:bodyPr/>
                    <a:lstStyle/>
                    <a:p>
                      <a:r>
                        <a:rPr lang="en-US" b="1" dirty="0">
                          <a:solidFill>
                            <a:schemeClr val="accent2"/>
                          </a:solidFill>
                        </a:rPr>
                        <a:t>1</a:t>
                      </a:r>
                    </a:p>
                  </a:txBody>
                  <a:tcPr/>
                </a:tc>
                <a:extLst>
                  <a:ext uri="{0D108BD9-81ED-4DB2-BD59-A6C34878D82A}">
                    <a16:rowId xmlns:a16="http://schemas.microsoft.com/office/drawing/2014/main" val="1730292953"/>
                  </a:ext>
                </a:extLst>
              </a:tr>
              <a:tr h="370840">
                <a:tc>
                  <a:txBody>
                    <a:bodyPr/>
                    <a:lstStyle/>
                    <a:p>
                      <a:r>
                        <a:rPr lang="en-US" dirty="0"/>
                        <a:t>0.3</a:t>
                      </a:r>
                    </a:p>
                  </a:txBody>
                  <a:tcPr/>
                </a:tc>
                <a:tc>
                  <a:txBody>
                    <a:bodyPr/>
                    <a:lstStyle/>
                    <a:p>
                      <a:r>
                        <a:rPr lang="en-US" dirty="0"/>
                        <a:t>0.33</a:t>
                      </a:r>
                    </a:p>
                  </a:txBody>
                  <a:tcPr/>
                </a:tc>
                <a:tc>
                  <a:txBody>
                    <a:bodyPr/>
                    <a:lstStyle/>
                    <a:p>
                      <a:r>
                        <a:rPr lang="en-US" b="1" dirty="0">
                          <a:solidFill>
                            <a:schemeClr val="accent2"/>
                          </a:solidFill>
                        </a:rPr>
                        <a:t>0</a:t>
                      </a:r>
                    </a:p>
                  </a:txBody>
                  <a:tcPr/>
                </a:tc>
                <a:extLst>
                  <a:ext uri="{0D108BD9-81ED-4DB2-BD59-A6C34878D82A}">
                    <a16:rowId xmlns:a16="http://schemas.microsoft.com/office/drawing/2014/main" val="2255405985"/>
                  </a:ext>
                </a:extLst>
              </a:tr>
              <a:tr h="370840">
                <a:tc>
                  <a:txBody>
                    <a:bodyPr/>
                    <a:lstStyle/>
                    <a:p>
                      <a:r>
                        <a:rPr lang="en-US" dirty="0">
                          <a:solidFill>
                            <a:schemeClr val="tx1"/>
                          </a:solidFill>
                        </a:rPr>
                        <a:t>0.3</a:t>
                      </a:r>
                    </a:p>
                  </a:txBody>
                  <a:tcPr/>
                </a:tc>
                <a:tc>
                  <a:txBody>
                    <a:bodyPr/>
                    <a:lstStyle/>
                    <a:p>
                      <a:r>
                        <a:rPr lang="en-US" dirty="0"/>
                        <a:t>0.5</a:t>
                      </a:r>
                    </a:p>
                  </a:txBody>
                  <a:tcPr/>
                </a:tc>
                <a:tc>
                  <a:txBody>
                    <a:bodyPr/>
                    <a:lstStyle/>
                    <a:p>
                      <a:r>
                        <a:rPr lang="en-US" b="1" dirty="0">
                          <a:solidFill>
                            <a:schemeClr val="accent2"/>
                          </a:solidFill>
                        </a:rPr>
                        <a:t>0</a:t>
                      </a:r>
                    </a:p>
                  </a:txBody>
                  <a:tcPr/>
                </a:tc>
                <a:extLst>
                  <a:ext uri="{0D108BD9-81ED-4DB2-BD59-A6C34878D82A}">
                    <a16:rowId xmlns:a16="http://schemas.microsoft.com/office/drawing/2014/main" val="2861656171"/>
                  </a:ext>
                </a:extLst>
              </a:tr>
            </a:tbl>
          </a:graphicData>
        </a:graphic>
      </p:graphicFrame>
      <p:sp>
        <p:nvSpPr>
          <p:cNvPr id="7" name="TextBox 6">
            <a:extLst>
              <a:ext uri="{FF2B5EF4-FFF2-40B4-BE49-F238E27FC236}">
                <a16:creationId xmlns:a16="http://schemas.microsoft.com/office/drawing/2014/main" id="{0BE80D4C-682C-F320-26A6-69BE4D1A857E}"/>
              </a:ext>
            </a:extLst>
          </p:cNvPr>
          <p:cNvSpPr txBox="1"/>
          <p:nvPr/>
        </p:nvSpPr>
        <p:spPr>
          <a:xfrm>
            <a:off x="5892800" y="2006600"/>
            <a:ext cx="5588000"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Ordinal encoding</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Each category label is mapped to an integer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Implicit meaning of order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Small, medium, large 	 	0, 1,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Dog, cat, cow 		 	0, 1, 2</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One-hot encoding</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Categorical feature is transformed to </a:t>
            </a:r>
            <a:r>
              <a:rPr kumimoji="0" lang="en-US" sz="1800" b="0" i="1" u="none" strike="noStrike" kern="1200" cap="none" spc="0" normalizeH="0" baseline="0" noProof="0" dirty="0" err="1">
                <a:ln>
                  <a:noFill/>
                </a:ln>
                <a:solidFill>
                  <a:srgbClr val="14274C"/>
                </a:solidFill>
                <a:effectLst/>
                <a:uLnTx/>
                <a:uFillTx/>
                <a:latin typeface="Trebuchet MS"/>
                <a:ea typeface="+mn-ea"/>
                <a:cs typeface="+mn-cs"/>
              </a:rPr>
              <a:t>n_categories</a:t>
            </a:r>
            <a:r>
              <a:rPr kumimoji="0" lang="en-US" sz="1800" b="0" i="0" u="none" strike="noStrike" kern="1200" cap="none" spc="0" normalizeH="0" baseline="0" noProof="0" dirty="0">
                <a:ln>
                  <a:noFill/>
                </a:ln>
                <a:solidFill>
                  <a:srgbClr val="14274C"/>
                </a:solidFill>
                <a:effectLst/>
                <a:uLnTx/>
                <a:uFillTx/>
                <a:latin typeface="Trebuchet MS"/>
                <a:ea typeface="+mn-ea"/>
                <a:cs typeface="+mn-cs"/>
              </a:rPr>
              <a:t> binary features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1 = yes; 0 = 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Red, yellow, blue		</a:t>
            </a:r>
            <a:r>
              <a:rPr kumimoji="0" lang="en-US" sz="18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a:t>
            </a:r>
            <a:endParaRPr kumimoji="0" lang="en-US" sz="1800" b="0" i="0" u="none" strike="noStrike" kern="1200" cap="none" spc="0" normalizeH="0" baseline="0" noProof="0" dirty="0">
              <a:ln>
                <a:noFill/>
              </a:ln>
              <a:solidFill>
                <a:srgbClr val="14274C"/>
              </a:solidFill>
              <a:effectLst/>
              <a:uLnTx/>
              <a:uFillTx/>
              <a:latin typeface="Trebuchet MS"/>
              <a:ea typeface="+mn-ea"/>
              <a:cs typeface="+mn-cs"/>
            </a:endParaRPr>
          </a:p>
        </p:txBody>
      </p:sp>
      <p:graphicFrame>
        <p:nvGraphicFramePr>
          <p:cNvPr id="8" name="Table 7">
            <a:extLst>
              <a:ext uri="{FF2B5EF4-FFF2-40B4-BE49-F238E27FC236}">
                <a16:creationId xmlns:a16="http://schemas.microsoft.com/office/drawing/2014/main" id="{A1E1677F-8E72-6FC6-3EAB-6A27C4B36E2F}"/>
              </a:ext>
            </a:extLst>
          </p:cNvPr>
          <p:cNvGraphicFramePr>
            <a:graphicFrameLocks noGrp="1"/>
          </p:cNvGraphicFramePr>
          <p:nvPr/>
        </p:nvGraphicFramePr>
        <p:xfrm>
          <a:off x="9398000" y="4898231"/>
          <a:ext cx="2387600" cy="1219200"/>
        </p:xfrm>
        <a:graphic>
          <a:graphicData uri="http://schemas.openxmlformats.org/drawingml/2006/table">
            <a:tbl>
              <a:tblPr firstRow="1" bandRow="1">
                <a:tableStyleId>{5C22544A-7EE6-4342-B048-85BDC9FD1C3A}</a:tableStyleId>
              </a:tblPr>
              <a:tblGrid>
                <a:gridCol w="758849">
                  <a:extLst>
                    <a:ext uri="{9D8B030D-6E8A-4147-A177-3AD203B41FA5}">
                      <a16:colId xmlns:a16="http://schemas.microsoft.com/office/drawing/2014/main" val="2337363745"/>
                    </a:ext>
                  </a:extLst>
                </a:gridCol>
                <a:gridCol w="758849">
                  <a:extLst>
                    <a:ext uri="{9D8B030D-6E8A-4147-A177-3AD203B41FA5}">
                      <a16:colId xmlns:a16="http://schemas.microsoft.com/office/drawing/2014/main" val="397767216"/>
                    </a:ext>
                  </a:extLst>
                </a:gridCol>
                <a:gridCol w="869902">
                  <a:extLst>
                    <a:ext uri="{9D8B030D-6E8A-4147-A177-3AD203B41FA5}">
                      <a16:colId xmlns:a16="http://schemas.microsoft.com/office/drawing/2014/main" val="3945839385"/>
                    </a:ext>
                  </a:extLst>
                </a:gridCol>
              </a:tblGrid>
              <a:tr h="270074">
                <a:tc>
                  <a:txBody>
                    <a:bodyPr/>
                    <a:lstStyle/>
                    <a:p>
                      <a:r>
                        <a:rPr lang="en-US" sz="1400" dirty="0"/>
                        <a:t>Red</a:t>
                      </a:r>
                    </a:p>
                  </a:txBody>
                  <a:tcPr>
                    <a:solidFill>
                      <a:schemeClr val="accent1"/>
                    </a:solidFill>
                  </a:tcPr>
                </a:tc>
                <a:tc>
                  <a:txBody>
                    <a:bodyPr/>
                    <a:lstStyle/>
                    <a:p>
                      <a:r>
                        <a:rPr lang="en-US" sz="1400" dirty="0"/>
                        <a:t>Yellow</a:t>
                      </a:r>
                    </a:p>
                  </a:txBody>
                  <a:tcPr>
                    <a:solidFill>
                      <a:schemeClr val="accent1"/>
                    </a:solidFill>
                  </a:tcPr>
                </a:tc>
                <a:tc>
                  <a:txBody>
                    <a:bodyPr/>
                    <a:lstStyle/>
                    <a:p>
                      <a:r>
                        <a:rPr lang="en-US" sz="1400" dirty="0"/>
                        <a:t>Blue</a:t>
                      </a:r>
                    </a:p>
                  </a:txBody>
                  <a:tcPr>
                    <a:solidFill>
                      <a:schemeClr val="accent1"/>
                    </a:solidFill>
                  </a:tcPr>
                </a:tc>
                <a:extLst>
                  <a:ext uri="{0D108BD9-81ED-4DB2-BD59-A6C34878D82A}">
                    <a16:rowId xmlns:a16="http://schemas.microsoft.com/office/drawing/2014/main" val="1721337288"/>
                  </a:ext>
                </a:extLst>
              </a:tr>
              <a:tr h="270074">
                <a:tc>
                  <a:txBody>
                    <a:bodyPr/>
                    <a:lstStyle/>
                    <a:p>
                      <a:r>
                        <a:rPr lang="en-US" sz="1400" dirty="0"/>
                        <a:t>1</a:t>
                      </a:r>
                    </a:p>
                  </a:txBody>
                  <a:tcPr>
                    <a:solidFill>
                      <a:schemeClr val="accent4">
                        <a:lumMod val="20000"/>
                        <a:lumOff val="80000"/>
                      </a:schemeClr>
                    </a:solidFill>
                  </a:tcPr>
                </a:tc>
                <a:tc>
                  <a:txBody>
                    <a:bodyPr/>
                    <a:lstStyle/>
                    <a:p>
                      <a:r>
                        <a:rPr lang="en-US" sz="1400" dirty="0"/>
                        <a:t>0</a:t>
                      </a:r>
                    </a:p>
                  </a:txBody>
                  <a:tcPr>
                    <a:noFill/>
                  </a:tcPr>
                </a:tc>
                <a:tc>
                  <a:txBody>
                    <a:bodyPr/>
                    <a:lstStyle/>
                    <a:p>
                      <a:r>
                        <a:rPr lang="en-US" sz="1400" dirty="0"/>
                        <a:t>0</a:t>
                      </a:r>
                    </a:p>
                  </a:txBody>
                  <a:tcPr>
                    <a:noFill/>
                  </a:tcPr>
                </a:tc>
                <a:extLst>
                  <a:ext uri="{0D108BD9-81ED-4DB2-BD59-A6C34878D82A}">
                    <a16:rowId xmlns:a16="http://schemas.microsoft.com/office/drawing/2014/main" val="1793408928"/>
                  </a:ext>
                </a:extLst>
              </a:tr>
              <a:tr h="270074">
                <a:tc>
                  <a:txBody>
                    <a:bodyPr/>
                    <a:lstStyle/>
                    <a:p>
                      <a:r>
                        <a:rPr lang="en-US" sz="1400" dirty="0"/>
                        <a:t>0</a:t>
                      </a:r>
                    </a:p>
                  </a:txBody>
                  <a:tcPr>
                    <a:noFill/>
                  </a:tcPr>
                </a:tc>
                <a:tc>
                  <a:txBody>
                    <a:bodyPr/>
                    <a:lstStyle/>
                    <a:p>
                      <a:r>
                        <a:rPr lang="en-US" sz="1400" dirty="0"/>
                        <a:t>1</a:t>
                      </a:r>
                    </a:p>
                  </a:txBody>
                  <a:tcPr>
                    <a:solidFill>
                      <a:schemeClr val="accent6">
                        <a:lumMod val="20000"/>
                        <a:lumOff val="80000"/>
                      </a:schemeClr>
                    </a:solidFill>
                  </a:tcPr>
                </a:tc>
                <a:tc>
                  <a:txBody>
                    <a:bodyPr/>
                    <a:lstStyle/>
                    <a:p>
                      <a:r>
                        <a:rPr lang="en-US" sz="1400" dirty="0"/>
                        <a:t>0</a:t>
                      </a:r>
                    </a:p>
                  </a:txBody>
                  <a:tcPr>
                    <a:noFill/>
                  </a:tcPr>
                </a:tc>
                <a:extLst>
                  <a:ext uri="{0D108BD9-81ED-4DB2-BD59-A6C34878D82A}">
                    <a16:rowId xmlns:a16="http://schemas.microsoft.com/office/drawing/2014/main" val="3236669102"/>
                  </a:ext>
                </a:extLst>
              </a:tr>
              <a:tr h="270074">
                <a:tc>
                  <a:txBody>
                    <a:bodyPr/>
                    <a:lstStyle/>
                    <a:p>
                      <a:r>
                        <a:rPr lang="en-US" sz="1400" dirty="0"/>
                        <a:t>0</a:t>
                      </a:r>
                    </a:p>
                  </a:txBody>
                  <a:tcPr>
                    <a:noFill/>
                  </a:tcPr>
                </a:tc>
                <a:tc>
                  <a:txBody>
                    <a:bodyPr/>
                    <a:lstStyle/>
                    <a:p>
                      <a:r>
                        <a:rPr lang="en-US" sz="1400" dirty="0"/>
                        <a:t>0</a:t>
                      </a:r>
                    </a:p>
                  </a:txBody>
                  <a:tcPr>
                    <a:noFill/>
                  </a:tcPr>
                </a:tc>
                <a:tc>
                  <a:txBody>
                    <a:bodyPr/>
                    <a:lstStyle/>
                    <a:p>
                      <a:r>
                        <a:rPr lang="en-US" sz="1400" dirty="0"/>
                        <a:t>1</a:t>
                      </a:r>
                    </a:p>
                  </a:txBody>
                  <a:tcPr>
                    <a:solidFill>
                      <a:schemeClr val="tx2">
                        <a:lumMod val="20000"/>
                        <a:lumOff val="80000"/>
                      </a:schemeClr>
                    </a:solidFill>
                  </a:tcPr>
                </a:tc>
                <a:extLst>
                  <a:ext uri="{0D108BD9-81ED-4DB2-BD59-A6C34878D82A}">
                    <a16:rowId xmlns:a16="http://schemas.microsoft.com/office/drawing/2014/main" val="3851571017"/>
                  </a:ext>
                </a:extLst>
              </a:tr>
            </a:tbl>
          </a:graphicData>
        </a:graphic>
      </p:graphicFrame>
      <p:sp>
        <p:nvSpPr>
          <p:cNvPr id="2" name="TextBox 1">
            <a:extLst>
              <a:ext uri="{FF2B5EF4-FFF2-40B4-BE49-F238E27FC236}">
                <a16:creationId xmlns:a16="http://schemas.microsoft.com/office/drawing/2014/main" id="{0E263573-FB7F-FE4A-B8E8-65FB376D9997}"/>
              </a:ext>
            </a:extLst>
          </p:cNvPr>
          <p:cNvSpPr txBox="1"/>
          <p:nvPr/>
        </p:nvSpPr>
        <p:spPr>
          <a:xfrm>
            <a:off x="3797300" y="4730953"/>
            <a:ext cx="970458" cy="707886"/>
          </a:xfrm>
          <a:prstGeom prst="rect">
            <a:avLst/>
          </a:prstGeom>
          <a:noFill/>
        </p:spPr>
        <p:txBody>
          <a:bodyPr wrap="none" rtlCol="0">
            <a:spAutoFit/>
          </a:bodyPr>
          <a:lstStyle/>
          <a:p>
            <a:r>
              <a:rPr lang="en-US" sz="2000" dirty="0">
                <a:solidFill>
                  <a:schemeClr val="accent2"/>
                </a:solidFill>
              </a:rPr>
              <a:t>No = 0</a:t>
            </a:r>
          </a:p>
          <a:p>
            <a:r>
              <a:rPr lang="en-US" sz="2000" dirty="0">
                <a:solidFill>
                  <a:schemeClr val="accent2"/>
                </a:solidFill>
              </a:rPr>
              <a:t>Yes = 1</a:t>
            </a:r>
          </a:p>
        </p:txBody>
      </p:sp>
    </p:spTree>
    <p:extLst>
      <p:ext uri="{BB962C8B-B14F-4D97-AF65-F5344CB8AC3E}">
        <p14:creationId xmlns:p14="http://schemas.microsoft.com/office/powerpoint/2010/main" val="2690475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E5736-0BD8-ACBD-7FB2-394D831F0EDD}"/>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8B292F2-6281-A94F-BECF-4FDA4CA7C0CA}"/>
              </a:ext>
            </a:extLst>
          </p:cNvPr>
          <p:cNvSpPr txBox="1"/>
          <p:nvPr/>
        </p:nvSpPr>
        <p:spPr>
          <a:xfrm>
            <a:off x="1740221" y="1466790"/>
            <a:ext cx="90217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DATA</a:t>
            </a:r>
          </a:p>
        </p:txBody>
      </p:sp>
      <p:cxnSp>
        <p:nvCxnSpPr>
          <p:cNvPr id="21" name="Straight Arrow Connector 20">
            <a:extLst>
              <a:ext uri="{FF2B5EF4-FFF2-40B4-BE49-F238E27FC236}">
                <a16:creationId xmlns:a16="http://schemas.microsoft.com/office/drawing/2014/main" id="{83CF14FE-38ED-5162-6E2C-1D902DD46EA7}"/>
              </a:ext>
            </a:extLst>
          </p:cNvPr>
          <p:cNvCxnSpPr>
            <a:cxnSpLocks/>
          </p:cNvCxnSpPr>
          <p:nvPr/>
        </p:nvCxnSpPr>
        <p:spPr>
          <a:xfrm>
            <a:off x="7552840" y="3845612"/>
            <a:ext cx="829160" cy="0"/>
          </a:xfrm>
          <a:prstGeom prst="straightConnector1">
            <a:avLst/>
          </a:prstGeom>
          <a:ln w="38100">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E0F1FC14-6289-652C-0445-BC3EF98FA369}"/>
              </a:ext>
            </a:extLst>
          </p:cNvPr>
          <p:cNvSpPr txBox="1"/>
          <p:nvPr/>
        </p:nvSpPr>
        <p:spPr>
          <a:xfrm>
            <a:off x="9084843" y="1466790"/>
            <a:ext cx="189186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PREDICTION</a:t>
            </a:r>
          </a:p>
        </p:txBody>
      </p:sp>
      <p:grpSp>
        <p:nvGrpSpPr>
          <p:cNvPr id="51" name="Group 50">
            <a:extLst>
              <a:ext uri="{FF2B5EF4-FFF2-40B4-BE49-F238E27FC236}">
                <a16:creationId xmlns:a16="http://schemas.microsoft.com/office/drawing/2014/main" id="{84A65302-E707-67E6-D1B8-5B3B7D319111}"/>
              </a:ext>
            </a:extLst>
          </p:cNvPr>
          <p:cNvGrpSpPr/>
          <p:nvPr/>
        </p:nvGrpSpPr>
        <p:grpSpPr>
          <a:xfrm>
            <a:off x="1437842" y="2858952"/>
            <a:ext cx="1626930" cy="1664366"/>
            <a:chOff x="1389998" y="4226315"/>
            <a:chExt cx="2272121" cy="2324404"/>
          </a:xfrm>
        </p:grpSpPr>
        <p:grpSp>
          <p:nvGrpSpPr>
            <p:cNvPr id="32" name="Group 31">
              <a:extLst>
                <a:ext uri="{FF2B5EF4-FFF2-40B4-BE49-F238E27FC236}">
                  <a16:creationId xmlns:a16="http://schemas.microsoft.com/office/drawing/2014/main" id="{A5FBBC97-E2C7-2035-3A62-C5148067AE10}"/>
                </a:ext>
              </a:extLst>
            </p:cNvPr>
            <p:cNvGrpSpPr/>
            <p:nvPr/>
          </p:nvGrpSpPr>
          <p:grpSpPr>
            <a:xfrm>
              <a:off x="1389998" y="4226315"/>
              <a:ext cx="2272121" cy="2324404"/>
              <a:chOff x="1033257" y="3936382"/>
              <a:chExt cx="1490057" cy="1490058"/>
            </a:xfrm>
          </p:grpSpPr>
          <p:cxnSp>
            <p:nvCxnSpPr>
              <p:cNvPr id="25" name="Straight Arrow Connector 24">
                <a:extLst>
                  <a:ext uri="{FF2B5EF4-FFF2-40B4-BE49-F238E27FC236}">
                    <a16:creationId xmlns:a16="http://schemas.microsoft.com/office/drawing/2014/main" id="{47F94ED6-F9B6-F02F-58CF-1DF1B081509D}"/>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54BA115A-C85A-B922-F21B-7EB378906768}"/>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31" name="Oval 30">
              <a:extLst>
                <a:ext uri="{FF2B5EF4-FFF2-40B4-BE49-F238E27FC236}">
                  <a16:creationId xmlns:a16="http://schemas.microsoft.com/office/drawing/2014/main" id="{D11AE0D0-97B3-A832-68F8-82AAA00CAF9A}"/>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3" name="Oval 32">
              <a:extLst>
                <a:ext uri="{FF2B5EF4-FFF2-40B4-BE49-F238E27FC236}">
                  <a16:creationId xmlns:a16="http://schemas.microsoft.com/office/drawing/2014/main" id="{2AF37A98-7B74-4E4E-1445-9E6C669E1359}"/>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4" name="Oval 33">
              <a:extLst>
                <a:ext uri="{FF2B5EF4-FFF2-40B4-BE49-F238E27FC236}">
                  <a16:creationId xmlns:a16="http://schemas.microsoft.com/office/drawing/2014/main" id="{8489651C-1520-EA72-178C-7813635178FC}"/>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5" name="Oval 34">
              <a:extLst>
                <a:ext uri="{FF2B5EF4-FFF2-40B4-BE49-F238E27FC236}">
                  <a16:creationId xmlns:a16="http://schemas.microsoft.com/office/drawing/2014/main" id="{F25E7ABA-C2FA-7CD9-0387-F31E8E056686}"/>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6" name="Oval 35">
              <a:extLst>
                <a:ext uri="{FF2B5EF4-FFF2-40B4-BE49-F238E27FC236}">
                  <a16:creationId xmlns:a16="http://schemas.microsoft.com/office/drawing/2014/main" id="{A38F2E1F-432C-2D0C-C976-116A0AD1C302}"/>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7" name="Oval 36">
              <a:extLst>
                <a:ext uri="{FF2B5EF4-FFF2-40B4-BE49-F238E27FC236}">
                  <a16:creationId xmlns:a16="http://schemas.microsoft.com/office/drawing/2014/main" id="{C456139C-DED2-C040-18AA-F485B4F97344}"/>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8" name="Oval 37">
              <a:extLst>
                <a:ext uri="{FF2B5EF4-FFF2-40B4-BE49-F238E27FC236}">
                  <a16:creationId xmlns:a16="http://schemas.microsoft.com/office/drawing/2014/main" id="{CDA27587-B425-B024-43CB-2974C8989C75}"/>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9" name="Oval 38">
              <a:extLst>
                <a:ext uri="{FF2B5EF4-FFF2-40B4-BE49-F238E27FC236}">
                  <a16:creationId xmlns:a16="http://schemas.microsoft.com/office/drawing/2014/main" id="{7DD88563-1132-AA9B-19BE-4D686BF60E86}"/>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0" name="Oval 39">
              <a:extLst>
                <a:ext uri="{FF2B5EF4-FFF2-40B4-BE49-F238E27FC236}">
                  <a16:creationId xmlns:a16="http://schemas.microsoft.com/office/drawing/2014/main" id="{47BE83ED-0E39-FBF9-909A-4C0AD948584D}"/>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2" name="Triangle 41">
              <a:extLst>
                <a:ext uri="{FF2B5EF4-FFF2-40B4-BE49-F238E27FC236}">
                  <a16:creationId xmlns:a16="http://schemas.microsoft.com/office/drawing/2014/main" id="{F7FFAB32-DA2D-5A94-5B17-BBAE6AF69A5D}"/>
                </a:ext>
              </a:extLst>
            </p:cNvPr>
            <p:cNvSpPr>
              <a:spLocks noChangeAspect="1"/>
            </p:cNvSpPr>
            <p:nvPr/>
          </p:nvSpPr>
          <p:spPr>
            <a:xfrm>
              <a:off x="2212645" y="572411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3" name="Triangle 42">
              <a:extLst>
                <a:ext uri="{FF2B5EF4-FFF2-40B4-BE49-F238E27FC236}">
                  <a16:creationId xmlns:a16="http://schemas.microsoft.com/office/drawing/2014/main" id="{DEC19574-DD07-7786-75A9-36A7C2E87C73}"/>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4" name="Triangle 43">
              <a:extLst>
                <a:ext uri="{FF2B5EF4-FFF2-40B4-BE49-F238E27FC236}">
                  <a16:creationId xmlns:a16="http://schemas.microsoft.com/office/drawing/2014/main" id="{2DC9DB38-CA46-9CE9-C61D-F4FCE4F1F754}"/>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5" name="Triangle 44">
              <a:extLst>
                <a:ext uri="{FF2B5EF4-FFF2-40B4-BE49-F238E27FC236}">
                  <a16:creationId xmlns:a16="http://schemas.microsoft.com/office/drawing/2014/main" id="{CB2AFDA3-0735-1E5D-F88A-4D3ED7667A1C}"/>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6" name="Triangle 45">
              <a:extLst>
                <a:ext uri="{FF2B5EF4-FFF2-40B4-BE49-F238E27FC236}">
                  <a16:creationId xmlns:a16="http://schemas.microsoft.com/office/drawing/2014/main" id="{BAE39BF1-B8F1-E53D-7E34-7D280B0BEF69}"/>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7" name="Triangle 46">
              <a:extLst>
                <a:ext uri="{FF2B5EF4-FFF2-40B4-BE49-F238E27FC236}">
                  <a16:creationId xmlns:a16="http://schemas.microsoft.com/office/drawing/2014/main" id="{E4C81F65-87BA-55AE-7BA7-5C1DE52D9B04}"/>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8" name="Triangle 47">
              <a:extLst>
                <a:ext uri="{FF2B5EF4-FFF2-40B4-BE49-F238E27FC236}">
                  <a16:creationId xmlns:a16="http://schemas.microsoft.com/office/drawing/2014/main" id="{6F7F5B2F-1FA4-72E7-F5CE-AD3F032A1B07}"/>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9" name="Triangle 48">
              <a:extLst>
                <a:ext uri="{FF2B5EF4-FFF2-40B4-BE49-F238E27FC236}">
                  <a16:creationId xmlns:a16="http://schemas.microsoft.com/office/drawing/2014/main" id="{0D93CC78-BAAA-B84A-D8CC-25C22A21118F}"/>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50" name="Triangle 49">
              <a:extLst>
                <a:ext uri="{FF2B5EF4-FFF2-40B4-BE49-F238E27FC236}">
                  <a16:creationId xmlns:a16="http://schemas.microsoft.com/office/drawing/2014/main" id="{20AEC230-8C3B-CD42-8A85-04CF784671A6}"/>
                </a:ext>
              </a:extLst>
            </p:cNvPr>
            <p:cNvSpPr>
              <a:spLocks noChangeAspect="1"/>
            </p:cNvSpPr>
            <p:nvPr/>
          </p:nvSpPr>
          <p:spPr>
            <a:xfrm>
              <a:off x="1952436" y="6119079"/>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98" name="TextBox 97">
            <a:extLst>
              <a:ext uri="{FF2B5EF4-FFF2-40B4-BE49-F238E27FC236}">
                <a16:creationId xmlns:a16="http://schemas.microsoft.com/office/drawing/2014/main" id="{1A239110-0A92-2E70-04F2-7E452F10B0A9}"/>
              </a:ext>
            </a:extLst>
          </p:cNvPr>
          <p:cNvSpPr txBox="1"/>
          <p:nvPr/>
        </p:nvSpPr>
        <p:spPr>
          <a:xfrm>
            <a:off x="5034727" y="1466790"/>
            <a:ext cx="1832553" cy="116955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MODEL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Learns patterns</a:t>
            </a:r>
            <a:br>
              <a:rPr kumimoji="0" lang="en-US" sz="1800" b="0" i="0" u="none" strike="noStrike" kern="1200" cap="none" spc="0" normalizeH="0" baseline="0" noProof="0" dirty="0">
                <a:ln>
                  <a:noFill/>
                </a:ln>
                <a:solidFill>
                  <a:srgbClr val="14274C"/>
                </a:solidFill>
                <a:effectLst/>
                <a:uLnTx/>
                <a:uFillTx/>
                <a:latin typeface="Trebuchet MS"/>
                <a:ea typeface="+mn-ea"/>
                <a:cs typeface="+mn-cs"/>
              </a:rPr>
            </a:br>
            <a:r>
              <a:rPr kumimoji="0" lang="en-US" sz="1800" b="0" i="0" u="none" strike="noStrike" kern="1200" cap="none" spc="0" normalizeH="0" baseline="0" noProof="0" dirty="0">
                <a:ln>
                  <a:noFill/>
                </a:ln>
                <a:solidFill>
                  <a:srgbClr val="14274C"/>
                </a:solidFill>
                <a:effectLst/>
                <a:uLnTx/>
                <a:uFillTx/>
                <a:latin typeface="Trebuchet MS"/>
                <a:ea typeface="+mn-ea"/>
                <a:cs typeface="+mn-cs"/>
              </a:rPr>
              <a:t>&amp; decision rules</a:t>
            </a:r>
          </a:p>
        </p:txBody>
      </p:sp>
      <p:grpSp>
        <p:nvGrpSpPr>
          <p:cNvPr id="100" name="Group 99">
            <a:extLst>
              <a:ext uri="{FF2B5EF4-FFF2-40B4-BE49-F238E27FC236}">
                <a16:creationId xmlns:a16="http://schemas.microsoft.com/office/drawing/2014/main" id="{5E39199C-99AD-4ECA-C74F-EBAFE4A70615}"/>
              </a:ext>
            </a:extLst>
          </p:cNvPr>
          <p:cNvGrpSpPr/>
          <p:nvPr/>
        </p:nvGrpSpPr>
        <p:grpSpPr>
          <a:xfrm>
            <a:off x="5137538" y="2924426"/>
            <a:ext cx="1626930" cy="1664366"/>
            <a:chOff x="1389998" y="4226315"/>
            <a:chExt cx="2272121" cy="2324404"/>
          </a:xfrm>
        </p:grpSpPr>
        <p:grpSp>
          <p:nvGrpSpPr>
            <p:cNvPr id="101" name="Group 100">
              <a:extLst>
                <a:ext uri="{FF2B5EF4-FFF2-40B4-BE49-F238E27FC236}">
                  <a16:creationId xmlns:a16="http://schemas.microsoft.com/office/drawing/2014/main" id="{6B5DF62D-3C5E-8983-7D6C-BDE05D926628}"/>
                </a:ext>
              </a:extLst>
            </p:cNvPr>
            <p:cNvGrpSpPr/>
            <p:nvPr/>
          </p:nvGrpSpPr>
          <p:grpSpPr>
            <a:xfrm>
              <a:off x="1389998" y="4226315"/>
              <a:ext cx="2272121" cy="2324404"/>
              <a:chOff x="1033257" y="3936382"/>
              <a:chExt cx="1490057" cy="1490058"/>
            </a:xfrm>
          </p:grpSpPr>
          <p:cxnSp>
            <p:nvCxnSpPr>
              <p:cNvPr id="121" name="Straight Arrow Connector 120">
                <a:extLst>
                  <a:ext uri="{FF2B5EF4-FFF2-40B4-BE49-F238E27FC236}">
                    <a16:creationId xmlns:a16="http://schemas.microsoft.com/office/drawing/2014/main" id="{18CFF3DE-B693-32F4-3896-C80C242DAE4D}"/>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22" name="Straight Arrow Connector 121">
                <a:extLst>
                  <a:ext uri="{FF2B5EF4-FFF2-40B4-BE49-F238E27FC236}">
                    <a16:creationId xmlns:a16="http://schemas.microsoft.com/office/drawing/2014/main" id="{9ABB3DAD-7B22-30C8-C3BC-FD0A9CAA00C4}"/>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102" name="Oval 101">
              <a:extLst>
                <a:ext uri="{FF2B5EF4-FFF2-40B4-BE49-F238E27FC236}">
                  <a16:creationId xmlns:a16="http://schemas.microsoft.com/office/drawing/2014/main" id="{49FD2735-4FA0-9CED-AB73-9091526EF68E}"/>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3" name="Oval 102">
              <a:extLst>
                <a:ext uri="{FF2B5EF4-FFF2-40B4-BE49-F238E27FC236}">
                  <a16:creationId xmlns:a16="http://schemas.microsoft.com/office/drawing/2014/main" id="{3C973B48-78A6-FCF3-0F44-E4193B97A2EA}"/>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4" name="Oval 103">
              <a:extLst>
                <a:ext uri="{FF2B5EF4-FFF2-40B4-BE49-F238E27FC236}">
                  <a16:creationId xmlns:a16="http://schemas.microsoft.com/office/drawing/2014/main" id="{4FC9DD59-016E-FC79-3756-C616E9134B3A}"/>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5" name="Oval 104">
              <a:extLst>
                <a:ext uri="{FF2B5EF4-FFF2-40B4-BE49-F238E27FC236}">
                  <a16:creationId xmlns:a16="http://schemas.microsoft.com/office/drawing/2014/main" id="{AFB939E2-B381-E2C5-C87D-3C76E393DBB6}"/>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6" name="Oval 105">
              <a:extLst>
                <a:ext uri="{FF2B5EF4-FFF2-40B4-BE49-F238E27FC236}">
                  <a16:creationId xmlns:a16="http://schemas.microsoft.com/office/drawing/2014/main" id="{3F0F0B37-9F09-D9F9-1308-DB798B4160E1}"/>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7" name="Oval 106">
              <a:extLst>
                <a:ext uri="{FF2B5EF4-FFF2-40B4-BE49-F238E27FC236}">
                  <a16:creationId xmlns:a16="http://schemas.microsoft.com/office/drawing/2014/main" id="{8D3734E3-00DD-5B84-C2FF-150663AD6708}"/>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8" name="Oval 107">
              <a:extLst>
                <a:ext uri="{FF2B5EF4-FFF2-40B4-BE49-F238E27FC236}">
                  <a16:creationId xmlns:a16="http://schemas.microsoft.com/office/drawing/2014/main" id="{F17593C9-0184-FD63-C36A-F1D468315FBC}"/>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09" name="Oval 108">
              <a:extLst>
                <a:ext uri="{FF2B5EF4-FFF2-40B4-BE49-F238E27FC236}">
                  <a16:creationId xmlns:a16="http://schemas.microsoft.com/office/drawing/2014/main" id="{07B3C894-C7FA-15E1-41CE-5E97A52D8DF3}"/>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0" name="Oval 109">
              <a:extLst>
                <a:ext uri="{FF2B5EF4-FFF2-40B4-BE49-F238E27FC236}">
                  <a16:creationId xmlns:a16="http://schemas.microsoft.com/office/drawing/2014/main" id="{0F44A69E-8009-FC21-0830-F00EE36669CB}"/>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2" name="Triangle 111">
              <a:extLst>
                <a:ext uri="{FF2B5EF4-FFF2-40B4-BE49-F238E27FC236}">
                  <a16:creationId xmlns:a16="http://schemas.microsoft.com/office/drawing/2014/main" id="{E5716E8F-48BB-87A3-18D2-D0B0663CEB0F}"/>
                </a:ext>
              </a:extLst>
            </p:cNvPr>
            <p:cNvSpPr>
              <a:spLocks noChangeAspect="1"/>
            </p:cNvSpPr>
            <p:nvPr/>
          </p:nvSpPr>
          <p:spPr>
            <a:xfrm>
              <a:off x="2212645" y="572411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3" name="Triangle 112">
              <a:extLst>
                <a:ext uri="{FF2B5EF4-FFF2-40B4-BE49-F238E27FC236}">
                  <a16:creationId xmlns:a16="http://schemas.microsoft.com/office/drawing/2014/main" id="{33ABF416-796D-B905-34D4-B5DFEE5A5EB1}"/>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4" name="Triangle 113">
              <a:extLst>
                <a:ext uri="{FF2B5EF4-FFF2-40B4-BE49-F238E27FC236}">
                  <a16:creationId xmlns:a16="http://schemas.microsoft.com/office/drawing/2014/main" id="{94D55000-E6F6-B979-9AFE-078915EFEEA1}"/>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5" name="Triangle 114">
              <a:extLst>
                <a:ext uri="{FF2B5EF4-FFF2-40B4-BE49-F238E27FC236}">
                  <a16:creationId xmlns:a16="http://schemas.microsoft.com/office/drawing/2014/main" id="{590C3A9B-746F-2E7B-ECFF-46393D99EC31}"/>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6" name="Triangle 115">
              <a:extLst>
                <a:ext uri="{FF2B5EF4-FFF2-40B4-BE49-F238E27FC236}">
                  <a16:creationId xmlns:a16="http://schemas.microsoft.com/office/drawing/2014/main" id="{F8596595-4E07-B83E-20FA-B49A7ACD17ED}"/>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7" name="Triangle 116">
              <a:extLst>
                <a:ext uri="{FF2B5EF4-FFF2-40B4-BE49-F238E27FC236}">
                  <a16:creationId xmlns:a16="http://schemas.microsoft.com/office/drawing/2014/main" id="{C95A4D11-8CA7-1BDA-18B6-52F351A98C71}"/>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8" name="Triangle 117">
              <a:extLst>
                <a:ext uri="{FF2B5EF4-FFF2-40B4-BE49-F238E27FC236}">
                  <a16:creationId xmlns:a16="http://schemas.microsoft.com/office/drawing/2014/main" id="{A1104C23-5AF5-114F-213B-133E50B6C006}"/>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9" name="Triangle 118">
              <a:extLst>
                <a:ext uri="{FF2B5EF4-FFF2-40B4-BE49-F238E27FC236}">
                  <a16:creationId xmlns:a16="http://schemas.microsoft.com/office/drawing/2014/main" id="{EF9ECE6E-9B7A-8B3C-CC20-4A8A8DD4F817}"/>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0" name="Triangle 119">
              <a:extLst>
                <a:ext uri="{FF2B5EF4-FFF2-40B4-BE49-F238E27FC236}">
                  <a16:creationId xmlns:a16="http://schemas.microsoft.com/office/drawing/2014/main" id="{99B76EB6-74C8-8D3F-040B-01BAD005B6AA}"/>
                </a:ext>
              </a:extLst>
            </p:cNvPr>
            <p:cNvSpPr>
              <a:spLocks noChangeAspect="1"/>
            </p:cNvSpPr>
            <p:nvPr/>
          </p:nvSpPr>
          <p:spPr>
            <a:xfrm>
              <a:off x="1952436" y="6119079"/>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grpSp>
        <p:nvGrpSpPr>
          <p:cNvPr id="123" name="Group 122">
            <a:extLst>
              <a:ext uri="{FF2B5EF4-FFF2-40B4-BE49-F238E27FC236}">
                <a16:creationId xmlns:a16="http://schemas.microsoft.com/office/drawing/2014/main" id="{B98D029C-DBE6-1FDE-4DB3-5CFE73F38ACC}"/>
              </a:ext>
            </a:extLst>
          </p:cNvPr>
          <p:cNvGrpSpPr/>
          <p:nvPr/>
        </p:nvGrpSpPr>
        <p:grpSpPr>
          <a:xfrm>
            <a:off x="9217310" y="2939188"/>
            <a:ext cx="1626930" cy="1664366"/>
            <a:chOff x="1389998" y="4226315"/>
            <a:chExt cx="2272121" cy="2324404"/>
          </a:xfrm>
        </p:grpSpPr>
        <p:grpSp>
          <p:nvGrpSpPr>
            <p:cNvPr id="124" name="Group 123">
              <a:extLst>
                <a:ext uri="{FF2B5EF4-FFF2-40B4-BE49-F238E27FC236}">
                  <a16:creationId xmlns:a16="http://schemas.microsoft.com/office/drawing/2014/main" id="{6FA3F2D8-D4DE-B4CF-2F4E-BBA701250685}"/>
                </a:ext>
              </a:extLst>
            </p:cNvPr>
            <p:cNvGrpSpPr/>
            <p:nvPr/>
          </p:nvGrpSpPr>
          <p:grpSpPr>
            <a:xfrm>
              <a:off x="1389998" y="4226315"/>
              <a:ext cx="2272121" cy="2324404"/>
              <a:chOff x="1033257" y="3936382"/>
              <a:chExt cx="1490057" cy="1490058"/>
            </a:xfrm>
          </p:grpSpPr>
          <p:cxnSp>
            <p:nvCxnSpPr>
              <p:cNvPr id="144" name="Straight Arrow Connector 143">
                <a:extLst>
                  <a:ext uri="{FF2B5EF4-FFF2-40B4-BE49-F238E27FC236}">
                    <a16:creationId xmlns:a16="http://schemas.microsoft.com/office/drawing/2014/main" id="{1E5F6289-C3A0-139F-0894-50DA558AC4D6}"/>
                  </a:ext>
                </a:extLst>
              </p:cNvPr>
              <p:cNvCxnSpPr>
                <a:cxnSpLocks/>
              </p:cNvCxnSpPr>
              <p:nvPr/>
            </p:nvCxnSpPr>
            <p:spPr>
              <a:xfrm flipV="1">
                <a:off x="1034321" y="3936382"/>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45" name="Straight Arrow Connector 144">
                <a:extLst>
                  <a:ext uri="{FF2B5EF4-FFF2-40B4-BE49-F238E27FC236}">
                    <a16:creationId xmlns:a16="http://schemas.microsoft.com/office/drawing/2014/main" id="{7D2271C1-E2CD-64C1-7AA2-BB9DA3F62FB7}"/>
                  </a:ext>
                </a:extLst>
              </p:cNvPr>
              <p:cNvCxnSpPr>
                <a:cxnSpLocks/>
              </p:cNvCxnSpPr>
              <p:nvPr/>
            </p:nvCxnSpPr>
            <p:spPr>
              <a:xfrm rot="5400000" flipV="1">
                <a:off x="1778286" y="4681411"/>
                <a:ext cx="0" cy="1490057"/>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sp>
          <p:nvSpPr>
            <p:cNvPr id="125" name="Oval 124">
              <a:extLst>
                <a:ext uri="{FF2B5EF4-FFF2-40B4-BE49-F238E27FC236}">
                  <a16:creationId xmlns:a16="http://schemas.microsoft.com/office/drawing/2014/main" id="{38065FA5-B4C6-BC90-1D93-7D11B23D7913}"/>
                </a:ext>
              </a:extLst>
            </p:cNvPr>
            <p:cNvSpPr>
              <a:spLocks noChangeAspect="1"/>
            </p:cNvSpPr>
            <p:nvPr/>
          </p:nvSpPr>
          <p:spPr>
            <a:xfrm>
              <a:off x="1682945" y="456191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6" name="Oval 125">
              <a:extLst>
                <a:ext uri="{FF2B5EF4-FFF2-40B4-BE49-F238E27FC236}">
                  <a16:creationId xmlns:a16="http://schemas.microsoft.com/office/drawing/2014/main" id="{D1B04880-3459-BD4B-B203-BBF979DB1FA5}"/>
                </a:ext>
              </a:extLst>
            </p:cNvPr>
            <p:cNvSpPr>
              <a:spLocks noChangeAspect="1"/>
            </p:cNvSpPr>
            <p:nvPr/>
          </p:nvSpPr>
          <p:spPr>
            <a:xfrm>
              <a:off x="2287447" y="453623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7" name="Oval 126">
              <a:extLst>
                <a:ext uri="{FF2B5EF4-FFF2-40B4-BE49-F238E27FC236}">
                  <a16:creationId xmlns:a16="http://schemas.microsoft.com/office/drawing/2014/main" id="{3550B20B-AE70-198A-311C-2C007AB668A5}"/>
                </a:ext>
              </a:extLst>
            </p:cNvPr>
            <p:cNvSpPr>
              <a:spLocks noChangeAspect="1"/>
            </p:cNvSpPr>
            <p:nvPr/>
          </p:nvSpPr>
          <p:spPr>
            <a:xfrm>
              <a:off x="1893756" y="485381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8" name="Oval 127">
              <a:extLst>
                <a:ext uri="{FF2B5EF4-FFF2-40B4-BE49-F238E27FC236}">
                  <a16:creationId xmlns:a16="http://schemas.microsoft.com/office/drawing/2014/main" id="{0141A0D9-2AAC-ECE9-01BF-830E26411CF3}"/>
                </a:ext>
              </a:extLst>
            </p:cNvPr>
            <p:cNvSpPr>
              <a:spLocks noChangeAspect="1"/>
            </p:cNvSpPr>
            <p:nvPr/>
          </p:nvSpPr>
          <p:spPr>
            <a:xfrm>
              <a:off x="1623210" y="5297076"/>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9" name="Oval 128">
              <a:extLst>
                <a:ext uri="{FF2B5EF4-FFF2-40B4-BE49-F238E27FC236}">
                  <a16:creationId xmlns:a16="http://schemas.microsoft.com/office/drawing/2014/main" id="{F416127C-0F3A-DB3A-AB7A-857A9233BA5B}"/>
                </a:ext>
              </a:extLst>
            </p:cNvPr>
            <p:cNvSpPr>
              <a:spLocks noChangeAspect="1"/>
            </p:cNvSpPr>
            <p:nvPr/>
          </p:nvSpPr>
          <p:spPr>
            <a:xfrm>
              <a:off x="2130439" y="5226254"/>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0" name="Oval 129">
              <a:extLst>
                <a:ext uri="{FF2B5EF4-FFF2-40B4-BE49-F238E27FC236}">
                  <a16:creationId xmlns:a16="http://schemas.microsoft.com/office/drawing/2014/main" id="{084560EA-A290-3551-1ACD-183D39A00024}"/>
                </a:ext>
              </a:extLst>
            </p:cNvPr>
            <p:cNvSpPr>
              <a:spLocks noChangeAspect="1"/>
            </p:cNvSpPr>
            <p:nvPr/>
          </p:nvSpPr>
          <p:spPr>
            <a:xfrm>
              <a:off x="2706273" y="5087605"/>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1" name="Oval 130">
              <a:extLst>
                <a:ext uri="{FF2B5EF4-FFF2-40B4-BE49-F238E27FC236}">
                  <a16:creationId xmlns:a16="http://schemas.microsoft.com/office/drawing/2014/main" id="{10373890-5F3E-A402-D9F0-62759F8B4698}"/>
                </a:ext>
              </a:extLst>
            </p:cNvPr>
            <p:cNvSpPr>
              <a:spLocks noChangeAspect="1"/>
            </p:cNvSpPr>
            <p:nvPr/>
          </p:nvSpPr>
          <p:spPr>
            <a:xfrm>
              <a:off x="1682945" y="5756852"/>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2" name="Oval 131">
              <a:extLst>
                <a:ext uri="{FF2B5EF4-FFF2-40B4-BE49-F238E27FC236}">
                  <a16:creationId xmlns:a16="http://schemas.microsoft.com/office/drawing/2014/main" id="{375C0C4E-BDA3-E1E5-AA47-BF962B0FD11B}"/>
                </a:ext>
              </a:extLst>
            </p:cNvPr>
            <p:cNvSpPr>
              <a:spLocks noChangeAspect="1"/>
            </p:cNvSpPr>
            <p:nvPr/>
          </p:nvSpPr>
          <p:spPr>
            <a:xfrm>
              <a:off x="2760337" y="4574461"/>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3" name="Oval 132">
              <a:extLst>
                <a:ext uri="{FF2B5EF4-FFF2-40B4-BE49-F238E27FC236}">
                  <a16:creationId xmlns:a16="http://schemas.microsoft.com/office/drawing/2014/main" id="{8BAB6B70-481F-4422-A126-1311DE918433}"/>
                </a:ext>
              </a:extLst>
            </p:cNvPr>
            <p:cNvSpPr>
              <a:spLocks noChangeAspect="1"/>
            </p:cNvSpPr>
            <p:nvPr/>
          </p:nvSpPr>
          <p:spPr>
            <a:xfrm>
              <a:off x="2434619" y="4893880"/>
              <a:ext cx="182880" cy="18288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5" name="Triangle 134">
              <a:extLst>
                <a:ext uri="{FF2B5EF4-FFF2-40B4-BE49-F238E27FC236}">
                  <a16:creationId xmlns:a16="http://schemas.microsoft.com/office/drawing/2014/main" id="{940C632F-FAA7-9BDC-2E1D-1C6253586B60}"/>
                </a:ext>
              </a:extLst>
            </p:cNvPr>
            <p:cNvSpPr>
              <a:spLocks noChangeAspect="1"/>
            </p:cNvSpPr>
            <p:nvPr/>
          </p:nvSpPr>
          <p:spPr>
            <a:xfrm>
              <a:off x="2212645" y="5724118"/>
              <a:ext cx="182880" cy="182880"/>
            </a:xfrm>
            <a:prstGeom prst="triangl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6" name="Triangle 135">
              <a:extLst>
                <a:ext uri="{FF2B5EF4-FFF2-40B4-BE49-F238E27FC236}">
                  <a16:creationId xmlns:a16="http://schemas.microsoft.com/office/drawing/2014/main" id="{BC11A8FD-EA23-F71F-6277-648EA87382AE}"/>
                </a:ext>
              </a:extLst>
            </p:cNvPr>
            <p:cNvSpPr>
              <a:spLocks noChangeAspect="1"/>
            </p:cNvSpPr>
            <p:nvPr/>
          </p:nvSpPr>
          <p:spPr>
            <a:xfrm>
              <a:off x="2683794" y="6014600"/>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7" name="Triangle 136">
              <a:extLst>
                <a:ext uri="{FF2B5EF4-FFF2-40B4-BE49-F238E27FC236}">
                  <a16:creationId xmlns:a16="http://schemas.microsoft.com/office/drawing/2014/main" id="{080EA813-6C70-6E25-BEFA-C9E44029D73C}"/>
                </a:ext>
              </a:extLst>
            </p:cNvPr>
            <p:cNvSpPr>
              <a:spLocks noChangeAspect="1"/>
            </p:cNvSpPr>
            <p:nvPr/>
          </p:nvSpPr>
          <p:spPr>
            <a:xfrm>
              <a:off x="2318115" y="623067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8" name="Triangle 137">
              <a:extLst>
                <a:ext uri="{FF2B5EF4-FFF2-40B4-BE49-F238E27FC236}">
                  <a16:creationId xmlns:a16="http://schemas.microsoft.com/office/drawing/2014/main" id="{B4EFC8ED-875E-0752-5A94-89DEDC1E2E9A}"/>
                </a:ext>
              </a:extLst>
            </p:cNvPr>
            <p:cNvSpPr>
              <a:spLocks noChangeAspect="1"/>
            </p:cNvSpPr>
            <p:nvPr/>
          </p:nvSpPr>
          <p:spPr>
            <a:xfrm>
              <a:off x="2470327" y="577464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9" name="Triangle 138">
              <a:extLst>
                <a:ext uri="{FF2B5EF4-FFF2-40B4-BE49-F238E27FC236}">
                  <a16:creationId xmlns:a16="http://schemas.microsoft.com/office/drawing/2014/main" id="{8C2CA4EA-3593-AFE6-D06C-8359A0A41DFB}"/>
                </a:ext>
              </a:extLst>
            </p:cNvPr>
            <p:cNvSpPr>
              <a:spLocks noChangeAspect="1"/>
            </p:cNvSpPr>
            <p:nvPr/>
          </p:nvSpPr>
          <p:spPr>
            <a:xfrm>
              <a:off x="2905069" y="5591768"/>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0" name="Triangle 139">
              <a:extLst>
                <a:ext uri="{FF2B5EF4-FFF2-40B4-BE49-F238E27FC236}">
                  <a16:creationId xmlns:a16="http://schemas.microsoft.com/office/drawing/2014/main" id="{7A086A52-FC18-9C18-F0DA-8A3EC2160280}"/>
                </a:ext>
              </a:extLst>
            </p:cNvPr>
            <p:cNvSpPr>
              <a:spLocks noChangeAspect="1"/>
            </p:cNvSpPr>
            <p:nvPr/>
          </p:nvSpPr>
          <p:spPr>
            <a:xfrm>
              <a:off x="3175131" y="6103035"/>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1" name="Triangle 140">
              <a:extLst>
                <a:ext uri="{FF2B5EF4-FFF2-40B4-BE49-F238E27FC236}">
                  <a16:creationId xmlns:a16="http://schemas.microsoft.com/office/drawing/2014/main" id="{0888AC2D-A48E-2EA7-43E8-0377EB0C7A8C}"/>
                </a:ext>
              </a:extLst>
            </p:cNvPr>
            <p:cNvSpPr>
              <a:spLocks noChangeAspect="1"/>
            </p:cNvSpPr>
            <p:nvPr/>
          </p:nvSpPr>
          <p:spPr>
            <a:xfrm>
              <a:off x="3466308" y="5114196"/>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2" name="Triangle 141">
              <a:extLst>
                <a:ext uri="{FF2B5EF4-FFF2-40B4-BE49-F238E27FC236}">
                  <a16:creationId xmlns:a16="http://schemas.microsoft.com/office/drawing/2014/main" id="{8440AAE9-E6FD-8C4B-92DE-76B1282339DC}"/>
                </a:ext>
              </a:extLst>
            </p:cNvPr>
            <p:cNvSpPr>
              <a:spLocks noChangeAspect="1"/>
            </p:cNvSpPr>
            <p:nvPr/>
          </p:nvSpPr>
          <p:spPr>
            <a:xfrm>
              <a:off x="3266571" y="5637442"/>
              <a:ext cx="182880" cy="18288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3" name="Triangle 142">
              <a:extLst>
                <a:ext uri="{FF2B5EF4-FFF2-40B4-BE49-F238E27FC236}">
                  <a16:creationId xmlns:a16="http://schemas.microsoft.com/office/drawing/2014/main" id="{20E12BE9-CE8A-4FCD-E958-BA3F98CBDCF2}"/>
                </a:ext>
              </a:extLst>
            </p:cNvPr>
            <p:cNvSpPr>
              <a:spLocks noChangeAspect="1"/>
            </p:cNvSpPr>
            <p:nvPr/>
          </p:nvSpPr>
          <p:spPr>
            <a:xfrm>
              <a:off x="1952436" y="6119079"/>
              <a:ext cx="182880" cy="182880"/>
            </a:xfrm>
            <a:prstGeom prst="triangl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cxnSp>
        <p:nvCxnSpPr>
          <p:cNvPr id="147" name="Straight Arrow Connector 146">
            <a:extLst>
              <a:ext uri="{FF2B5EF4-FFF2-40B4-BE49-F238E27FC236}">
                <a16:creationId xmlns:a16="http://schemas.microsoft.com/office/drawing/2014/main" id="{FCE8C0BB-CF92-4182-4249-2B06AE3D9028}"/>
              </a:ext>
            </a:extLst>
          </p:cNvPr>
          <p:cNvCxnSpPr>
            <a:cxnSpLocks/>
          </p:cNvCxnSpPr>
          <p:nvPr/>
        </p:nvCxnSpPr>
        <p:spPr>
          <a:xfrm>
            <a:off x="3565040" y="3845612"/>
            <a:ext cx="829160" cy="0"/>
          </a:xfrm>
          <a:prstGeom prst="straightConnector1">
            <a:avLst/>
          </a:prstGeom>
          <a:ln w="38100">
            <a:solidFill>
              <a:schemeClr val="bg1">
                <a:lumMod val="50000"/>
              </a:schemeClr>
            </a:solidFill>
            <a:tailEnd type="triangle"/>
          </a:ln>
        </p:spPr>
        <p:style>
          <a:lnRef idx="2">
            <a:schemeClr val="dk1"/>
          </a:lnRef>
          <a:fillRef idx="0">
            <a:schemeClr val="dk1"/>
          </a:fillRef>
          <a:effectRef idx="1">
            <a:schemeClr val="dk1"/>
          </a:effectRef>
          <a:fontRef idx="minor">
            <a:schemeClr val="tx1"/>
          </a:fontRef>
        </p:style>
      </p:cxnSp>
      <p:grpSp>
        <p:nvGrpSpPr>
          <p:cNvPr id="161" name="Group 160">
            <a:extLst>
              <a:ext uri="{FF2B5EF4-FFF2-40B4-BE49-F238E27FC236}">
                <a16:creationId xmlns:a16="http://schemas.microsoft.com/office/drawing/2014/main" id="{60FF5D9B-FDF2-4453-17BB-2B7BABBCABC1}"/>
              </a:ext>
            </a:extLst>
          </p:cNvPr>
          <p:cNvGrpSpPr/>
          <p:nvPr/>
        </p:nvGrpSpPr>
        <p:grpSpPr>
          <a:xfrm>
            <a:off x="6096000" y="4862960"/>
            <a:ext cx="3841307" cy="721132"/>
            <a:chOff x="8267700" y="5245100"/>
            <a:chExt cx="1723169" cy="584200"/>
          </a:xfrm>
        </p:grpSpPr>
        <p:cxnSp>
          <p:nvCxnSpPr>
            <p:cNvPr id="154" name="Straight Connector 153">
              <a:extLst>
                <a:ext uri="{FF2B5EF4-FFF2-40B4-BE49-F238E27FC236}">
                  <a16:creationId xmlns:a16="http://schemas.microsoft.com/office/drawing/2014/main" id="{C9933C89-F0C4-2E80-45F5-8D0EFBFE3A41}"/>
                </a:ext>
              </a:extLst>
            </p:cNvPr>
            <p:cNvCxnSpPr/>
            <p:nvPr/>
          </p:nvCxnSpPr>
          <p:spPr>
            <a:xfrm>
              <a:off x="9990869" y="5245100"/>
              <a:ext cx="0" cy="584200"/>
            </a:xfrm>
            <a:prstGeom prst="line">
              <a:avLst/>
            </a:prstGeom>
            <a:ln w="381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DA34909D-6126-E044-3CA2-59BC89CDD016}"/>
                </a:ext>
              </a:extLst>
            </p:cNvPr>
            <p:cNvCxnSpPr>
              <a:cxnSpLocks/>
            </p:cNvCxnSpPr>
            <p:nvPr/>
          </p:nvCxnSpPr>
          <p:spPr>
            <a:xfrm flipH="1">
              <a:off x="8267700" y="5829300"/>
              <a:ext cx="1723169" cy="0"/>
            </a:xfrm>
            <a:prstGeom prst="line">
              <a:avLst/>
            </a:prstGeom>
            <a:ln w="38100">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898A997C-60B1-A758-5682-94D4177ECE3F}"/>
                </a:ext>
              </a:extLst>
            </p:cNvPr>
            <p:cNvCxnSpPr>
              <a:cxnSpLocks/>
            </p:cNvCxnSpPr>
            <p:nvPr/>
          </p:nvCxnSpPr>
          <p:spPr>
            <a:xfrm>
              <a:off x="8267700" y="5282396"/>
              <a:ext cx="0" cy="546904"/>
            </a:xfrm>
            <a:prstGeom prst="line">
              <a:avLst/>
            </a:prstGeom>
            <a:ln w="38100">
              <a:solidFill>
                <a:schemeClr val="bg1">
                  <a:lumMod val="50000"/>
                </a:schemeClr>
              </a:solidFill>
              <a:prstDash val="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cxnSp>
        <p:nvCxnSpPr>
          <p:cNvPr id="166" name="Straight Connector 165">
            <a:extLst>
              <a:ext uri="{FF2B5EF4-FFF2-40B4-BE49-F238E27FC236}">
                <a16:creationId xmlns:a16="http://schemas.microsoft.com/office/drawing/2014/main" id="{085E1683-20FB-DB3C-A6E2-E40AAE1BAB90}"/>
              </a:ext>
            </a:extLst>
          </p:cNvPr>
          <p:cNvCxnSpPr>
            <a:cxnSpLocks/>
          </p:cNvCxnSpPr>
          <p:nvPr/>
        </p:nvCxnSpPr>
        <p:spPr>
          <a:xfrm flipV="1">
            <a:off x="5667724" y="3230205"/>
            <a:ext cx="895080" cy="1293112"/>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72" name="Straight Connector 171">
            <a:extLst>
              <a:ext uri="{FF2B5EF4-FFF2-40B4-BE49-F238E27FC236}">
                <a16:creationId xmlns:a16="http://schemas.microsoft.com/office/drawing/2014/main" id="{EB99E229-52B7-C6F4-DCD4-4F6B72E9F30A}"/>
              </a:ext>
            </a:extLst>
          </p:cNvPr>
          <p:cNvCxnSpPr>
            <a:cxnSpLocks/>
          </p:cNvCxnSpPr>
          <p:nvPr/>
        </p:nvCxnSpPr>
        <p:spPr>
          <a:xfrm flipV="1">
            <a:off x="9761654" y="3230204"/>
            <a:ext cx="895080" cy="1293112"/>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
        <p:nvSpPr>
          <p:cNvPr id="2" name="Title 3">
            <a:extLst>
              <a:ext uri="{FF2B5EF4-FFF2-40B4-BE49-F238E27FC236}">
                <a16:creationId xmlns:a16="http://schemas.microsoft.com/office/drawing/2014/main" id="{20C36B22-8672-D010-B703-D8627639B2D6}"/>
              </a:ext>
            </a:extLst>
          </p:cNvPr>
          <p:cNvSpPr>
            <a:spLocks noGrp="1"/>
          </p:cNvSpPr>
          <p:nvPr>
            <p:ph type="title"/>
          </p:nvPr>
        </p:nvSpPr>
        <p:spPr>
          <a:xfrm>
            <a:off x="838200" y="365125"/>
            <a:ext cx="10515600" cy="1325563"/>
          </a:xfrm>
        </p:spPr>
        <p:txBody>
          <a:bodyPr/>
          <a:lstStyle/>
          <a:p>
            <a:r>
              <a:rPr lang="en-US" dirty="0"/>
              <a:t>How complex should our model be?</a:t>
            </a:r>
          </a:p>
        </p:txBody>
      </p:sp>
      <p:sp>
        <p:nvSpPr>
          <p:cNvPr id="3" name="Freeform 2">
            <a:extLst>
              <a:ext uri="{FF2B5EF4-FFF2-40B4-BE49-F238E27FC236}">
                <a16:creationId xmlns:a16="http://schemas.microsoft.com/office/drawing/2014/main" id="{7B156228-4C0A-BC4A-5271-F6ED5F9E8A15}"/>
              </a:ext>
            </a:extLst>
          </p:cNvPr>
          <p:cNvSpPr/>
          <p:nvPr/>
        </p:nvSpPr>
        <p:spPr>
          <a:xfrm>
            <a:off x="9475931" y="3239186"/>
            <a:ext cx="1335004" cy="1224462"/>
          </a:xfrm>
          <a:custGeom>
            <a:avLst/>
            <a:gdLst>
              <a:gd name="csX0" fmla="*/ 0 w 1864426"/>
              <a:gd name="csY0" fmla="*/ 1710047 h 1710047"/>
              <a:gd name="csX1" fmla="*/ 463138 w 1864426"/>
              <a:gd name="csY1" fmla="*/ 973777 h 1710047"/>
              <a:gd name="csX2" fmla="*/ 1270660 w 1864426"/>
              <a:gd name="csY2" fmla="*/ 659080 h 1710047"/>
              <a:gd name="csX3" fmla="*/ 1864426 w 1864426"/>
              <a:gd name="csY3" fmla="*/ 0 h 1710047"/>
            </a:gdLst>
            <a:ahLst/>
            <a:cxnLst>
              <a:cxn ang="0">
                <a:pos x="csX0" y="csY0"/>
              </a:cxn>
              <a:cxn ang="0">
                <a:pos x="csX1" y="csY1"/>
              </a:cxn>
              <a:cxn ang="0">
                <a:pos x="csX2" y="csY2"/>
              </a:cxn>
              <a:cxn ang="0">
                <a:pos x="csX3" y="csY3"/>
              </a:cxn>
            </a:cxnLst>
            <a:rect l="l" t="t" r="r" b="b"/>
            <a:pathLst>
              <a:path w="1864426" h="1710047">
                <a:moveTo>
                  <a:pt x="0" y="1710047"/>
                </a:moveTo>
                <a:cubicBezTo>
                  <a:pt x="125681" y="1429492"/>
                  <a:pt x="251362" y="1148938"/>
                  <a:pt x="463138" y="973777"/>
                </a:cubicBezTo>
                <a:cubicBezTo>
                  <a:pt x="674914" y="798616"/>
                  <a:pt x="1037112" y="821376"/>
                  <a:pt x="1270660" y="659080"/>
                </a:cubicBezTo>
                <a:cubicBezTo>
                  <a:pt x="1504208" y="496784"/>
                  <a:pt x="1684317" y="248392"/>
                  <a:pt x="1864426" y="0"/>
                </a:cubicBezTo>
              </a:path>
            </a:pathLst>
          </a:cu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 name="Freeform 3">
            <a:extLst>
              <a:ext uri="{FF2B5EF4-FFF2-40B4-BE49-F238E27FC236}">
                <a16:creationId xmlns:a16="http://schemas.microsoft.com/office/drawing/2014/main" id="{77E69A44-35B6-458C-677F-B1080D356862}"/>
              </a:ext>
            </a:extLst>
          </p:cNvPr>
          <p:cNvSpPr/>
          <p:nvPr/>
        </p:nvSpPr>
        <p:spPr>
          <a:xfrm>
            <a:off x="9301163" y="3071813"/>
            <a:ext cx="1135804" cy="1240561"/>
          </a:xfrm>
          <a:custGeom>
            <a:avLst/>
            <a:gdLst>
              <a:gd name="csX0" fmla="*/ 1071562 w 1135804"/>
              <a:gd name="csY0" fmla="*/ 0 h 1240561"/>
              <a:gd name="csX1" fmla="*/ 1128712 w 1135804"/>
              <a:gd name="csY1" fmla="*/ 257175 h 1240561"/>
              <a:gd name="csX2" fmla="*/ 928687 w 1135804"/>
              <a:gd name="csY2" fmla="*/ 342900 h 1240561"/>
              <a:gd name="csX3" fmla="*/ 1071562 w 1135804"/>
              <a:gd name="csY3" fmla="*/ 471487 h 1240561"/>
              <a:gd name="csX4" fmla="*/ 985837 w 1135804"/>
              <a:gd name="csY4" fmla="*/ 657225 h 1240561"/>
              <a:gd name="csX5" fmla="*/ 828675 w 1135804"/>
              <a:gd name="csY5" fmla="*/ 700087 h 1240561"/>
              <a:gd name="csX6" fmla="*/ 657225 w 1135804"/>
              <a:gd name="csY6" fmla="*/ 585787 h 1240561"/>
              <a:gd name="csX7" fmla="*/ 642937 w 1135804"/>
              <a:gd name="csY7" fmla="*/ 728662 h 1240561"/>
              <a:gd name="csX8" fmla="*/ 485775 w 1135804"/>
              <a:gd name="csY8" fmla="*/ 785812 h 1240561"/>
              <a:gd name="csX9" fmla="*/ 314325 w 1135804"/>
              <a:gd name="csY9" fmla="*/ 571500 h 1240561"/>
              <a:gd name="csX10" fmla="*/ 242887 w 1135804"/>
              <a:gd name="csY10" fmla="*/ 757237 h 1240561"/>
              <a:gd name="csX11" fmla="*/ 328612 w 1135804"/>
              <a:gd name="csY11" fmla="*/ 1028700 h 1240561"/>
              <a:gd name="csX12" fmla="*/ 228600 w 1135804"/>
              <a:gd name="csY12" fmla="*/ 1228725 h 1240561"/>
              <a:gd name="csX13" fmla="*/ 0 w 1135804"/>
              <a:gd name="csY13" fmla="*/ 1200150 h 12405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5804" h="1240561">
                <a:moveTo>
                  <a:pt x="1071562" y="0"/>
                </a:moveTo>
                <a:cubicBezTo>
                  <a:pt x="1112043" y="100012"/>
                  <a:pt x="1152524" y="200025"/>
                  <a:pt x="1128712" y="257175"/>
                </a:cubicBezTo>
                <a:cubicBezTo>
                  <a:pt x="1104900" y="314325"/>
                  <a:pt x="938212" y="307181"/>
                  <a:pt x="928687" y="342900"/>
                </a:cubicBezTo>
                <a:cubicBezTo>
                  <a:pt x="919162" y="378619"/>
                  <a:pt x="1062037" y="419100"/>
                  <a:pt x="1071562" y="471487"/>
                </a:cubicBezTo>
                <a:cubicBezTo>
                  <a:pt x="1081087" y="523874"/>
                  <a:pt x="1026318" y="619125"/>
                  <a:pt x="985837" y="657225"/>
                </a:cubicBezTo>
                <a:cubicBezTo>
                  <a:pt x="945356" y="695325"/>
                  <a:pt x="883444" y="711993"/>
                  <a:pt x="828675" y="700087"/>
                </a:cubicBezTo>
                <a:cubicBezTo>
                  <a:pt x="773906" y="688181"/>
                  <a:pt x="688181" y="581024"/>
                  <a:pt x="657225" y="585787"/>
                </a:cubicBezTo>
                <a:cubicBezTo>
                  <a:pt x="626269" y="590550"/>
                  <a:pt x="671512" y="695325"/>
                  <a:pt x="642937" y="728662"/>
                </a:cubicBezTo>
                <a:cubicBezTo>
                  <a:pt x="614362" y="762000"/>
                  <a:pt x="540544" y="812006"/>
                  <a:pt x="485775" y="785812"/>
                </a:cubicBezTo>
                <a:cubicBezTo>
                  <a:pt x="431006" y="759618"/>
                  <a:pt x="354806" y="576262"/>
                  <a:pt x="314325" y="571500"/>
                </a:cubicBezTo>
                <a:cubicBezTo>
                  <a:pt x="273844" y="566738"/>
                  <a:pt x="240506" y="681037"/>
                  <a:pt x="242887" y="757237"/>
                </a:cubicBezTo>
                <a:cubicBezTo>
                  <a:pt x="245268" y="833437"/>
                  <a:pt x="330993" y="950119"/>
                  <a:pt x="328612" y="1028700"/>
                </a:cubicBezTo>
                <a:cubicBezTo>
                  <a:pt x="326231" y="1107281"/>
                  <a:pt x="283369" y="1200150"/>
                  <a:pt x="228600" y="1228725"/>
                </a:cubicBezTo>
                <a:cubicBezTo>
                  <a:pt x="173831" y="1257300"/>
                  <a:pt x="86915" y="1228725"/>
                  <a:pt x="0" y="1200150"/>
                </a:cubicBezTo>
              </a:path>
            </a:pathLst>
          </a:cu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289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6102B-8DE5-A5D1-3303-1696A6E284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FC4C45-9B20-AA41-4B5A-0BE83AF0A7E9}"/>
              </a:ext>
            </a:extLst>
          </p:cNvPr>
          <p:cNvSpPr>
            <a:spLocks noGrp="1"/>
          </p:cNvSpPr>
          <p:nvPr>
            <p:ph type="title"/>
          </p:nvPr>
        </p:nvSpPr>
        <p:spPr>
          <a:xfrm>
            <a:off x="792000" y="2590384"/>
            <a:ext cx="10608000" cy="1677231"/>
          </a:xfrm>
        </p:spPr>
        <p:txBody>
          <a:bodyPr/>
          <a:lstStyle/>
          <a:p>
            <a:pPr algn="ctr"/>
            <a:r>
              <a:rPr lang="en-US" dirty="0"/>
              <a:t>What is the goal of machine learning?</a:t>
            </a:r>
            <a:br>
              <a:rPr lang="en-US" dirty="0"/>
            </a:br>
            <a:r>
              <a:rPr lang="en-US" sz="3600" b="0" i="1" dirty="0">
                <a:solidFill>
                  <a:schemeClr val="accent2"/>
                </a:solidFill>
              </a:rPr>
              <a:t>(vs. statistics)</a:t>
            </a:r>
            <a:endParaRPr lang="en-US" b="0" i="1" dirty="0">
              <a:solidFill>
                <a:schemeClr val="accent2"/>
              </a:solidFill>
            </a:endParaRPr>
          </a:p>
        </p:txBody>
      </p:sp>
    </p:spTree>
    <p:extLst>
      <p:ext uri="{BB962C8B-B14F-4D97-AF65-F5344CB8AC3E}">
        <p14:creationId xmlns:p14="http://schemas.microsoft.com/office/powerpoint/2010/main" val="4134510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3300A-BA72-9D64-1887-28589AE5B7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1B0F1-FC2F-E544-960D-1599C4065344}"/>
              </a:ext>
            </a:extLst>
          </p:cNvPr>
          <p:cNvSpPr>
            <a:spLocks noGrp="1"/>
          </p:cNvSpPr>
          <p:nvPr>
            <p:ph type="title"/>
          </p:nvPr>
        </p:nvSpPr>
        <p:spPr/>
        <p:txBody>
          <a:bodyPr/>
          <a:lstStyle/>
          <a:p>
            <a:r>
              <a:rPr lang="en-US" dirty="0"/>
              <a:t>Train-test splitting</a:t>
            </a:r>
          </a:p>
        </p:txBody>
      </p:sp>
      <p:pic>
        <p:nvPicPr>
          <p:cNvPr id="8" name="Picture 7">
            <a:extLst>
              <a:ext uri="{FF2B5EF4-FFF2-40B4-BE49-F238E27FC236}">
                <a16:creationId xmlns:a16="http://schemas.microsoft.com/office/drawing/2014/main" id="{C1F2780A-2289-CE08-BCC2-479D2C9ACE48}"/>
              </a:ext>
            </a:extLst>
          </p:cNvPr>
          <p:cNvPicPr>
            <a:picLocks noChangeAspect="1"/>
          </p:cNvPicPr>
          <p:nvPr/>
        </p:nvPicPr>
        <p:blipFill>
          <a:blip r:embed="rId3"/>
          <a:srcRect l="69798"/>
          <a:stretch>
            <a:fillRect/>
          </a:stretch>
        </p:blipFill>
        <p:spPr>
          <a:xfrm>
            <a:off x="2395036" y="1942920"/>
            <a:ext cx="2118524" cy="4015040"/>
          </a:xfrm>
          <a:prstGeom prst="rect">
            <a:avLst/>
          </a:prstGeom>
        </p:spPr>
      </p:pic>
      <p:pic>
        <p:nvPicPr>
          <p:cNvPr id="9" name="Picture 8">
            <a:extLst>
              <a:ext uri="{FF2B5EF4-FFF2-40B4-BE49-F238E27FC236}">
                <a16:creationId xmlns:a16="http://schemas.microsoft.com/office/drawing/2014/main" id="{FC270E44-010A-B098-A499-8EAEC926B96C}"/>
              </a:ext>
            </a:extLst>
          </p:cNvPr>
          <p:cNvPicPr>
            <a:picLocks noChangeAspect="1"/>
          </p:cNvPicPr>
          <p:nvPr/>
        </p:nvPicPr>
        <p:blipFill>
          <a:blip r:embed="rId3"/>
          <a:srcRect l="34647" t="213" r="35151" b="-213"/>
          <a:stretch>
            <a:fillRect/>
          </a:stretch>
        </p:blipFill>
        <p:spPr>
          <a:xfrm>
            <a:off x="5044265" y="1942920"/>
            <a:ext cx="2118524" cy="4015040"/>
          </a:xfrm>
          <a:prstGeom prst="rect">
            <a:avLst/>
          </a:prstGeom>
        </p:spPr>
      </p:pic>
      <p:pic>
        <p:nvPicPr>
          <p:cNvPr id="10" name="Picture 9">
            <a:extLst>
              <a:ext uri="{FF2B5EF4-FFF2-40B4-BE49-F238E27FC236}">
                <a16:creationId xmlns:a16="http://schemas.microsoft.com/office/drawing/2014/main" id="{527E90AE-59F2-604B-6BAA-BD364CB67C27}"/>
              </a:ext>
            </a:extLst>
          </p:cNvPr>
          <p:cNvPicPr>
            <a:picLocks noChangeAspect="1"/>
          </p:cNvPicPr>
          <p:nvPr/>
        </p:nvPicPr>
        <p:blipFill>
          <a:blip r:embed="rId3"/>
          <a:srcRect l="-20" t="-1481" r="69818" b="1481"/>
          <a:stretch>
            <a:fillRect/>
          </a:stretch>
        </p:blipFill>
        <p:spPr>
          <a:xfrm>
            <a:off x="7767656" y="1942920"/>
            <a:ext cx="2118524" cy="4015040"/>
          </a:xfrm>
          <a:prstGeom prst="rect">
            <a:avLst/>
          </a:prstGeom>
        </p:spPr>
      </p:pic>
      <p:sp>
        <p:nvSpPr>
          <p:cNvPr id="11" name="TextBox 10">
            <a:extLst>
              <a:ext uri="{FF2B5EF4-FFF2-40B4-BE49-F238E27FC236}">
                <a16:creationId xmlns:a16="http://schemas.microsoft.com/office/drawing/2014/main" id="{534B84AC-AF2B-C1D4-C53D-D97480EF7072}"/>
              </a:ext>
            </a:extLst>
          </p:cNvPr>
          <p:cNvSpPr txBox="1"/>
          <p:nvPr/>
        </p:nvSpPr>
        <p:spPr>
          <a:xfrm>
            <a:off x="838200" y="2613398"/>
            <a:ext cx="15568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Classification</a:t>
            </a:r>
          </a:p>
        </p:txBody>
      </p:sp>
      <p:sp>
        <p:nvSpPr>
          <p:cNvPr id="12" name="TextBox 11">
            <a:extLst>
              <a:ext uri="{FF2B5EF4-FFF2-40B4-BE49-F238E27FC236}">
                <a16:creationId xmlns:a16="http://schemas.microsoft.com/office/drawing/2014/main" id="{F7794AB7-7FCC-CA47-D6DD-64E8A28D76B4}"/>
              </a:ext>
            </a:extLst>
          </p:cNvPr>
          <p:cNvSpPr txBox="1"/>
          <p:nvPr/>
        </p:nvSpPr>
        <p:spPr>
          <a:xfrm>
            <a:off x="1124880" y="4735270"/>
            <a:ext cx="12701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Regression</a:t>
            </a:r>
          </a:p>
        </p:txBody>
      </p:sp>
      <p:sp>
        <p:nvSpPr>
          <p:cNvPr id="13" name="TextBox 12">
            <a:extLst>
              <a:ext uri="{FF2B5EF4-FFF2-40B4-BE49-F238E27FC236}">
                <a16:creationId xmlns:a16="http://schemas.microsoft.com/office/drawing/2014/main" id="{14EEBD8B-45B2-6DAB-B90B-01CEAA85E03D}"/>
              </a:ext>
            </a:extLst>
          </p:cNvPr>
          <p:cNvSpPr txBox="1"/>
          <p:nvPr/>
        </p:nvSpPr>
        <p:spPr>
          <a:xfrm>
            <a:off x="2713550" y="1573588"/>
            <a:ext cx="1502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Underfitting</a:t>
            </a:r>
          </a:p>
        </p:txBody>
      </p:sp>
      <p:sp>
        <p:nvSpPr>
          <p:cNvPr id="14" name="TextBox 13">
            <a:extLst>
              <a:ext uri="{FF2B5EF4-FFF2-40B4-BE49-F238E27FC236}">
                <a16:creationId xmlns:a16="http://schemas.microsoft.com/office/drawing/2014/main" id="{F6D52371-9A2B-4B7A-CC8A-A8DDDC19A090}"/>
              </a:ext>
            </a:extLst>
          </p:cNvPr>
          <p:cNvSpPr txBox="1"/>
          <p:nvPr/>
        </p:nvSpPr>
        <p:spPr>
          <a:xfrm>
            <a:off x="5768586" y="1573588"/>
            <a:ext cx="1048685"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Good fit</a:t>
            </a:r>
          </a:p>
        </p:txBody>
      </p:sp>
      <p:sp>
        <p:nvSpPr>
          <p:cNvPr id="15" name="TextBox 14">
            <a:extLst>
              <a:ext uri="{FF2B5EF4-FFF2-40B4-BE49-F238E27FC236}">
                <a16:creationId xmlns:a16="http://schemas.microsoft.com/office/drawing/2014/main" id="{EE02EA27-E15D-7FBC-E523-0E5691936477}"/>
              </a:ext>
            </a:extLst>
          </p:cNvPr>
          <p:cNvSpPr txBox="1"/>
          <p:nvPr/>
        </p:nvSpPr>
        <p:spPr>
          <a:xfrm>
            <a:off x="8227682" y="1573588"/>
            <a:ext cx="1358064"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Overfitting</a:t>
            </a:r>
          </a:p>
        </p:txBody>
      </p:sp>
    </p:spTree>
    <p:extLst>
      <p:ext uri="{BB962C8B-B14F-4D97-AF65-F5344CB8AC3E}">
        <p14:creationId xmlns:p14="http://schemas.microsoft.com/office/powerpoint/2010/main" val="1742742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D0CB-6831-E476-91E9-68014BB892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897B6A-D597-4BB1-541C-BA099984EAC9}"/>
              </a:ext>
            </a:extLst>
          </p:cNvPr>
          <p:cNvSpPr>
            <a:spLocks noGrp="1"/>
          </p:cNvSpPr>
          <p:nvPr>
            <p:ph type="title"/>
          </p:nvPr>
        </p:nvSpPr>
        <p:spPr/>
        <p:txBody>
          <a:bodyPr/>
          <a:lstStyle/>
          <a:p>
            <a:r>
              <a:rPr lang="en-US" dirty="0"/>
              <a:t>Train-test splitting</a:t>
            </a:r>
          </a:p>
        </p:txBody>
      </p:sp>
      <p:pic>
        <p:nvPicPr>
          <p:cNvPr id="8" name="Picture 7">
            <a:extLst>
              <a:ext uri="{FF2B5EF4-FFF2-40B4-BE49-F238E27FC236}">
                <a16:creationId xmlns:a16="http://schemas.microsoft.com/office/drawing/2014/main" id="{73B071F0-DEC4-C852-0FBD-7A1B325409D3}"/>
              </a:ext>
            </a:extLst>
          </p:cNvPr>
          <p:cNvPicPr>
            <a:picLocks noChangeAspect="1"/>
          </p:cNvPicPr>
          <p:nvPr/>
        </p:nvPicPr>
        <p:blipFill>
          <a:blip r:embed="rId3"/>
          <a:srcRect l="69798"/>
          <a:stretch>
            <a:fillRect/>
          </a:stretch>
        </p:blipFill>
        <p:spPr>
          <a:xfrm>
            <a:off x="2395036" y="1942920"/>
            <a:ext cx="2118524" cy="4015040"/>
          </a:xfrm>
          <a:prstGeom prst="rect">
            <a:avLst/>
          </a:prstGeom>
        </p:spPr>
      </p:pic>
      <p:pic>
        <p:nvPicPr>
          <p:cNvPr id="9" name="Picture 8">
            <a:extLst>
              <a:ext uri="{FF2B5EF4-FFF2-40B4-BE49-F238E27FC236}">
                <a16:creationId xmlns:a16="http://schemas.microsoft.com/office/drawing/2014/main" id="{922A843F-74DE-8A71-D29B-3AC5D3188A2D}"/>
              </a:ext>
            </a:extLst>
          </p:cNvPr>
          <p:cNvPicPr>
            <a:picLocks noChangeAspect="1"/>
          </p:cNvPicPr>
          <p:nvPr/>
        </p:nvPicPr>
        <p:blipFill>
          <a:blip r:embed="rId3"/>
          <a:srcRect l="34647" t="213" r="35151" b="-213"/>
          <a:stretch>
            <a:fillRect/>
          </a:stretch>
        </p:blipFill>
        <p:spPr>
          <a:xfrm>
            <a:off x="5044265" y="1942920"/>
            <a:ext cx="2118524" cy="4015040"/>
          </a:xfrm>
          <a:prstGeom prst="rect">
            <a:avLst/>
          </a:prstGeom>
        </p:spPr>
      </p:pic>
      <p:pic>
        <p:nvPicPr>
          <p:cNvPr id="10" name="Picture 9">
            <a:extLst>
              <a:ext uri="{FF2B5EF4-FFF2-40B4-BE49-F238E27FC236}">
                <a16:creationId xmlns:a16="http://schemas.microsoft.com/office/drawing/2014/main" id="{F7E47DE9-0BB0-C750-721B-98184134A5F7}"/>
              </a:ext>
            </a:extLst>
          </p:cNvPr>
          <p:cNvPicPr>
            <a:picLocks noChangeAspect="1"/>
          </p:cNvPicPr>
          <p:nvPr/>
        </p:nvPicPr>
        <p:blipFill>
          <a:blip r:embed="rId3"/>
          <a:srcRect l="-20" t="-1481" r="69818" b="1481"/>
          <a:stretch>
            <a:fillRect/>
          </a:stretch>
        </p:blipFill>
        <p:spPr>
          <a:xfrm>
            <a:off x="7767656" y="1942920"/>
            <a:ext cx="2118524" cy="4015040"/>
          </a:xfrm>
          <a:prstGeom prst="rect">
            <a:avLst/>
          </a:prstGeom>
        </p:spPr>
      </p:pic>
      <p:sp>
        <p:nvSpPr>
          <p:cNvPr id="11" name="TextBox 10">
            <a:extLst>
              <a:ext uri="{FF2B5EF4-FFF2-40B4-BE49-F238E27FC236}">
                <a16:creationId xmlns:a16="http://schemas.microsoft.com/office/drawing/2014/main" id="{CD2DD417-9E82-7070-B164-05F74001C5BA}"/>
              </a:ext>
            </a:extLst>
          </p:cNvPr>
          <p:cNvSpPr txBox="1"/>
          <p:nvPr/>
        </p:nvSpPr>
        <p:spPr>
          <a:xfrm>
            <a:off x="838200" y="2613398"/>
            <a:ext cx="15568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Classification</a:t>
            </a:r>
          </a:p>
        </p:txBody>
      </p:sp>
      <p:sp>
        <p:nvSpPr>
          <p:cNvPr id="12" name="TextBox 11">
            <a:extLst>
              <a:ext uri="{FF2B5EF4-FFF2-40B4-BE49-F238E27FC236}">
                <a16:creationId xmlns:a16="http://schemas.microsoft.com/office/drawing/2014/main" id="{0CD5A48E-3539-4D44-3DF5-E46B86C757C1}"/>
              </a:ext>
            </a:extLst>
          </p:cNvPr>
          <p:cNvSpPr txBox="1"/>
          <p:nvPr/>
        </p:nvSpPr>
        <p:spPr>
          <a:xfrm>
            <a:off x="1124880" y="4735270"/>
            <a:ext cx="12701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Regression</a:t>
            </a:r>
          </a:p>
        </p:txBody>
      </p:sp>
      <p:sp>
        <p:nvSpPr>
          <p:cNvPr id="13" name="TextBox 12">
            <a:extLst>
              <a:ext uri="{FF2B5EF4-FFF2-40B4-BE49-F238E27FC236}">
                <a16:creationId xmlns:a16="http://schemas.microsoft.com/office/drawing/2014/main" id="{BAC7DD38-B7E2-AB36-4968-5CF521180FCB}"/>
              </a:ext>
            </a:extLst>
          </p:cNvPr>
          <p:cNvSpPr txBox="1"/>
          <p:nvPr/>
        </p:nvSpPr>
        <p:spPr>
          <a:xfrm>
            <a:off x="2713550" y="1573588"/>
            <a:ext cx="15023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Underfitting</a:t>
            </a:r>
          </a:p>
        </p:txBody>
      </p:sp>
      <p:sp>
        <p:nvSpPr>
          <p:cNvPr id="14" name="TextBox 13">
            <a:extLst>
              <a:ext uri="{FF2B5EF4-FFF2-40B4-BE49-F238E27FC236}">
                <a16:creationId xmlns:a16="http://schemas.microsoft.com/office/drawing/2014/main" id="{8E94173D-10C2-97E5-5290-A9C0C08DA950}"/>
              </a:ext>
            </a:extLst>
          </p:cNvPr>
          <p:cNvSpPr txBox="1"/>
          <p:nvPr/>
        </p:nvSpPr>
        <p:spPr>
          <a:xfrm>
            <a:off x="5768586" y="1573588"/>
            <a:ext cx="1048685"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Good fit</a:t>
            </a:r>
          </a:p>
        </p:txBody>
      </p:sp>
      <p:sp>
        <p:nvSpPr>
          <p:cNvPr id="15" name="TextBox 14">
            <a:extLst>
              <a:ext uri="{FF2B5EF4-FFF2-40B4-BE49-F238E27FC236}">
                <a16:creationId xmlns:a16="http://schemas.microsoft.com/office/drawing/2014/main" id="{DA50E0DB-84ED-B6D8-4684-CCF77A689A0A}"/>
              </a:ext>
            </a:extLst>
          </p:cNvPr>
          <p:cNvSpPr txBox="1"/>
          <p:nvPr/>
        </p:nvSpPr>
        <p:spPr>
          <a:xfrm>
            <a:off x="8227682" y="1573588"/>
            <a:ext cx="1358064"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Overfitting</a:t>
            </a:r>
          </a:p>
        </p:txBody>
      </p:sp>
      <p:grpSp>
        <p:nvGrpSpPr>
          <p:cNvPr id="21" name="Group 20">
            <a:extLst>
              <a:ext uri="{FF2B5EF4-FFF2-40B4-BE49-F238E27FC236}">
                <a16:creationId xmlns:a16="http://schemas.microsoft.com/office/drawing/2014/main" id="{8D6EFDBF-0FEF-E772-A289-322733C35B45}"/>
              </a:ext>
            </a:extLst>
          </p:cNvPr>
          <p:cNvGrpSpPr/>
          <p:nvPr/>
        </p:nvGrpSpPr>
        <p:grpSpPr>
          <a:xfrm>
            <a:off x="2996942" y="2131144"/>
            <a:ext cx="1138700" cy="1261929"/>
            <a:chOff x="2996942" y="2131144"/>
            <a:chExt cx="1138700" cy="1261929"/>
          </a:xfrm>
        </p:grpSpPr>
        <p:sp>
          <p:nvSpPr>
            <p:cNvPr id="2" name="Oval 1">
              <a:extLst>
                <a:ext uri="{FF2B5EF4-FFF2-40B4-BE49-F238E27FC236}">
                  <a16:creationId xmlns:a16="http://schemas.microsoft.com/office/drawing/2014/main" id="{1F4E4907-1A93-E326-5453-8674FF221418}"/>
                </a:ext>
              </a:extLst>
            </p:cNvPr>
            <p:cNvSpPr>
              <a:spLocks noChangeAspect="1"/>
            </p:cNvSpPr>
            <p:nvPr/>
          </p:nvSpPr>
          <p:spPr>
            <a:xfrm>
              <a:off x="3063001" y="2131144"/>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3A505CEB-A3B1-212B-F914-D62E1A2ADCAA}"/>
                </a:ext>
              </a:extLst>
            </p:cNvPr>
            <p:cNvSpPr>
              <a:spLocks noChangeAspect="1"/>
            </p:cNvSpPr>
            <p:nvPr/>
          </p:nvSpPr>
          <p:spPr>
            <a:xfrm>
              <a:off x="3332600" y="254939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83F18CA-B2B4-0041-8A5A-C557FFA5F21F}"/>
                </a:ext>
              </a:extLst>
            </p:cNvPr>
            <p:cNvSpPr>
              <a:spLocks noChangeAspect="1"/>
            </p:cNvSpPr>
            <p:nvPr/>
          </p:nvSpPr>
          <p:spPr>
            <a:xfrm>
              <a:off x="3580599" y="3110113"/>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EE9E8FF-FA82-334D-22E0-613FA25BEAB6}"/>
                </a:ext>
              </a:extLst>
            </p:cNvPr>
            <p:cNvSpPr>
              <a:spLocks noChangeAspect="1"/>
            </p:cNvSpPr>
            <p:nvPr/>
          </p:nvSpPr>
          <p:spPr>
            <a:xfrm>
              <a:off x="3111427" y="2982097"/>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924F3CD-6ED9-7A56-2790-6B62B19F2C59}"/>
                </a:ext>
              </a:extLst>
            </p:cNvPr>
            <p:cNvSpPr>
              <a:spLocks noChangeAspect="1"/>
            </p:cNvSpPr>
            <p:nvPr/>
          </p:nvSpPr>
          <p:spPr>
            <a:xfrm>
              <a:off x="3788280" y="225916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E10648E-A373-E978-F6DB-67E6946FE7B5}"/>
                </a:ext>
              </a:extLst>
            </p:cNvPr>
            <p:cNvSpPr>
              <a:spLocks noChangeAspect="1"/>
            </p:cNvSpPr>
            <p:nvPr/>
          </p:nvSpPr>
          <p:spPr>
            <a:xfrm>
              <a:off x="3464717" y="2419135"/>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BFE6EFE-AB69-0C86-E66F-6DF1F11EFD78}"/>
                </a:ext>
              </a:extLst>
            </p:cNvPr>
            <p:cNvSpPr>
              <a:spLocks noChangeAspect="1"/>
            </p:cNvSpPr>
            <p:nvPr/>
          </p:nvSpPr>
          <p:spPr>
            <a:xfrm>
              <a:off x="2996942" y="2801622"/>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DBBB378-2D1E-2A84-4AC9-1356123DFB5D}"/>
                </a:ext>
              </a:extLst>
            </p:cNvPr>
            <p:cNvSpPr>
              <a:spLocks noChangeAspect="1"/>
            </p:cNvSpPr>
            <p:nvPr/>
          </p:nvSpPr>
          <p:spPr>
            <a:xfrm>
              <a:off x="3332600" y="302336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2C29718-34DE-2436-8E2E-CCD6D2035BE4}"/>
                </a:ext>
              </a:extLst>
            </p:cNvPr>
            <p:cNvSpPr>
              <a:spLocks noChangeAspect="1"/>
            </p:cNvSpPr>
            <p:nvPr/>
          </p:nvSpPr>
          <p:spPr>
            <a:xfrm>
              <a:off x="3030166" y="326505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F654196-FF93-D264-5FB0-B434B9D23D68}"/>
                </a:ext>
              </a:extLst>
            </p:cNvPr>
            <p:cNvSpPr>
              <a:spLocks noChangeAspect="1"/>
            </p:cNvSpPr>
            <p:nvPr/>
          </p:nvSpPr>
          <p:spPr>
            <a:xfrm>
              <a:off x="4003525" y="3137041"/>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4080CAED-CC86-9FE8-F55D-B28A8440CE91}"/>
              </a:ext>
            </a:extLst>
          </p:cNvPr>
          <p:cNvGrpSpPr/>
          <p:nvPr/>
        </p:nvGrpSpPr>
        <p:grpSpPr>
          <a:xfrm>
            <a:off x="5723578" y="2131144"/>
            <a:ext cx="1138700" cy="1261929"/>
            <a:chOff x="2996942" y="2131144"/>
            <a:chExt cx="1138700" cy="1261929"/>
          </a:xfrm>
        </p:grpSpPr>
        <p:sp>
          <p:nvSpPr>
            <p:cNvPr id="45" name="Oval 44">
              <a:extLst>
                <a:ext uri="{FF2B5EF4-FFF2-40B4-BE49-F238E27FC236}">
                  <a16:creationId xmlns:a16="http://schemas.microsoft.com/office/drawing/2014/main" id="{DE7DF706-872F-16A0-A007-43126B7A3CBB}"/>
                </a:ext>
              </a:extLst>
            </p:cNvPr>
            <p:cNvSpPr>
              <a:spLocks noChangeAspect="1"/>
            </p:cNvSpPr>
            <p:nvPr/>
          </p:nvSpPr>
          <p:spPr>
            <a:xfrm>
              <a:off x="3063001" y="2131144"/>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93B7492-F684-A9AF-0CB3-6B84D64810D5}"/>
                </a:ext>
              </a:extLst>
            </p:cNvPr>
            <p:cNvSpPr>
              <a:spLocks noChangeAspect="1"/>
            </p:cNvSpPr>
            <p:nvPr/>
          </p:nvSpPr>
          <p:spPr>
            <a:xfrm>
              <a:off x="3332600" y="254939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9B9DD45-D0B9-259F-47E0-7C32D2552FFF}"/>
                </a:ext>
              </a:extLst>
            </p:cNvPr>
            <p:cNvSpPr>
              <a:spLocks noChangeAspect="1"/>
            </p:cNvSpPr>
            <p:nvPr/>
          </p:nvSpPr>
          <p:spPr>
            <a:xfrm>
              <a:off x="3580599" y="3110113"/>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60681BC-21CD-ADD7-B11F-2F4BA8F2CD3D}"/>
                </a:ext>
              </a:extLst>
            </p:cNvPr>
            <p:cNvSpPr>
              <a:spLocks noChangeAspect="1"/>
            </p:cNvSpPr>
            <p:nvPr/>
          </p:nvSpPr>
          <p:spPr>
            <a:xfrm>
              <a:off x="3111427" y="2982097"/>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04C189C-E0AC-9791-217B-A13760A77D94}"/>
                </a:ext>
              </a:extLst>
            </p:cNvPr>
            <p:cNvSpPr>
              <a:spLocks noChangeAspect="1"/>
            </p:cNvSpPr>
            <p:nvPr/>
          </p:nvSpPr>
          <p:spPr>
            <a:xfrm>
              <a:off x="3788280" y="225916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22CA4A3-2EC8-5D00-39DC-547DFE1E974E}"/>
                </a:ext>
              </a:extLst>
            </p:cNvPr>
            <p:cNvSpPr>
              <a:spLocks noChangeAspect="1"/>
            </p:cNvSpPr>
            <p:nvPr/>
          </p:nvSpPr>
          <p:spPr>
            <a:xfrm>
              <a:off x="3464717" y="2419135"/>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F0EB890B-3B62-B6CF-742C-F91E6191B6EC}"/>
                </a:ext>
              </a:extLst>
            </p:cNvPr>
            <p:cNvSpPr>
              <a:spLocks noChangeAspect="1"/>
            </p:cNvSpPr>
            <p:nvPr/>
          </p:nvSpPr>
          <p:spPr>
            <a:xfrm>
              <a:off x="2996942" y="2801622"/>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B948B58-9B2C-F623-103D-CF5F636DC89D}"/>
                </a:ext>
              </a:extLst>
            </p:cNvPr>
            <p:cNvSpPr>
              <a:spLocks noChangeAspect="1"/>
            </p:cNvSpPr>
            <p:nvPr/>
          </p:nvSpPr>
          <p:spPr>
            <a:xfrm>
              <a:off x="3332600" y="302336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61C04D87-FF1F-4258-FB82-78E05B3A6560}"/>
                </a:ext>
              </a:extLst>
            </p:cNvPr>
            <p:cNvSpPr>
              <a:spLocks noChangeAspect="1"/>
            </p:cNvSpPr>
            <p:nvPr/>
          </p:nvSpPr>
          <p:spPr>
            <a:xfrm>
              <a:off x="3030166" y="326505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4235970-7299-4902-259D-4A22D0DF31BA}"/>
                </a:ext>
              </a:extLst>
            </p:cNvPr>
            <p:cNvSpPr>
              <a:spLocks noChangeAspect="1"/>
            </p:cNvSpPr>
            <p:nvPr/>
          </p:nvSpPr>
          <p:spPr>
            <a:xfrm>
              <a:off x="4003525" y="3137041"/>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9" name="Freeform 68">
            <a:extLst>
              <a:ext uri="{FF2B5EF4-FFF2-40B4-BE49-F238E27FC236}">
                <a16:creationId xmlns:a16="http://schemas.microsoft.com/office/drawing/2014/main" id="{4C298CC5-7D9C-F0EB-1009-27466EE22A5D}"/>
              </a:ext>
            </a:extLst>
          </p:cNvPr>
          <p:cNvSpPr/>
          <p:nvPr/>
        </p:nvSpPr>
        <p:spPr>
          <a:xfrm>
            <a:off x="7965104" y="2436817"/>
            <a:ext cx="1515183" cy="912886"/>
          </a:xfrm>
          <a:custGeom>
            <a:avLst/>
            <a:gdLst>
              <a:gd name="csX0" fmla="*/ 0 w 1515183"/>
              <a:gd name="csY0" fmla="*/ 45666 h 912886"/>
              <a:gd name="csX1" fmla="*/ 170033 w 1515183"/>
              <a:gd name="csY1" fmla="*/ 423517 h 912886"/>
              <a:gd name="csX2" fmla="*/ 328730 w 1515183"/>
              <a:gd name="csY2" fmla="*/ 336612 h 912886"/>
              <a:gd name="csX3" fmla="*/ 404300 w 1515183"/>
              <a:gd name="csY3" fmla="*/ 332833 h 912886"/>
              <a:gd name="csX4" fmla="*/ 476092 w 1515183"/>
              <a:gd name="csY4" fmla="*/ 344169 h 912886"/>
              <a:gd name="csX5" fmla="*/ 517656 w 1515183"/>
              <a:gd name="csY5" fmla="*/ 287491 h 912886"/>
              <a:gd name="csX6" fmla="*/ 521434 w 1515183"/>
              <a:gd name="csY6" fmla="*/ 181693 h 912886"/>
              <a:gd name="csX7" fmla="*/ 593226 w 1515183"/>
              <a:gd name="csY7" fmla="*/ 140129 h 912886"/>
              <a:gd name="csX8" fmla="*/ 683910 w 1515183"/>
              <a:gd name="csY8" fmla="*/ 151464 h 912886"/>
              <a:gd name="csX9" fmla="*/ 755702 w 1515183"/>
              <a:gd name="csY9" fmla="*/ 227035 h 912886"/>
              <a:gd name="csX10" fmla="*/ 740588 w 1515183"/>
              <a:gd name="csY10" fmla="*/ 351726 h 912886"/>
              <a:gd name="csX11" fmla="*/ 661239 w 1515183"/>
              <a:gd name="csY11" fmla="*/ 446188 h 912886"/>
              <a:gd name="csX12" fmla="*/ 589448 w 1515183"/>
              <a:gd name="csY12" fmla="*/ 510423 h 912886"/>
              <a:gd name="csX13" fmla="*/ 502542 w 1515183"/>
              <a:gd name="csY13" fmla="*/ 616222 h 912886"/>
              <a:gd name="csX14" fmla="*/ 483649 w 1515183"/>
              <a:gd name="csY14" fmla="*/ 695570 h 912886"/>
              <a:gd name="csX15" fmla="*/ 551662 w 1515183"/>
              <a:gd name="csY15" fmla="*/ 756026 h 912886"/>
              <a:gd name="csX16" fmla="*/ 619676 w 1515183"/>
              <a:gd name="csY16" fmla="*/ 771141 h 912886"/>
              <a:gd name="csX17" fmla="*/ 710360 w 1515183"/>
              <a:gd name="csY17" fmla="*/ 725798 h 912886"/>
              <a:gd name="csX18" fmla="*/ 717917 w 1515183"/>
              <a:gd name="csY18" fmla="*/ 627557 h 912886"/>
              <a:gd name="csX19" fmla="*/ 714138 w 1515183"/>
              <a:gd name="csY19" fmla="*/ 476417 h 912886"/>
              <a:gd name="csX20" fmla="*/ 751924 w 1515183"/>
              <a:gd name="csY20" fmla="*/ 393289 h 912886"/>
              <a:gd name="csX21" fmla="*/ 816158 w 1515183"/>
              <a:gd name="csY21" fmla="*/ 363061 h 912886"/>
              <a:gd name="csX22" fmla="*/ 906843 w 1515183"/>
              <a:gd name="csY22" fmla="*/ 313941 h 912886"/>
              <a:gd name="csX23" fmla="*/ 925735 w 1515183"/>
              <a:gd name="csY23" fmla="*/ 257263 h 912886"/>
              <a:gd name="csX24" fmla="*/ 861500 w 1515183"/>
              <a:gd name="csY24" fmla="*/ 87230 h 912886"/>
              <a:gd name="csX25" fmla="*/ 876615 w 1515183"/>
              <a:gd name="csY25" fmla="*/ 15438 h 912886"/>
              <a:gd name="csX26" fmla="*/ 959742 w 1515183"/>
              <a:gd name="csY26" fmla="*/ 324 h 912886"/>
              <a:gd name="csX27" fmla="*/ 1016419 w 1515183"/>
              <a:gd name="csY27" fmla="*/ 22995 h 912886"/>
              <a:gd name="csX28" fmla="*/ 1042869 w 1515183"/>
              <a:gd name="csY28" fmla="*/ 181693 h 912886"/>
              <a:gd name="csX29" fmla="*/ 1069319 w 1515183"/>
              <a:gd name="csY29" fmla="*/ 208142 h 912886"/>
              <a:gd name="csX30" fmla="*/ 1171338 w 1515183"/>
              <a:gd name="csY30" fmla="*/ 215699 h 912886"/>
              <a:gd name="csX31" fmla="*/ 1318700 w 1515183"/>
              <a:gd name="csY31" fmla="*/ 211921 h 912886"/>
              <a:gd name="csX32" fmla="*/ 1409385 w 1515183"/>
              <a:gd name="csY32" fmla="*/ 268598 h 912886"/>
              <a:gd name="csX33" fmla="*/ 1432056 w 1515183"/>
              <a:gd name="csY33" fmla="*/ 355504 h 912886"/>
              <a:gd name="csX34" fmla="*/ 1379157 w 1515183"/>
              <a:gd name="csY34" fmla="*/ 442410 h 912886"/>
              <a:gd name="csX35" fmla="*/ 1254466 w 1515183"/>
              <a:gd name="csY35" fmla="*/ 468860 h 912886"/>
              <a:gd name="csX36" fmla="*/ 1103325 w 1515183"/>
              <a:gd name="csY36" fmla="*/ 483974 h 912886"/>
              <a:gd name="csX37" fmla="*/ 1005084 w 1515183"/>
              <a:gd name="csY37" fmla="*/ 525537 h 912886"/>
              <a:gd name="csX38" fmla="*/ 944628 w 1515183"/>
              <a:gd name="csY38" fmla="*/ 638893 h 912886"/>
              <a:gd name="csX39" fmla="*/ 929514 w 1515183"/>
              <a:gd name="csY39" fmla="*/ 740912 h 912886"/>
              <a:gd name="csX40" fmla="*/ 978634 w 1515183"/>
              <a:gd name="csY40" fmla="*/ 858046 h 912886"/>
              <a:gd name="csX41" fmla="*/ 1073097 w 1515183"/>
              <a:gd name="csY41" fmla="*/ 910945 h 912886"/>
              <a:gd name="csX42" fmla="*/ 1152446 w 1515183"/>
              <a:gd name="csY42" fmla="*/ 895831 h 912886"/>
              <a:gd name="csX43" fmla="*/ 1194010 w 1515183"/>
              <a:gd name="csY43" fmla="*/ 842932 h 912886"/>
              <a:gd name="csX44" fmla="*/ 1220459 w 1515183"/>
              <a:gd name="csY44" fmla="*/ 771141 h 912886"/>
              <a:gd name="csX45" fmla="*/ 1265801 w 1515183"/>
              <a:gd name="csY45" fmla="*/ 714463 h 912886"/>
              <a:gd name="csX46" fmla="*/ 1348929 w 1515183"/>
              <a:gd name="csY46" fmla="*/ 691792 h 912886"/>
              <a:gd name="csX47" fmla="*/ 1416942 w 1515183"/>
              <a:gd name="csY47" fmla="*/ 665342 h 912886"/>
              <a:gd name="csX48" fmla="*/ 1484955 w 1515183"/>
              <a:gd name="csY48" fmla="*/ 612443 h 912886"/>
              <a:gd name="csX49" fmla="*/ 1515183 w 1515183"/>
              <a:gd name="csY49" fmla="*/ 585993 h 912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515183" h="912886">
                <a:moveTo>
                  <a:pt x="0" y="45666"/>
                </a:moveTo>
                <a:cubicBezTo>
                  <a:pt x="57622" y="210346"/>
                  <a:pt x="115245" y="375026"/>
                  <a:pt x="170033" y="423517"/>
                </a:cubicBezTo>
                <a:cubicBezTo>
                  <a:pt x="224821" y="472008"/>
                  <a:pt x="289686" y="351726"/>
                  <a:pt x="328730" y="336612"/>
                </a:cubicBezTo>
                <a:cubicBezTo>
                  <a:pt x="367774" y="321498"/>
                  <a:pt x="379740" y="331574"/>
                  <a:pt x="404300" y="332833"/>
                </a:cubicBezTo>
                <a:cubicBezTo>
                  <a:pt x="428860" y="334092"/>
                  <a:pt x="457199" y="351726"/>
                  <a:pt x="476092" y="344169"/>
                </a:cubicBezTo>
                <a:cubicBezTo>
                  <a:pt x="494985" y="336612"/>
                  <a:pt x="510099" y="314570"/>
                  <a:pt x="517656" y="287491"/>
                </a:cubicBezTo>
                <a:cubicBezTo>
                  <a:pt x="525213" y="260412"/>
                  <a:pt x="508839" y="206253"/>
                  <a:pt x="521434" y="181693"/>
                </a:cubicBezTo>
                <a:cubicBezTo>
                  <a:pt x="534029" y="157133"/>
                  <a:pt x="566147" y="145167"/>
                  <a:pt x="593226" y="140129"/>
                </a:cubicBezTo>
                <a:cubicBezTo>
                  <a:pt x="620305" y="135091"/>
                  <a:pt x="656831" y="136980"/>
                  <a:pt x="683910" y="151464"/>
                </a:cubicBezTo>
                <a:cubicBezTo>
                  <a:pt x="710989" y="165948"/>
                  <a:pt x="746256" y="193658"/>
                  <a:pt x="755702" y="227035"/>
                </a:cubicBezTo>
                <a:cubicBezTo>
                  <a:pt x="765148" y="260412"/>
                  <a:pt x="756332" y="315201"/>
                  <a:pt x="740588" y="351726"/>
                </a:cubicBezTo>
                <a:cubicBezTo>
                  <a:pt x="724844" y="388252"/>
                  <a:pt x="686429" y="419739"/>
                  <a:pt x="661239" y="446188"/>
                </a:cubicBezTo>
                <a:cubicBezTo>
                  <a:pt x="636049" y="472638"/>
                  <a:pt x="615897" y="482084"/>
                  <a:pt x="589448" y="510423"/>
                </a:cubicBezTo>
                <a:cubicBezTo>
                  <a:pt x="562999" y="538762"/>
                  <a:pt x="520175" y="585364"/>
                  <a:pt x="502542" y="616222"/>
                </a:cubicBezTo>
                <a:cubicBezTo>
                  <a:pt x="484909" y="647080"/>
                  <a:pt x="475462" y="672269"/>
                  <a:pt x="483649" y="695570"/>
                </a:cubicBezTo>
                <a:cubicBezTo>
                  <a:pt x="491836" y="718871"/>
                  <a:pt x="528991" y="743431"/>
                  <a:pt x="551662" y="756026"/>
                </a:cubicBezTo>
                <a:cubicBezTo>
                  <a:pt x="574333" y="768621"/>
                  <a:pt x="593226" y="776179"/>
                  <a:pt x="619676" y="771141"/>
                </a:cubicBezTo>
                <a:cubicBezTo>
                  <a:pt x="646126" y="766103"/>
                  <a:pt x="693987" y="749729"/>
                  <a:pt x="710360" y="725798"/>
                </a:cubicBezTo>
                <a:cubicBezTo>
                  <a:pt x="726734" y="701867"/>
                  <a:pt x="717287" y="669120"/>
                  <a:pt x="717917" y="627557"/>
                </a:cubicBezTo>
                <a:cubicBezTo>
                  <a:pt x="718547" y="585994"/>
                  <a:pt x="708470" y="515462"/>
                  <a:pt x="714138" y="476417"/>
                </a:cubicBezTo>
                <a:cubicBezTo>
                  <a:pt x="719806" y="437372"/>
                  <a:pt x="734921" y="412182"/>
                  <a:pt x="751924" y="393289"/>
                </a:cubicBezTo>
                <a:cubicBezTo>
                  <a:pt x="768927" y="374396"/>
                  <a:pt x="790338" y="376286"/>
                  <a:pt x="816158" y="363061"/>
                </a:cubicBezTo>
                <a:cubicBezTo>
                  <a:pt x="841978" y="349836"/>
                  <a:pt x="888580" y="331574"/>
                  <a:pt x="906843" y="313941"/>
                </a:cubicBezTo>
                <a:cubicBezTo>
                  <a:pt x="925106" y="296308"/>
                  <a:pt x="933292" y="295048"/>
                  <a:pt x="925735" y="257263"/>
                </a:cubicBezTo>
                <a:cubicBezTo>
                  <a:pt x="918178" y="219478"/>
                  <a:pt x="869687" y="127534"/>
                  <a:pt x="861500" y="87230"/>
                </a:cubicBezTo>
                <a:cubicBezTo>
                  <a:pt x="853313" y="46926"/>
                  <a:pt x="860241" y="29922"/>
                  <a:pt x="876615" y="15438"/>
                </a:cubicBezTo>
                <a:cubicBezTo>
                  <a:pt x="892989" y="954"/>
                  <a:pt x="936441" y="-936"/>
                  <a:pt x="959742" y="324"/>
                </a:cubicBezTo>
                <a:cubicBezTo>
                  <a:pt x="983043" y="1583"/>
                  <a:pt x="1002565" y="-7233"/>
                  <a:pt x="1016419" y="22995"/>
                </a:cubicBezTo>
                <a:cubicBezTo>
                  <a:pt x="1030274" y="53223"/>
                  <a:pt x="1034052" y="150835"/>
                  <a:pt x="1042869" y="181693"/>
                </a:cubicBezTo>
                <a:cubicBezTo>
                  <a:pt x="1051686" y="212551"/>
                  <a:pt x="1047908" y="202474"/>
                  <a:pt x="1069319" y="208142"/>
                </a:cubicBezTo>
                <a:cubicBezTo>
                  <a:pt x="1090730" y="213810"/>
                  <a:pt x="1129775" y="215069"/>
                  <a:pt x="1171338" y="215699"/>
                </a:cubicBezTo>
                <a:cubicBezTo>
                  <a:pt x="1212901" y="216329"/>
                  <a:pt x="1279026" y="203105"/>
                  <a:pt x="1318700" y="211921"/>
                </a:cubicBezTo>
                <a:cubicBezTo>
                  <a:pt x="1358374" y="220737"/>
                  <a:pt x="1390492" y="244668"/>
                  <a:pt x="1409385" y="268598"/>
                </a:cubicBezTo>
                <a:cubicBezTo>
                  <a:pt x="1428278" y="292529"/>
                  <a:pt x="1437094" y="326535"/>
                  <a:pt x="1432056" y="355504"/>
                </a:cubicBezTo>
                <a:cubicBezTo>
                  <a:pt x="1427018" y="384473"/>
                  <a:pt x="1408755" y="423517"/>
                  <a:pt x="1379157" y="442410"/>
                </a:cubicBezTo>
                <a:cubicBezTo>
                  <a:pt x="1349559" y="461303"/>
                  <a:pt x="1300438" y="461933"/>
                  <a:pt x="1254466" y="468860"/>
                </a:cubicBezTo>
                <a:cubicBezTo>
                  <a:pt x="1208494" y="475787"/>
                  <a:pt x="1144889" y="474528"/>
                  <a:pt x="1103325" y="483974"/>
                </a:cubicBezTo>
                <a:cubicBezTo>
                  <a:pt x="1061761" y="493420"/>
                  <a:pt x="1031534" y="499717"/>
                  <a:pt x="1005084" y="525537"/>
                </a:cubicBezTo>
                <a:cubicBezTo>
                  <a:pt x="978635" y="551357"/>
                  <a:pt x="957223" y="602997"/>
                  <a:pt x="944628" y="638893"/>
                </a:cubicBezTo>
                <a:cubicBezTo>
                  <a:pt x="932033" y="674789"/>
                  <a:pt x="923846" y="704387"/>
                  <a:pt x="929514" y="740912"/>
                </a:cubicBezTo>
                <a:cubicBezTo>
                  <a:pt x="935182" y="777437"/>
                  <a:pt x="954704" y="829707"/>
                  <a:pt x="978634" y="858046"/>
                </a:cubicBezTo>
                <a:cubicBezTo>
                  <a:pt x="1002564" y="886385"/>
                  <a:pt x="1044128" y="904648"/>
                  <a:pt x="1073097" y="910945"/>
                </a:cubicBezTo>
                <a:cubicBezTo>
                  <a:pt x="1102066" y="917242"/>
                  <a:pt x="1132294" y="907167"/>
                  <a:pt x="1152446" y="895831"/>
                </a:cubicBezTo>
                <a:cubicBezTo>
                  <a:pt x="1172598" y="884495"/>
                  <a:pt x="1182675" y="863714"/>
                  <a:pt x="1194010" y="842932"/>
                </a:cubicBezTo>
                <a:cubicBezTo>
                  <a:pt x="1205345" y="822150"/>
                  <a:pt x="1208494" y="792552"/>
                  <a:pt x="1220459" y="771141"/>
                </a:cubicBezTo>
                <a:cubicBezTo>
                  <a:pt x="1232424" y="749730"/>
                  <a:pt x="1244389" y="727688"/>
                  <a:pt x="1265801" y="714463"/>
                </a:cubicBezTo>
                <a:cubicBezTo>
                  <a:pt x="1287213" y="701238"/>
                  <a:pt x="1323739" y="699979"/>
                  <a:pt x="1348929" y="691792"/>
                </a:cubicBezTo>
                <a:cubicBezTo>
                  <a:pt x="1374119" y="683605"/>
                  <a:pt x="1394271" y="678567"/>
                  <a:pt x="1416942" y="665342"/>
                </a:cubicBezTo>
                <a:cubicBezTo>
                  <a:pt x="1439613" y="652117"/>
                  <a:pt x="1468582" y="625668"/>
                  <a:pt x="1484955" y="612443"/>
                </a:cubicBezTo>
                <a:cubicBezTo>
                  <a:pt x="1501328" y="599218"/>
                  <a:pt x="1508255" y="592605"/>
                  <a:pt x="1515183" y="585993"/>
                </a:cubicBezTo>
              </a:path>
            </a:pathLst>
          </a:cu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CED6161C-F813-6FA6-5C50-2C1B9F6185F1}"/>
              </a:ext>
            </a:extLst>
          </p:cNvPr>
          <p:cNvGrpSpPr/>
          <p:nvPr/>
        </p:nvGrpSpPr>
        <p:grpSpPr>
          <a:xfrm>
            <a:off x="8411471" y="2181387"/>
            <a:ext cx="1138700" cy="1261929"/>
            <a:chOff x="2996942" y="2131144"/>
            <a:chExt cx="1138700" cy="1261929"/>
          </a:xfrm>
        </p:grpSpPr>
        <p:sp>
          <p:nvSpPr>
            <p:cNvPr id="56" name="Oval 55">
              <a:extLst>
                <a:ext uri="{FF2B5EF4-FFF2-40B4-BE49-F238E27FC236}">
                  <a16:creationId xmlns:a16="http://schemas.microsoft.com/office/drawing/2014/main" id="{DF3A1A11-2B1A-40D5-E373-E842180F1173}"/>
                </a:ext>
              </a:extLst>
            </p:cNvPr>
            <p:cNvSpPr>
              <a:spLocks noChangeAspect="1"/>
            </p:cNvSpPr>
            <p:nvPr/>
          </p:nvSpPr>
          <p:spPr>
            <a:xfrm>
              <a:off x="3063001" y="2131144"/>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B8CAE88-193A-8343-A0C5-3D1E87E17D11}"/>
                </a:ext>
              </a:extLst>
            </p:cNvPr>
            <p:cNvSpPr>
              <a:spLocks noChangeAspect="1"/>
            </p:cNvSpPr>
            <p:nvPr/>
          </p:nvSpPr>
          <p:spPr>
            <a:xfrm>
              <a:off x="3332600" y="254939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3822CD5-271A-C11E-2751-013E8FE383CD}"/>
                </a:ext>
              </a:extLst>
            </p:cNvPr>
            <p:cNvSpPr>
              <a:spLocks noChangeAspect="1"/>
            </p:cNvSpPr>
            <p:nvPr/>
          </p:nvSpPr>
          <p:spPr>
            <a:xfrm>
              <a:off x="3580599" y="3110113"/>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FC59FB44-92ED-3226-15A0-CB0F8EEDE5FD}"/>
                </a:ext>
              </a:extLst>
            </p:cNvPr>
            <p:cNvSpPr>
              <a:spLocks noChangeAspect="1"/>
            </p:cNvSpPr>
            <p:nvPr/>
          </p:nvSpPr>
          <p:spPr>
            <a:xfrm>
              <a:off x="3111427" y="2982097"/>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60088EC5-4F43-15F6-72C0-9E9D78546EBA}"/>
                </a:ext>
              </a:extLst>
            </p:cNvPr>
            <p:cNvSpPr>
              <a:spLocks noChangeAspect="1"/>
            </p:cNvSpPr>
            <p:nvPr/>
          </p:nvSpPr>
          <p:spPr>
            <a:xfrm>
              <a:off x="3788280" y="2259160"/>
              <a:ext cx="132117" cy="128016"/>
            </a:xfrm>
            <a:prstGeom prst="ellipse">
              <a:avLst/>
            </a:prstGeom>
            <a:solidFill>
              <a:schemeClr val="bg1"/>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87D55C0-E2D5-4AD5-4584-DB91F2D2DD09}"/>
                </a:ext>
              </a:extLst>
            </p:cNvPr>
            <p:cNvSpPr>
              <a:spLocks noChangeAspect="1"/>
            </p:cNvSpPr>
            <p:nvPr/>
          </p:nvSpPr>
          <p:spPr>
            <a:xfrm>
              <a:off x="3464717" y="2419135"/>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BB37B3F1-F754-6C60-F92C-DA92C4F01FBA}"/>
                </a:ext>
              </a:extLst>
            </p:cNvPr>
            <p:cNvSpPr>
              <a:spLocks noChangeAspect="1"/>
            </p:cNvSpPr>
            <p:nvPr/>
          </p:nvSpPr>
          <p:spPr>
            <a:xfrm>
              <a:off x="2996942" y="2801622"/>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A2A4028-9ECD-54FD-613B-3F2D3AF55840}"/>
                </a:ext>
              </a:extLst>
            </p:cNvPr>
            <p:cNvSpPr>
              <a:spLocks noChangeAspect="1"/>
            </p:cNvSpPr>
            <p:nvPr/>
          </p:nvSpPr>
          <p:spPr>
            <a:xfrm>
              <a:off x="3332600" y="302336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75516FCC-FFD5-3522-D10B-484F24845616}"/>
                </a:ext>
              </a:extLst>
            </p:cNvPr>
            <p:cNvSpPr>
              <a:spLocks noChangeAspect="1"/>
            </p:cNvSpPr>
            <p:nvPr/>
          </p:nvSpPr>
          <p:spPr>
            <a:xfrm>
              <a:off x="3030166" y="3265057"/>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5F2DA87A-C060-F54C-69EA-F61117240E86}"/>
                </a:ext>
              </a:extLst>
            </p:cNvPr>
            <p:cNvSpPr>
              <a:spLocks noChangeAspect="1"/>
            </p:cNvSpPr>
            <p:nvPr/>
          </p:nvSpPr>
          <p:spPr>
            <a:xfrm>
              <a:off x="4003525" y="3137041"/>
              <a:ext cx="132117" cy="128016"/>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Freeform 69">
            <a:extLst>
              <a:ext uri="{FF2B5EF4-FFF2-40B4-BE49-F238E27FC236}">
                <a16:creationId xmlns:a16="http://schemas.microsoft.com/office/drawing/2014/main" id="{36D82F81-A501-B75E-7ABE-625472C6C17C}"/>
              </a:ext>
            </a:extLst>
          </p:cNvPr>
          <p:cNvSpPr/>
          <p:nvPr/>
        </p:nvSpPr>
        <p:spPr>
          <a:xfrm>
            <a:off x="7970892" y="2445587"/>
            <a:ext cx="1672683" cy="690522"/>
          </a:xfrm>
          <a:custGeom>
            <a:avLst/>
            <a:gdLst>
              <a:gd name="csX0" fmla="*/ 0 w 1672683"/>
              <a:gd name="csY0" fmla="*/ 25523 h 690522"/>
              <a:gd name="csX1" fmla="*/ 151656 w 1672683"/>
              <a:gd name="csY1" fmla="*/ 404665 h 690522"/>
              <a:gd name="csX2" fmla="*/ 521877 w 1672683"/>
              <a:gd name="csY2" fmla="*/ 288692 h 690522"/>
              <a:gd name="csX3" fmla="*/ 628928 w 1672683"/>
              <a:gd name="csY3" fmla="*/ 87970 h 690522"/>
              <a:gd name="csX4" fmla="*/ 959005 w 1672683"/>
              <a:gd name="csY4" fmla="*/ 3221 h 690522"/>
              <a:gd name="csX5" fmla="*/ 1115122 w 1672683"/>
              <a:gd name="csY5" fmla="*/ 190561 h 690522"/>
              <a:gd name="csX6" fmla="*/ 1387211 w 1672683"/>
              <a:gd name="csY6" fmla="*/ 248548 h 690522"/>
              <a:gd name="csX7" fmla="*/ 1382751 w 1672683"/>
              <a:gd name="csY7" fmla="*/ 453730 h 690522"/>
              <a:gd name="csX8" fmla="*/ 1088359 w 1672683"/>
              <a:gd name="csY8" fmla="*/ 502795 h 690522"/>
              <a:gd name="csX9" fmla="*/ 1137424 w 1672683"/>
              <a:gd name="csY9" fmla="*/ 676754 h 690522"/>
              <a:gd name="csX10" fmla="*/ 1351528 w 1672683"/>
              <a:gd name="csY10" fmla="*/ 672294 h 690522"/>
              <a:gd name="csX11" fmla="*/ 1672683 w 1672683"/>
              <a:gd name="csY11" fmla="*/ 614308 h 6905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72683" h="690522">
                <a:moveTo>
                  <a:pt x="0" y="25523"/>
                </a:moveTo>
                <a:cubicBezTo>
                  <a:pt x="32338" y="193163"/>
                  <a:pt x="64676" y="360803"/>
                  <a:pt x="151656" y="404665"/>
                </a:cubicBezTo>
                <a:cubicBezTo>
                  <a:pt x="238636" y="448527"/>
                  <a:pt x="442332" y="341475"/>
                  <a:pt x="521877" y="288692"/>
                </a:cubicBezTo>
                <a:cubicBezTo>
                  <a:pt x="601422" y="235909"/>
                  <a:pt x="556073" y="135548"/>
                  <a:pt x="628928" y="87970"/>
                </a:cubicBezTo>
                <a:cubicBezTo>
                  <a:pt x="701783" y="40392"/>
                  <a:pt x="877973" y="-13878"/>
                  <a:pt x="959005" y="3221"/>
                </a:cubicBezTo>
                <a:cubicBezTo>
                  <a:pt x="1040037" y="20320"/>
                  <a:pt x="1043754" y="149673"/>
                  <a:pt x="1115122" y="190561"/>
                </a:cubicBezTo>
                <a:cubicBezTo>
                  <a:pt x="1186490" y="231449"/>
                  <a:pt x="1342606" y="204687"/>
                  <a:pt x="1387211" y="248548"/>
                </a:cubicBezTo>
                <a:cubicBezTo>
                  <a:pt x="1431816" y="292409"/>
                  <a:pt x="1432560" y="411356"/>
                  <a:pt x="1382751" y="453730"/>
                </a:cubicBezTo>
                <a:cubicBezTo>
                  <a:pt x="1332942" y="496104"/>
                  <a:pt x="1129247" y="465624"/>
                  <a:pt x="1088359" y="502795"/>
                </a:cubicBezTo>
                <a:cubicBezTo>
                  <a:pt x="1047471" y="539966"/>
                  <a:pt x="1093562" y="648504"/>
                  <a:pt x="1137424" y="676754"/>
                </a:cubicBezTo>
                <a:cubicBezTo>
                  <a:pt x="1181286" y="705004"/>
                  <a:pt x="1262318" y="682702"/>
                  <a:pt x="1351528" y="672294"/>
                </a:cubicBezTo>
                <a:cubicBezTo>
                  <a:pt x="1440738" y="661886"/>
                  <a:pt x="1556710" y="638097"/>
                  <a:pt x="1672683" y="614308"/>
                </a:cubicBezTo>
              </a:path>
            </a:pathLst>
          </a:custGeom>
          <a:ln w="38100">
            <a:solidFill>
              <a:schemeClr val="accent4"/>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96678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D10B-11A0-6D1F-2A52-ABEB6BE031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E5EAB1-16FD-CE12-506B-4E16391717CD}"/>
              </a:ext>
            </a:extLst>
          </p:cNvPr>
          <p:cNvSpPr>
            <a:spLocks noGrp="1"/>
          </p:cNvSpPr>
          <p:nvPr>
            <p:ph type="title"/>
          </p:nvPr>
        </p:nvSpPr>
        <p:spPr/>
        <p:txBody>
          <a:bodyPr/>
          <a:lstStyle/>
          <a:p>
            <a:r>
              <a:rPr lang="en-US" dirty="0"/>
              <a:t>Train-test splitting</a:t>
            </a:r>
          </a:p>
        </p:txBody>
      </p:sp>
      <p:sp>
        <p:nvSpPr>
          <p:cNvPr id="2" name="TextBox 1">
            <a:extLst>
              <a:ext uri="{FF2B5EF4-FFF2-40B4-BE49-F238E27FC236}">
                <a16:creationId xmlns:a16="http://schemas.microsoft.com/office/drawing/2014/main" id="{031ED55E-2A7B-21DC-D2A7-432996CB6225}"/>
              </a:ext>
            </a:extLst>
          </p:cNvPr>
          <p:cNvSpPr txBox="1"/>
          <p:nvPr/>
        </p:nvSpPr>
        <p:spPr>
          <a:xfrm>
            <a:off x="6701898" y="2296950"/>
            <a:ext cx="4968240" cy="313932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Test set = </a:t>
            </a:r>
            <a:r>
              <a:rPr kumimoji="0" lang="en-US" sz="2400" b="1" i="0" u="none" strike="noStrike" kern="1200" cap="none" spc="0" normalizeH="0" baseline="0" noProof="0" dirty="0">
                <a:ln>
                  <a:noFill/>
                </a:ln>
                <a:solidFill>
                  <a:srgbClr val="14274C"/>
                </a:solidFill>
                <a:effectLst/>
                <a:uLnTx/>
                <a:uFillTx/>
                <a:latin typeface="Trebuchet MS"/>
                <a:ea typeface="+mn-ea"/>
                <a:cs typeface="+mn-cs"/>
              </a:rPr>
              <a:t>independent dataset </a:t>
            </a:r>
            <a:r>
              <a:rPr kumimoji="0" lang="en-US" sz="2400" b="0" i="0" u="none" strike="noStrike" kern="1200" cap="none" spc="0" normalizeH="0" baseline="0" noProof="0" dirty="0">
                <a:ln>
                  <a:noFill/>
                </a:ln>
                <a:solidFill>
                  <a:srgbClr val="14274C"/>
                </a:solidFill>
                <a:effectLst/>
                <a:uLnTx/>
                <a:uFillTx/>
                <a:latin typeface="Trebuchet MS"/>
                <a:ea typeface="+mn-ea"/>
                <a:cs typeface="+mn-cs"/>
              </a:rPr>
              <a:t>to measure model performance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Model learns on training data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Evaluated on (unseen) test data</a:t>
            </a:r>
            <a:br>
              <a:rPr kumimoji="0" lang="en-US" sz="2400" b="0" i="0" u="none" strike="noStrike" kern="1200" cap="none" spc="0" normalizeH="0" baseline="0" noProof="0" dirty="0">
                <a:ln>
                  <a:noFill/>
                </a:ln>
                <a:solidFill>
                  <a:srgbClr val="14274C"/>
                </a:solidFill>
                <a:effectLst/>
                <a:uLnTx/>
                <a:uFillTx/>
                <a:latin typeface="Trebuchet MS"/>
                <a:ea typeface="+mn-ea"/>
                <a:cs typeface="+mn-cs"/>
              </a:rPr>
            </a:br>
            <a:endParaRPr kumimoji="0" lang="en-US" sz="2400" b="0"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 Good generalization to new inputs</a:t>
            </a:r>
            <a:endParaRPr kumimoji="0" lang="en-US" sz="2400" b="0" i="0" u="none" strike="noStrike" kern="1200" cap="none" spc="0" normalizeH="0" baseline="0" noProof="0" dirty="0">
              <a:ln>
                <a:noFill/>
              </a:ln>
              <a:solidFill>
                <a:srgbClr val="14274C"/>
              </a:solidFill>
              <a:effectLst/>
              <a:uLnTx/>
              <a:uFillTx/>
              <a:latin typeface="Trebuchet MS"/>
              <a:ea typeface="+mn-ea"/>
              <a:cs typeface="+mn-cs"/>
            </a:endParaRPr>
          </a:p>
        </p:txBody>
      </p:sp>
      <p:grpSp>
        <p:nvGrpSpPr>
          <p:cNvPr id="24" name="Group 23">
            <a:extLst>
              <a:ext uri="{FF2B5EF4-FFF2-40B4-BE49-F238E27FC236}">
                <a16:creationId xmlns:a16="http://schemas.microsoft.com/office/drawing/2014/main" id="{F438C606-5B32-3AE5-6D0F-162B3339A34D}"/>
              </a:ext>
            </a:extLst>
          </p:cNvPr>
          <p:cNvGrpSpPr/>
          <p:nvPr/>
        </p:nvGrpSpPr>
        <p:grpSpPr>
          <a:xfrm>
            <a:off x="838200" y="1834440"/>
            <a:ext cx="5105400" cy="3632798"/>
            <a:chOff x="987552" y="1901924"/>
            <a:chExt cx="3657600" cy="3145564"/>
          </a:xfrm>
        </p:grpSpPr>
        <p:cxnSp>
          <p:nvCxnSpPr>
            <p:cNvPr id="5" name="Straight Arrow Connector 4">
              <a:extLst>
                <a:ext uri="{FF2B5EF4-FFF2-40B4-BE49-F238E27FC236}">
                  <a16:creationId xmlns:a16="http://schemas.microsoft.com/office/drawing/2014/main" id="{1A01C0B3-06EE-7953-266F-1D3564B116AC}"/>
                </a:ext>
              </a:extLst>
            </p:cNvPr>
            <p:cNvCxnSpPr/>
            <p:nvPr/>
          </p:nvCxnSpPr>
          <p:spPr>
            <a:xfrm flipV="1">
              <a:off x="987552" y="2121408"/>
              <a:ext cx="0" cy="292608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342CB974-841B-1A38-15C4-A111B0B333C4}"/>
                </a:ext>
              </a:extLst>
            </p:cNvPr>
            <p:cNvCxnSpPr>
              <a:cxnSpLocks/>
            </p:cNvCxnSpPr>
            <p:nvPr/>
          </p:nvCxnSpPr>
          <p:spPr>
            <a:xfrm>
              <a:off x="987552" y="5047488"/>
              <a:ext cx="3657600"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7" name="Freeform 16">
              <a:extLst>
                <a:ext uri="{FF2B5EF4-FFF2-40B4-BE49-F238E27FC236}">
                  <a16:creationId xmlns:a16="http://schemas.microsoft.com/office/drawing/2014/main" id="{E1BA11C9-DAFC-DBE7-C552-C1E53551E2A4}"/>
                </a:ext>
              </a:extLst>
            </p:cNvPr>
            <p:cNvSpPr/>
            <p:nvPr/>
          </p:nvSpPr>
          <p:spPr>
            <a:xfrm>
              <a:off x="1152144" y="2395728"/>
              <a:ext cx="3090672" cy="2359152"/>
            </a:xfrm>
            <a:custGeom>
              <a:avLst/>
              <a:gdLst>
                <a:gd name="csX0" fmla="*/ 0 w 3090672"/>
                <a:gd name="csY0" fmla="*/ 0 h 2359152"/>
                <a:gd name="csX1" fmla="*/ 713232 w 3090672"/>
                <a:gd name="csY1" fmla="*/ 1682496 h 2359152"/>
                <a:gd name="csX2" fmla="*/ 3090672 w 3090672"/>
                <a:gd name="csY2" fmla="*/ 2359152 h 2359152"/>
              </a:gdLst>
              <a:ahLst/>
              <a:cxnLst>
                <a:cxn ang="0">
                  <a:pos x="csX0" y="csY0"/>
                </a:cxn>
                <a:cxn ang="0">
                  <a:pos x="csX1" y="csY1"/>
                </a:cxn>
                <a:cxn ang="0">
                  <a:pos x="csX2" y="csY2"/>
                </a:cxn>
              </a:cxnLst>
              <a:rect l="l" t="t" r="r" b="b"/>
              <a:pathLst>
                <a:path w="3090672" h="2359152">
                  <a:moveTo>
                    <a:pt x="0" y="0"/>
                  </a:moveTo>
                  <a:cubicBezTo>
                    <a:pt x="99060" y="644652"/>
                    <a:pt x="198120" y="1289304"/>
                    <a:pt x="713232" y="1682496"/>
                  </a:cubicBezTo>
                  <a:cubicBezTo>
                    <a:pt x="1228344" y="2075688"/>
                    <a:pt x="2159508" y="2217420"/>
                    <a:pt x="3090672" y="2359152"/>
                  </a:cubicBezTo>
                </a:path>
              </a:pathLst>
            </a:cu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8" name="Freeform 17">
              <a:extLst>
                <a:ext uri="{FF2B5EF4-FFF2-40B4-BE49-F238E27FC236}">
                  <a16:creationId xmlns:a16="http://schemas.microsoft.com/office/drawing/2014/main" id="{46521DEC-02D7-555E-64F5-487D1699E3A6}"/>
                </a:ext>
              </a:extLst>
            </p:cNvPr>
            <p:cNvSpPr/>
            <p:nvPr/>
          </p:nvSpPr>
          <p:spPr>
            <a:xfrm>
              <a:off x="1207008" y="2340864"/>
              <a:ext cx="3127248" cy="1494331"/>
            </a:xfrm>
            <a:custGeom>
              <a:avLst/>
              <a:gdLst>
                <a:gd name="csX0" fmla="*/ 0 w 3127248"/>
                <a:gd name="csY0" fmla="*/ 0 h 1494331"/>
                <a:gd name="csX1" fmla="*/ 1225296 w 3127248"/>
                <a:gd name="csY1" fmla="*/ 1426464 h 1494331"/>
                <a:gd name="csX2" fmla="*/ 3127248 w 3127248"/>
                <a:gd name="csY2" fmla="*/ 1133856 h 1494331"/>
              </a:gdLst>
              <a:ahLst/>
              <a:cxnLst>
                <a:cxn ang="0">
                  <a:pos x="csX0" y="csY0"/>
                </a:cxn>
                <a:cxn ang="0">
                  <a:pos x="csX1" y="csY1"/>
                </a:cxn>
                <a:cxn ang="0">
                  <a:pos x="csX2" y="csY2"/>
                </a:cxn>
              </a:cxnLst>
              <a:rect l="l" t="t" r="r" b="b"/>
              <a:pathLst>
                <a:path w="3127248" h="1494331">
                  <a:moveTo>
                    <a:pt x="0" y="0"/>
                  </a:moveTo>
                  <a:cubicBezTo>
                    <a:pt x="352044" y="618744"/>
                    <a:pt x="704088" y="1237488"/>
                    <a:pt x="1225296" y="1426464"/>
                  </a:cubicBezTo>
                  <a:cubicBezTo>
                    <a:pt x="1746504" y="1615440"/>
                    <a:pt x="2436876" y="1374648"/>
                    <a:pt x="3127248" y="1133856"/>
                  </a:cubicBezTo>
                </a:path>
              </a:pathLst>
            </a:cu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cxnSp>
          <p:nvCxnSpPr>
            <p:cNvPr id="20" name="Straight Connector 19">
              <a:extLst>
                <a:ext uri="{FF2B5EF4-FFF2-40B4-BE49-F238E27FC236}">
                  <a16:creationId xmlns:a16="http://schemas.microsoft.com/office/drawing/2014/main" id="{0636DD95-DFC1-44BB-D051-0CBB377B0829}"/>
                </a:ext>
              </a:extLst>
            </p:cNvPr>
            <p:cNvCxnSpPr/>
            <p:nvPr/>
          </p:nvCxnSpPr>
          <p:spPr>
            <a:xfrm>
              <a:off x="2756848" y="2327916"/>
              <a:ext cx="0" cy="2719572"/>
            </a:xfrm>
            <a:prstGeom prst="line">
              <a:avLst/>
            </a:prstGeom>
            <a:ln w="28575">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8BDB484C-2721-D28C-376A-BE7F0679809D}"/>
                </a:ext>
              </a:extLst>
            </p:cNvPr>
            <p:cNvSpPr txBox="1"/>
            <p:nvPr/>
          </p:nvSpPr>
          <p:spPr>
            <a:xfrm>
              <a:off x="2756848" y="1901924"/>
              <a:ext cx="749000" cy="34644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631C"/>
                  </a:solidFill>
                  <a:effectLst/>
                  <a:uLnTx/>
                  <a:uFillTx/>
                  <a:latin typeface="Trebuchet MS"/>
                  <a:ea typeface="+mn-ea"/>
                  <a:cs typeface="+mn-cs"/>
                </a:rPr>
                <a:t>Best fit</a:t>
              </a:r>
            </a:p>
          </p:txBody>
        </p:sp>
        <p:sp>
          <p:nvSpPr>
            <p:cNvPr id="22" name="TextBox 21">
              <a:extLst>
                <a:ext uri="{FF2B5EF4-FFF2-40B4-BE49-F238E27FC236}">
                  <a16:creationId xmlns:a16="http://schemas.microsoft.com/office/drawing/2014/main" id="{4084FB4B-123C-E21C-2197-FED9E8499F42}"/>
                </a:ext>
              </a:extLst>
            </p:cNvPr>
            <p:cNvSpPr txBox="1"/>
            <p:nvPr/>
          </p:nvSpPr>
          <p:spPr>
            <a:xfrm>
              <a:off x="3147840" y="2300734"/>
              <a:ext cx="1039550" cy="34644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4274C"/>
                  </a:solidFill>
                  <a:effectLst/>
                  <a:uLnTx/>
                  <a:uFillTx/>
                  <a:latin typeface="Trebuchet MS"/>
                  <a:ea typeface="+mn-ea"/>
                  <a:cs typeface="+mn-cs"/>
                </a:rPr>
                <a:t>overfitting</a:t>
              </a:r>
            </a:p>
          </p:txBody>
        </p:sp>
        <p:sp>
          <p:nvSpPr>
            <p:cNvPr id="23" name="TextBox 22">
              <a:extLst>
                <a:ext uri="{FF2B5EF4-FFF2-40B4-BE49-F238E27FC236}">
                  <a16:creationId xmlns:a16="http://schemas.microsoft.com/office/drawing/2014/main" id="{FD2D70AD-FA37-1336-F9A3-8A2FAF2E2F89}"/>
                </a:ext>
              </a:extLst>
            </p:cNvPr>
            <p:cNvSpPr txBox="1"/>
            <p:nvPr/>
          </p:nvSpPr>
          <p:spPr>
            <a:xfrm>
              <a:off x="1470848" y="2300734"/>
              <a:ext cx="1194555" cy="3464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4274C"/>
                  </a:solidFill>
                  <a:effectLst/>
                  <a:uLnTx/>
                  <a:uFillTx/>
                  <a:latin typeface="Trebuchet MS"/>
                  <a:ea typeface="+mn-ea"/>
                  <a:cs typeface="+mn-cs"/>
                </a:rPr>
                <a:t>underfitting</a:t>
              </a:r>
            </a:p>
          </p:txBody>
        </p:sp>
      </p:grpSp>
      <p:sp>
        <p:nvSpPr>
          <p:cNvPr id="25" name="TextBox 24">
            <a:extLst>
              <a:ext uri="{FF2B5EF4-FFF2-40B4-BE49-F238E27FC236}">
                <a16:creationId xmlns:a16="http://schemas.microsoft.com/office/drawing/2014/main" id="{579F4E13-9801-8D19-3C72-E5341A1789BB}"/>
              </a:ext>
            </a:extLst>
          </p:cNvPr>
          <p:cNvSpPr txBox="1"/>
          <p:nvPr/>
        </p:nvSpPr>
        <p:spPr>
          <a:xfrm>
            <a:off x="4270193" y="4533182"/>
            <a:ext cx="183351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1A2A6"/>
                </a:solidFill>
                <a:effectLst/>
                <a:uLnTx/>
                <a:uFillTx/>
                <a:latin typeface="Trebuchet MS"/>
                <a:ea typeface="+mn-ea"/>
                <a:cs typeface="+mn-cs"/>
              </a:rPr>
              <a:t>Training error</a:t>
            </a:r>
          </a:p>
        </p:txBody>
      </p:sp>
      <p:sp>
        <p:nvSpPr>
          <p:cNvPr id="26" name="TextBox 25">
            <a:extLst>
              <a:ext uri="{FF2B5EF4-FFF2-40B4-BE49-F238E27FC236}">
                <a16:creationId xmlns:a16="http://schemas.microsoft.com/office/drawing/2014/main" id="{DEDB1C6A-A362-39D0-647F-FC6E31131909}"/>
              </a:ext>
            </a:extLst>
          </p:cNvPr>
          <p:cNvSpPr txBox="1"/>
          <p:nvPr/>
        </p:nvSpPr>
        <p:spPr>
          <a:xfrm>
            <a:off x="4216985" y="3258041"/>
            <a:ext cx="136973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82E4F"/>
                </a:solidFill>
                <a:effectLst/>
                <a:uLnTx/>
                <a:uFillTx/>
                <a:latin typeface="Trebuchet MS"/>
                <a:ea typeface="+mn-ea"/>
                <a:cs typeface="+mn-cs"/>
              </a:rPr>
              <a:t>Test error</a:t>
            </a:r>
          </a:p>
        </p:txBody>
      </p:sp>
      <p:sp>
        <p:nvSpPr>
          <p:cNvPr id="27" name="TextBox 26">
            <a:extLst>
              <a:ext uri="{FF2B5EF4-FFF2-40B4-BE49-F238E27FC236}">
                <a16:creationId xmlns:a16="http://schemas.microsoft.com/office/drawing/2014/main" id="{68AF143F-C60A-7008-1720-7E0388D68E11}"/>
              </a:ext>
            </a:extLst>
          </p:cNvPr>
          <p:cNvSpPr txBox="1"/>
          <p:nvPr/>
        </p:nvSpPr>
        <p:spPr>
          <a:xfrm>
            <a:off x="1968376" y="5719617"/>
            <a:ext cx="271741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Model complexity</a:t>
            </a:r>
          </a:p>
        </p:txBody>
      </p:sp>
      <p:sp>
        <p:nvSpPr>
          <p:cNvPr id="28" name="TextBox 27">
            <a:extLst>
              <a:ext uri="{FF2B5EF4-FFF2-40B4-BE49-F238E27FC236}">
                <a16:creationId xmlns:a16="http://schemas.microsoft.com/office/drawing/2014/main" id="{8488A499-39D4-2BD6-DD7D-C5D3BE4497A1}"/>
              </a:ext>
            </a:extLst>
          </p:cNvPr>
          <p:cNvSpPr txBox="1"/>
          <p:nvPr/>
        </p:nvSpPr>
        <p:spPr>
          <a:xfrm rot="16200000">
            <a:off x="59044" y="3662397"/>
            <a:ext cx="92845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Error</a:t>
            </a:r>
          </a:p>
        </p:txBody>
      </p:sp>
    </p:spTree>
    <p:extLst>
      <p:ext uri="{BB962C8B-B14F-4D97-AF65-F5344CB8AC3E}">
        <p14:creationId xmlns:p14="http://schemas.microsoft.com/office/powerpoint/2010/main" val="2619645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54804-1CC2-C483-522F-0920380448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90EB14-2C30-7B48-835F-10A76223D42E}"/>
              </a:ext>
            </a:extLst>
          </p:cNvPr>
          <p:cNvSpPr>
            <a:spLocks noGrp="1"/>
          </p:cNvSpPr>
          <p:nvPr>
            <p:ph type="title"/>
          </p:nvPr>
        </p:nvSpPr>
        <p:spPr/>
        <p:txBody>
          <a:bodyPr/>
          <a:lstStyle/>
          <a:p>
            <a:r>
              <a:rPr lang="en-US" dirty="0"/>
              <a:t>Train-test splitting</a:t>
            </a:r>
          </a:p>
        </p:txBody>
      </p:sp>
      <p:grpSp>
        <p:nvGrpSpPr>
          <p:cNvPr id="51" name="Group 50">
            <a:extLst>
              <a:ext uri="{FF2B5EF4-FFF2-40B4-BE49-F238E27FC236}">
                <a16:creationId xmlns:a16="http://schemas.microsoft.com/office/drawing/2014/main" id="{864136A2-BD1F-DC54-06BD-689235F3339D}"/>
              </a:ext>
            </a:extLst>
          </p:cNvPr>
          <p:cNvGrpSpPr/>
          <p:nvPr/>
        </p:nvGrpSpPr>
        <p:grpSpPr>
          <a:xfrm>
            <a:off x="1114646" y="2283915"/>
            <a:ext cx="5201979" cy="454640"/>
            <a:chOff x="1114646" y="2083981"/>
            <a:chExt cx="6812815" cy="595423"/>
          </a:xfrm>
        </p:grpSpPr>
        <p:sp>
          <p:nvSpPr>
            <p:cNvPr id="3" name="Rectangle 2">
              <a:extLst>
                <a:ext uri="{FF2B5EF4-FFF2-40B4-BE49-F238E27FC236}">
                  <a16:creationId xmlns:a16="http://schemas.microsoft.com/office/drawing/2014/main" id="{3EB971ED-7BAA-0087-4837-EF08B2DE21FD}"/>
                </a:ext>
              </a:extLst>
            </p:cNvPr>
            <p:cNvSpPr/>
            <p:nvPr/>
          </p:nvSpPr>
          <p:spPr>
            <a:xfrm>
              <a:off x="1114646" y="2083981"/>
              <a:ext cx="504515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3E61D3F5-3A4D-D1C6-2F1A-CDA3CCAC4CE1}"/>
                </a:ext>
              </a:extLst>
            </p:cNvPr>
            <p:cNvSpPr/>
            <p:nvPr/>
          </p:nvSpPr>
          <p:spPr>
            <a:xfrm>
              <a:off x="6316626" y="2083981"/>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grpSp>
        <p:nvGrpSpPr>
          <p:cNvPr id="50" name="Group 49">
            <a:extLst>
              <a:ext uri="{FF2B5EF4-FFF2-40B4-BE49-F238E27FC236}">
                <a16:creationId xmlns:a16="http://schemas.microsoft.com/office/drawing/2014/main" id="{F5FB51C2-4C69-BF93-080B-0E9350A073C2}"/>
              </a:ext>
            </a:extLst>
          </p:cNvPr>
          <p:cNvGrpSpPr/>
          <p:nvPr/>
        </p:nvGrpSpPr>
        <p:grpSpPr>
          <a:xfrm>
            <a:off x="1114646" y="3668701"/>
            <a:ext cx="5201979" cy="2171719"/>
            <a:chOff x="1114647" y="3428998"/>
            <a:chExt cx="6812815" cy="2844210"/>
          </a:xfrm>
        </p:grpSpPr>
        <p:sp>
          <p:nvSpPr>
            <p:cNvPr id="10" name="Rectangle 9">
              <a:extLst>
                <a:ext uri="{FF2B5EF4-FFF2-40B4-BE49-F238E27FC236}">
                  <a16:creationId xmlns:a16="http://schemas.microsoft.com/office/drawing/2014/main" id="{CFBD3C34-8AE0-90CE-CF2B-536F4B4801BB}"/>
                </a:ext>
              </a:extLst>
            </p:cNvPr>
            <p:cNvSpPr/>
            <p:nvPr/>
          </p:nvSpPr>
          <p:spPr>
            <a:xfrm>
              <a:off x="1114647" y="3429000"/>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1" name="Rectangle 10">
              <a:extLst>
                <a:ext uri="{FF2B5EF4-FFF2-40B4-BE49-F238E27FC236}">
                  <a16:creationId xmlns:a16="http://schemas.microsoft.com/office/drawing/2014/main" id="{36A680CF-ACC8-D6BB-C362-113106B2C731}"/>
                </a:ext>
              </a:extLst>
            </p:cNvPr>
            <p:cNvSpPr/>
            <p:nvPr/>
          </p:nvSpPr>
          <p:spPr>
            <a:xfrm>
              <a:off x="2831807" y="3428999"/>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2" name="Rectangle 11">
              <a:extLst>
                <a:ext uri="{FF2B5EF4-FFF2-40B4-BE49-F238E27FC236}">
                  <a16:creationId xmlns:a16="http://schemas.microsoft.com/office/drawing/2014/main" id="{E1EFF28B-D765-7E45-AE9D-C6566194D88D}"/>
                </a:ext>
              </a:extLst>
            </p:cNvPr>
            <p:cNvSpPr/>
            <p:nvPr/>
          </p:nvSpPr>
          <p:spPr>
            <a:xfrm>
              <a:off x="4548967" y="3428998"/>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3" name="Rectangle 12">
              <a:extLst>
                <a:ext uri="{FF2B5EF4-FFF2-40B4-BE49-F238E27FC236}">
                  <a16:creationId xmlns:a16="http://schemas.microsoft.com/office/drawing/2014/main" id="{50678758-11DF-80AE-7FCD-B2964444AE82}"/>
                </a:ext>
              </a:extLst>
            </p:cNvPr>
            <p:cNvSpPr/>
            <p:nvPr/>
          </p:nvSpPr>
          <p:spPr>
            <a:xfrm>
              <a:off x="6316627" y="3428998"/>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4" name="Rectangle 13">
              <a:extLst>
                <a:ext uri="{FF2B5EF4-FFF2-40B4-BE49-F238E27FC236}">
                  <a16:creationId xmlns:a16="http://schemas.microsoft.com/office/drawing/2014/main" id="{25A5A8A0-E5DD-C777-5701-64D53E64E860}"/>
                </a:ext>
              </a:extLst>
            </p:cNvPr>
            <p:cNvSpPr/>
            <p:nvPr/>
          </p:nvSpPr>
          <p:spPr>
            <a:xfrm>
              <a:off x="1114647" y="4178597"/>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5" name="Rectangle 14">
              <a:extLst>
                <a:ext uri="{FF2B5EF4-FFF2-40B4-BE49-F238E27FC236}">
                  <a16:creationId xmlns:a16="http://schemas.microsoft.com/office/drawing/2014/main" id="{BCBA3829-444B-96B4-D63D-27F2E2F9C240}"/>
                </a:ext>
              </a:extLst>
            </p:cNvPr>
            <p:cNvSpPr/>
            <p:nvPr/>
          </p:nvSpPr>
          <p:spPr>
            <a:xfrm>
              <a:off x="2831807" y="4178596"/>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6" name="Rectangle 15">
              <a:extLst>
                <a:ext uri="{FF2B5EF4-FFF2-40B4-BE49-F238E27FC236}">
                  <a16:creationId xmlns:a16="http://schemas.microsoft.com/office/drawing/2014/main" id="{708260AD-CA60-0227-CBCC-5A4699DFB80F}"/>
                </a:ext>
              </a:extLst>
            </p:cNvPr>
            <p:cNvSpPr/>
            <p:nvPr/>
          </p:nvSpPr>
          <p:spPr>
            <a:xfrm>
              <a:off x="4548967" y="4178595"/>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19" name="Rectangle 18">
              <a:extLst>
                <a:ext uri="{FF2B5EF4-FFF2-40B4-BE49-F238E27FC236}">
                  <a16:creationId xmlns:a16="http://schemas.microsoft.com/office/drawing/2014/main" id="{D919DA34-3EF1-083B-E4ED-32B4FCD95476}"/>
                </a:ext>
              </a:extLst>
            </p:cNvPr>
            <p:cNvSpPr/>
            <p:nvPr/>
          </p:nvSpPr>
          <p:spPr>
            <a:xfrm>
              <a:off x="6316627" y="4178595"/>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29" name="Rectangle 28">
              <a:extLst>
                <a:ext uri="{FF2B5EF4-FFF2-40B4-BE49-F238E27FC236}">
                  <a16:creationId xmlns:a16="http://schemas.microsoft.com/office/drawing/2014/main" id="{D61455FA-D898-CA50-BFF3-2C5AC5F7199C}"/>
                </a:ext>
              </a:extLst>
            </p:cNvPr>
            <p:cNvSpPr/>
            <p:nvPr/>
          </p:nvSpPr>
          <p:spPr>
            <a:xfrm>
              <a:off x="1114647" y="4928192"/>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4A62007A-A91B-354A-3FF1-1D6E544D5C8B}"/>
                </a:ext>
              </a:extLst>
            </p:cNvPr>
            <p:cNvSpPr/>
            <p:nvPr/>
          </p:nvSpPr>
          <p:spPr>
            <a:xfrm>
              <a:off x="2831807" y="4928191"/>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1" name="Rectangle 30">
              <a:extLst>
                <a:ext uri="{FF2B5EF4-FFF2-40B4-BE49-F238E27FC236}">
                  <a16:creationId xmlns:a16="http://schemas.microsoft.com/office/drawing/2014/main" id="{5FE2929C-E60D-75E4-2B90-2FFFF525045D}"/>
                </a:ext>
              </a:extLst>
            </p:cNvPr>
            <p:cNvSpPr/>
            <p:nvPr/>
          </p:nvSpPr>
          <p:spPr>
            <a:xfrm>
              <a:off x="4548967" y="4928190"/>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32" name="Rectangle 31">
              <a:extLst>
                <a:ext uri="{FF2B5EF4-FFF2-40B4-BE49-F238E27FC236}">
                  <a16:creationId xmlns:a16="http://schemas.microsoft.com/office/drawing/2014/main" id="{BA4CF324-1685-E538-CC73-5ADFC589D1C5}"/>
                </a:ext>
              </a:extLst>
            </p:cNvPr>
            <p:cNvSpPr/>
            <p:nvPr/>
          </p:nvSpPr>
          <p:spPr>
            <a:xfrm>
              <a:off x="6316627" y="4928190"/>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5" name="Rectangle 44">
              <a:extLst>
                <a:ext uri="{FF2B5EF4-FFF2-40B4-BE49-F238E27FC236}">
                  <a16:creationId xmlns:a16="http://schemas.microsoft.com/office/drawing/2014/main" id="{0B1BAF05-C6F3-2EFB-B7FE-622758BDB71C}"/>
                </a:ext>
              </a:extLst>
            </p:cNvPr>
            <p:cNvSpPr/>
            <p:nvPr/>
          </p:nvSpPr>
          <p:spPr>
            <a:xfrm>
              <a:off x="1114647" y="5677785"/>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6" name="Rectangle 45">
              <a:extLst>
                <a:ext uri="{FF2B5EF4-FFF2-40B4-BE49-F238E27FC236}">
                  <a16:creationId xmlns:a16="http://schemas.microsoft.com/office/drawing/2014/main" id="{4030F74D-AE88-E972-FD4D-5E94D1B286E3}"/>
                </a:ext>
              </a:extLst>
            </p:cNvPr>
            <p:cNvSpPr/>
            <p:nvPr/>
          </p:nvSpPr>
          <p:spPr>
            <a:xfrm>
              <a:off x="2831807" y="5677784"/>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7" name="Rectangle 46">
              <a:extLst>
                <a:ext uri="{FF2B5EF4-FFF2-40B4-BE49-F238E27FC236}">
                  <a16:creationId xmlns:a16="http://schemas.microsoft.com/office/drawing/2014/main" id="{A98C2DB0-68A2-09BA-887F-A551A4F7A244}"/>
                </a:ext>
              </a:extLst>
            </p:cNvPr>
            <p:cNvSpPr/>
            <p:nvPr/>
          </p:nvSpPr>
          <p:spPr>
            <a:xfrm>
              <a:off x="4548967" y="5677783"/>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48" name="Rectangle 47">
              <a:extLst>
                <a:ext uri="{FF2B5EF4-FFF2-40B4-BE49-F238E27FC236}">
                  <a16:creationId xmlns:a16="http://schemas.microsoft.com/office/drawing/2014/main" id="{8B887916-5E25-8890-B441-0A6D2FDD106F}"/>
                </a:ext>
              </a:extLst>
            </p:cNvPr>
            <p:cNvSpPr/>
            <p:nvPr/>
          </p:nvSpPr>
          <p:spPr>
            <a:xfrm>
              <a:off x="6316627" y="5677783"/>
              <a:ext cx="161083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52" name="TextBox 51">
            <a:extLst>
              <a:ext uri="{FF2B5EF4-FFF2-40B4-BE49-F238E27FC236}">
                <a16:creationId xmlns:a16="http://schemas.microsoft.com/office/drawing/2014/main" id="{DC279AF2-7522-A667-706E-BC7C2D54F12E}"/>
              </a:ext>
            </a:extLst>
          </p:cNvPr>
          <p:cNvSpPr txBox="1"/>
          <p:nvPr/>
        </p:nvSpPr>
        <p:spPr>
          <a:xfrm>
            <a:off x="7454544" y="1927171"/>
            <a:ext cx="4180953"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Train-test split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Single split (e.g. 80%/20%)</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Requires more data</a:t>
            </a:r>
          </a:p>
        </p:txBody>
      </p:sp>
      <p:sp>
        <p:nvSpPr>
          <p:cNvPr id="53" name="TextBox 52">
            <a:extLst>
              <a:ext uri="{FF2B5EF4-FFF2-40B4-BE49-F238E27FC236}">
                <a16:creationId xmlns:a16="http://schemas.microsoft.com/office/drawing/2014/main" id="{27030488-AA31-4DE1-FF1E-CD36EF789C8A}"/>
              </a:ext>
            </a:extLst>
          </p:cNvPr>
          <p:cNvSpPr txBox="1"/>
          <p:nvPr/>
        </p:nvSpPr>
        <p:spPr>
          <a:xfrm>
            <a:off x="7454544" y="3730501"/>
            <a:ext cx="4098291"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rPr>
              <a:t>Cross-validation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K splits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More data efficient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Reduced bias</a:t>
            </a:r>
          </a:p>
        </p:txBody>
      </p:sp>
      <p:sp>
        <p:nvSpPr>
          <p:cNvPr id="54" name="TextBox 53">
            <a:extLst>
              <a:ext uri="{FF2B5EF4-FFF2-40B4-BE49-F238E27FC236}">
                <a16:creationId xmlns:a16="http://schemas.microsoft.com/office/drawing/2014/main" id="{53D48700-17B1-2911-EE51-CF250BA9E7F9}"/>
              </a:ext>
            </a:extLst>
          </p:cNvPr>
          <p:cNvSpPr txBox="1"/>
          <p:nvPr/>
        </p:nvSpPr>
        <p:spPr>
          <a:xfrm>
            <a:off x="2344612" y="1914583"/>
            <a:ext cx="15378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Training data</a:t>
            </a:r>
          </a:p>
        </p:txBody>
      </p:sp>
      <p:sp>
        <p:nvSpPr>
          <p:cNvPr id="55" name="TextBox 54">
            <a:extLst>
              <a:ext uri="{FF2B5EF4-FFF2-40B4-BE49-F238E27FC236}">
                <a16:creationId xmlns:a16="http://schemas.microsoft.com/office/drawing/2014/main" id="{77BB8F96-CCA5-5DC1-72BE-54BE2B38E4E6}"/>
              </a:ext>
            </a:extLst>
          </p:cNvPr>
          <p:cNvSpPr txBox="1"/>
          <p:nvPr/>
        </p:nvSpPr>
        <p:spPr>
          <a:xfrm>
            <a:off x="5134756" y="1914583"/>
            <a:ext cx="11337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Test data</a:t>
            </a:r>
          </a:p>
        </p:txBody>
      </p:sp>
    </p:spTree>
    <p:extLst>
      <p:ext uri="{BB962C8B-B14F-4D97-AF65-F5344CB8AC3E}">
        <p14:creationId xmlns:p14="http://schemas.microsoft.com/office/powerpoint/2010/main" val="1939545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93273-0511-355A-4147-A2921C6B61A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6D78F9B-A123-8426-BEEB-F056A17ED5EC}"/>
              </a:ext>
            </a:extLst>
          </p:cNvPr>
          <p:cNvGrpSpPr/>
          <p:nvPr/>
        </p:nvGrpSpPr>
        <p:grpSpPr>
          <a:xfrm>
            <a:off x="3336514" y="1657624"/>
            <a:ext cx="5201979" cy="454640"/>
            <a:chOff x="1114646" y="2083981"/>
            <a:chExt cx="6812815" cy="595423"/>
          </a:xfrm>
        </p:grpSpPr>
        <p:sp>
          <p:nvSpPr>
            <p:cNvPr id="5" name="Rectangle 4">
              <a:extLst>
                <a:ext uri="{FF2B5EF4-FFF2-40B4-BE49-F238E27FC236}">
                  <a16:creationId xmlns:a16="http://schemas.microsoft.com/office/drawing/2014/main" id="{67DCD06B-F329-663C-9F3A-E82325FD9B76}"/>
                </a:ext>
              </a:extLst>
            </p:cNvPr>
            <p:cNvSpPr/>
            <p:nvPr/>
          </p:nvSpPr>
          <p:spPr>
            <a:xfrm>
              <a:off x="1114646" y="2083981"/>
              <a:ext cx="504515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6" name="Rectangle 5">
              <a:extLst>
                <a:ext uri="{FF2B5EF4-FFF2-40B4-BE49-F238E27FC236}">
                  <a16:creationId xmlns:a16="http://schemas.microsoft.com/office/drawing/2014/main" id="{CE922BC3-5F2C-E7AF-3CC7-56027146C19D}"/>
                </a:ext>
              </a:extLst>
            </p:cNvPr>
            <p:cNvSpPr/>
            <p:nvPr/>
          </p:nvSpPr>
          <p:spPr>
            <a:xfrm>
              <a:off x="6316626" y="2083981"/>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8" name="TextBox 7">
            <a:extLst>
              <a:ext uri="{FF2B5EF4-FFF2-40B4-BE49-F238E27FC236}">
                <a16:creationId xmlns:a16="http://schemas.microsoft.com/office/drawing/2014/main" id="{9D0A671D-CF69-1CEA-D8B2-93C3E2B23EBA}"/>
              </a:ext>
            </a:extLst>
          </p:cNvPr>
          <p:cNvSpPr txBox="1"/>
          <p:nvPr/>
        </p:nvSpPr>
        <p:spPr>
          <a:xfrm>
            <a:off x="4566480" y="1288292"/>
            <a:ext cx="1585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Training data</a:t>
            </a:r>
          </a:p>
        </p:txBody>
      </p:sp>
      <p:sp>
        <p:nvSpPr>
          <p:cNvPr id="9" name="TextBox 8">
            <a:extLst>
              <a:ext uri="{FF2B5EF4-FFF2-40B4-BE49-F238E27FC236}">
                <a16:creationId xmlns:a16="http://schemas.microsoft.com/office/drawing/2014/main" id="{EA1AE40D-B6BF-EAE4-B027-B51614ECBAE1}"/>
              </a:ext>
            </a:extLst>
          </p:cNvPr>
          <p:cNvSpPr txBox="1"/>
          <p:nvPr/>
        </p:nvSpPr>
        <p:spPr>
          <a:xfrm>
            <a:off x="7356624" y="1288292"/>
            <a:ext cx="11657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Test data</a:t>
            </a:r>
          </a:p>
        </p:txBody>
      </p:sp>
      <p:sp>
        <p:nvSpPr>
          <p:cNvPr id="18" name="Rectangle 17">
            <a:extLst>
              <a:ext uri="{FF2B5EF4-FFF2-40B4-BE49-F238E27FC236}">
                <a16:creationId xmlns:a16="http://schemas.microsoft.com/office/drawing/2014/main" id="{1031A677-8C85-EC15-1D2F-45D6A830DE9E}"/>
              </a:ext>
            </a:extLst>
          </p:cNvPr>
          <p:cNvSpPr/>
          <p:nvPr/>
        </p:nvSpPr>
        <p:spPr>
          <a:xfrm>
            <a:off x="2543140" y="844573"/>
            <a:ext cx="6899564" cy="180801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4274C"/>
                </a:solidFill>
                <a:effectLst/>
                <a:uLnTx/>
                <a:uFillTx/>
                <a:latin typeface="Trebuchet MS"/>
                <a:ea typeface="+mn-ea"/>
                <a:cs typeface="+mn-cs"/>
              </a:rPr>
              <a:t>All data</a:t>
            </a:r>
          </a:p>
        </p:txBody>
      </p:sp>
      <p:sp>
        <p:nvSpPr>
          <p:cNvPr id="13" name="TextBox 12">
            <a:extLst>
              <a:ext uri="{FF2B5EF4-FFF2-40B4-BE49-F238E27FC236}">
                <a16:creationId xmlns:a16="http://schemas.microsoft.com/office/drawing/2014/main" id="{925EABE4-A5C6-BFC2-1A1A-7E2682C9EB19}"/>
              </a:ext>
            </a:extLst>
          </p:cNvPr>
          <p:cNvSpPr txBox="1"/>
          <p:nvPr/>
        </p:nvSpPr>
        <p:spPr>
          <a:xfrm>
            <a:off x="1336132" y="3127308"/>
            <a:ext cx="6928500" cy="523220"/>
          </a:xfrm>
          <a:prstGeom prst="rect">
            <a:avLst/>
          </a:prstGeom>
          <a:noFill/>
        </p:spPr>
        <p:txBody>
          <a:bodyPr wrap="none" rtlCol="0">
            <a:spAutoFit/>
          </a:bodyPr>
          <a:lstStyle/>
          <a:p>
            <a:r>
              <a:rPr lang="en-US" sz="2800" dirty="0"/>
              <a:t>Which dataset do we use if  we want to …</a:t>
            </a:r>
          </a:p>
        </p:txBody>
      </p:sp>
      <p:sp>
        <p:nvSpPr>
          <p:cNvPr id="14" name="TextBox 13">
            <a:extLst>
              <a:ext uri="{FF2B5EF4-FFF2-40B4-BE49-F238E27FC236}">
                <a16:creationId xmlns:a16="http://schemas.microsoft.com/office/drawing/2014/main" id="{D082547C-3A5C-2D27-4F92-AAE841F74290}"/>
              </a:ext>
            </a:extLst>
          </p:cNvPr>
          <p:cNvSpPr txBox="1"/>
          <p:nvPr/>
        </p:nvSpPr>
        <p:spPr>
          <a:xfrm>
            <a:off x="2157088" y="4017916"/>
            <a:ext cx="8705984" cy="461665"/>
          </a:xfrm>
          <a:prstGeom prst="rect">
            <a:avLst/>
          </a:prstGeom>
          <a:noFill/>
        </p:spPr>
        <p:txBody>
          <a:bodyPr wrap="square" rtlCol="0">
            <a:spAutoFit/>
          </a:bodyPr>
          <a:lstStyle/>
          <a:p>
            <a:r>
              <a:rPr lang="en-US" sz="2400" dirty="0"/>
              <a:t>… </a:t>
            </a:r>
            <a:r>
              <a:rPr lang="en-US" sz="2400" b="1" dirty="0"/>
              <a:t>train our model</a:t>
            </a:r>
            <a:endParaRPr lang="en-US" sz="2400" dirty="0"/>
          </a:p>
        </p:txBody>
      </p:sp>
      <p:sp>
        <p:nvSpPr>
          <p:cNvPr id="15" name="TextBox 14">
            <a:extLst>
              <a:ext uri="{FF2B5EF4-FFF2-40B4-BE49-F238E27FC236}">
                <a16:creationId xmlns:a16="http://schemas.microsoft.com/office/drawing/2014/main" id="{5A73D26D-0CC8-9F27-5D54-83079A129E3A}"/>
              </a:ext>
            </a:extLst>
          </p:cNvPr>
          <p:cNvSpPr txBox="1"/>
          <p:nvPr/>
        </p:nvSpPr>
        <p:spPr>
          <a:xfrm>
            <a:off x="2157088" y="4842626"/>
            <a:ext cx="8705984" cy="461665"/>
          </a:xfrm>
          <a:prstGeom prst="rect">
            <a:avLst/>
          </a:prstGeom>
          <a:noFill/>
        </p:spPr>
        <p:txBody>
          <a:bodyPr wrap="square" rtlCol="0">
            <a:spAutoFit/>
          </a:bodyPr>
          <a:lstStyle/>
          <a:p>
            <a:r>
              <a:rPr lang="en-US" sz="2400" dirty="0"/>
              <a:t>… </a:t>
            </a:r>
            <a:r>
              <a:rPr lang="en-US" sz="2400" b="1" dirty="0"/>
              <a:t>select the best features </a:t>
            </a:r>
            <a:r>
              <a:rPr lang="en-US" sz="2400" dirty="0"/>
              <a:t>(e.g. based on a T-test)</a:t>
            </a:r>
          </a:p>
        </p:txBody>
      </p:sp>
      <p:sp>
        <p:nvSpPr>
          <p:cNvPr id="16" name="TextBox 15">
            <a:extLst>
              <a:ext uri="{FF2B5EF4-FFF2-40B4-BE49-F238E27FC236}">
                <a16:creationId xmlns:a16="http://schemas.microsoft.com/office/drawing/2014/main" id="{91515D59-24BC-5BAA-99CF-23AF15349C93}"/>
              </a:ext>
            </a:extLst>
          </p:cNvPr>
          <p:cNvSpPr txBox="1"/>
          <p:nvPr/>
        </p:nvSpPr>
        <p:spPr>
          <a:xfrm>
            <a:off x="2157088" y="5667336"/>
            <a:ext cx="8705984" cy="461665"/>
          </a:xfrm>
          <a:prstGeom prst="rect">
            <a:avLst/>
          </a:prstGeom>
          <a:noFill/>
        </p:spPr>
        <p:txBody>
          <a:bodyPr wrap="square" rtlCol="0">
            <a:spAutoFit/>
          </a:bodyPr>
          <a:lstStyle/>
          <a:p>
            <a:r>
              <a:rPr lang="en-US" sz="2400" dirty="0"/>
              <a:t>… </a:t>
            </a:r>
            <a:r>
              <a:rPr lang="en-US" sz="2400" b="1" dirty="0"/>
              <a:t>fit our feature scaler </a:t>
            </a:r>
            <a:r>
              <a:rPr lang="en-US" sz="2400" dirty="0"/>
              <a:t>(i.e. compute </a:t>
            </a:r>
            <a:r>
              <a:rPr lang="en-US" sz="2400" dirty="0" err="1"/>
              <a:t>μ</a:t>
            </a:r>
            <a:r>
              <a:rPr lang="en-US" sz="2400" dirty="0"/>
              <a:t> and </a:t>
            </a:r>
            <a:r>
              <a:rPr lang="en-US" sz="2400" dirty="0" err="1"/>
              <a:t>σ</a:t>
            </a:r>
            <a:r>
              <a:rPr lang="en-US" sz="2400" dirty="0"/>
              <a:t>)</a:t>
            </a:r>
          </a:p>
        </p:txBody>
      </p:sp>
    </p:spTree>
    <p:extLst>
      <p:ext uri="{BB962C8B-B14F-4D97-AF65-F5344CB8AC3E}">
        <p14:creationId xmlns:p14="http://schemas.microsoft.com/office/powerpoint/2010/main" val="74662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6615A-4CC4-6005-F083-967FC92E38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C96812-3427-C01A-7854-7E3CB42AA1D0}"/>
              </a:ext>
            </a:extLst>
          </p:cNvPr>
          <p:cNvSpPr>
            <a:spLocks noGrp="1"/>
          </p:cNvSpPr>
          <p:nvPr>
            <p:ph type="title"/>
          </p:nvPr>
        </p:nvSpPr>
        <p:spPr/>
        <p:txBody>
          <a:bodyPr/>
          <a:lstStyle/>
          <a:p>
            <a:r>
              <a:rPr lang="en-US" dirty="0"/>
              <a:t>Data leakage</a:t>
            </a:r>
          </a:p>
        </p:txBody>
      </p:sp>
      <p:grpSp>
        <p:nvGrpSpPr>
          <p:cNvPr id="8" name="Group 7">
            <a:extLst>
              <a:ext uri="{FF2B5EF4-FFF2-40B4-BE49-F238E27FC236}">
                <a16:creationId xmlns:a16="http://schemas.microsoft.com/office/drawing/2014/main" id="{C3D012D8-9303-10FA-015B-A6679AFCD373}"/>
              </a:ext>
            </a:extLst>
          </p:cNvPr>
          <p:cNvGrpSpPr/>
          <p:nvPr/>
        </p:nvGrpSpPr>
        <p:grpSpPr>
          <a:xfrm>
            <a:off x="6961909" y="2136490"/>
            <a:ext cx="4744288" cy="1292510"/>
            <a:chOff x="6587836" y="2136490"/>
            <a:chExt cx="5201979" cy="1417201"/>
          </a:xfrm>
        </p:grpSpPr>
        <p:grpSp>
          <p:nvGrpSpPr>
            <p:cNvPr id="51" name="Group 50">
              <a:extLst>
                <a:ext uri="{FF2B5EF4-FFF2-40B4-BE49-F238E27FC236}">
                  <a16:creationId xmlns:a16="http://schemas.microsoft.com/office/drawing/2014/main" id="{726B4A7F-96E0-8153-0BD5-34244A029BDA}"/>
                </a:ext>
              </a:extLst>
            </p:cNvPr>
            <p:cNvGrpSpPr/>
            <p:nvPr/>
          </p:nvGrpSpPr>
          <p:grpSpPr>
            <a:xfrm>
              <a:off x="6587836" y="2505822"/>
              <a:ext cx="5201979" cy="454640"/>
              <a:chOff x="1114646" y="2083981"/>
              <a:chExt cx="6812815" cy="595423"/>
            </a:xfrm>
          </p:grpSpPr>
          <p:sp>
            <p:nvSpPr>
              <p:cNvPr id="3" name="Rectangle 2">
                <a:extLst>
                  <a:ext uri="{FF2B5EF4-FFF2-40B4-BE49-F238E27FC236}">
                    <a16:creationId xmlns:a16="http://schemas.microsoft.com/office/drawing/2014/main" id="{814D4AB3-1D7C-C273-C3ED-AD678E40EAC8}"/>
                  </a:ext>
                </a:extLst>
              </p:cNvPr>
              <p:cNvSpPr/>
              <p:nvPr/>
            </p:nvSpPr>
            <p:spPr>
              <a:xfrm>
                <a:off x="1114646" y="2083981"/>
                <a:ext cx="5045155" cy="59542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D096B707-01B3-D852-AD84-307E4E28B20A}"/>
                  </a:ext>
                </a:extLst>
              </p:cNvPr>
              <p:cNvSpPr/>
              <p:nvPr/>
            </p:nvSpPr>
            <p:spPr>
              <a:xfrm>
                <a:off x="6316626" y="2083981"/>
                <a:ext cx="1610835" cy="59542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rebuchet MS"/>
                  <a:ea typeface="+mn-ea"/>
                  <a:cs typeface="+mn-cs"/>
                </a:endParaRPr>
              </a:p>
            </p:txBody>
          </p:sp>
        </p:grpSp>
        <p:sp>
          <p:nvSpPr>
            <p:cNvPr id="54" name="TextBox 53">
              <a:extLst>
                <a:ext uri="{FF2B5EF4-FFF2-40B4-BE49-F238E27FC236}">
                  <a16:creationId xmlns:a16="http://schemas.microsoft.com/office/drawing/2014/main" id="{306DF579-5BC7-DCB2-C60F-AAC4E601A629}"/>
                </a:ext>
              </a:extLst>
            </p:cNvPr>
            <p:cNvSpPr txBox="1"/>
            <p:nvPr/>
          </p:nvSpPr>
          <p:spPr>
            <a:xfrm>
              <a:off x="7817802" y="2136490"/>
              <a:ext cx="15378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Training data</a:t>
              </a:r>
            </a:p>
          </p:txBody>
        </p:sp>
        <p:sp>
          <p:nvSpPr>
            <p:cNvPr id="55" name="TextBox 54">
              <a:extLst>
                <a:ext uri="{FF2B5EF4-FFF2-40B4-BE49-F238E27FC236}">
                  <a16:creationId xmlns:a16="http://schemas.microsoft.com/office/drawing/2014/main" id="{7836133A-9456-9601-962B-202125B62420}"/>
                </a:ext>
              </a:extLst>
            </p:cNvPr>
            <p:cNvSpPr txBox="1"/>
            <p:nvPr/>
          </p:nvSpPr>
          <p:spPr>
            <a:xfrm>
              <a:off x="10607946" y="2136490"/>
              <a:ext cx="11337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Test data</a:t>
              </a:r>
            </a:p>
          </p:txBody>
        </p:sp>
        <p:sp>
          <p:nvSpPr>
            <p:cNvPr id="2" name="Left Brace 1">
              <a:extLst>
                <a:ext uri="{FF2B5EF4-FFF2-40B4-BE49-F238E27FC236}">
                  <a16:creationId xmlns:a16="http://schemas.microsoft.com/office/drawing/2014/main" id="{2B9A1BF4-7B36-DB81-1986-029FDC5DEDEA}"/>
                </a:ext>
              </a:extLst>
            </p:cNvPr>
            <p:cNvSpPr/>
            <p:nvPr/>
          </p:nvSpPr>
          <p:spPr>
            <a:xfrm rot="5400000">
              <a:off x="8286650" y="1400237"/>
              <a:ext cx="454640" cy="3852268"/>
            </a:xfrm>
            <a:prstGeom prst="leftBrace">
              <a:avLst>
                <a:gd name="adj1" fmla="val 83380"/>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4274C"/>
                </a:solidFill>
                <a:effectLst/>
                <a:uLnTx/>
                <a:uFillTx/>
                <a:latin typeface="Trebuchet MS"/>
                <a:ea typeface="+mn-ea"/>
                <a:cs typeface="+mn-cs"/>
              </a:endParaRPr>
            </a:p>
          </p:txBody>
        </p:sp>
      </p:grpSp>
      <p:sp>
        <p:nvSpPr>
          <p:cNvPr id="5" name="TextBox 4">
            <a:extLst>
              <a:ext uri="{FF2B5EF4-FFF2-40B4-BE49-F238E27FC236}">
                <a16:creationId xmlns:a16="http://schemas.microsoft.com/office/drawing/2014/main" id="{F4836FAE-AE65-3EFE-9005-8124DC6ED151}"/>
              </a:ext>
            </a:extLst>
          </p:cNvPr>
          <p:cNvSpPr txBox="1"/>
          <p:nvPr/>
        </p:nvSpPr>
        <p:spPr>
          <a:xfrm>
            <a:off x="651399" y="1941418"/>
            <a:ext cx="5749636" cy="366254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When </a:t>
            </a:r>
            <a:r>
              <a:rPr kumimoji="0" lang="en-US" sz="2400" b="1" i="0" u="none" strike="noStrike" kern="1200" cap="none" spc="0" normalizeH="0" baseline="0" noProof="0" dirty="0">
                <a:ln>
                  <a:noFill/>
                </a:ln>
                <a:solidFill>
                  <a:srgbClr val="14274C"/>
                </a:solidFill>
                <a:effectLst/>
                <a:uLnTx/>
                <a:uFillTx/>
                <a:latin typeface="Trebuchet MS"/>
                <a:ea typeface="+mn-ea"/>
                <a:cs typeface="+mn-cs"/>
              </a:rPr>
              <a:t>information from the test set influences the model during training</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14274C"/>
                </a:solidFill>
                <a:effectLst/>
                <a:uLnTx/>
                <a:uFillTx/>
                <a:latin typeface="Trebuchet MS"/>
                <a:ea typeface="+mn-ea"/>
                <a:cs typeface="+mn-cs"/>
              </a:rPr>
              <a:t>Violates the principle of evaluation on </a:t>
            </a:r>
            <a:r>
              <a:rPr kumimoji="0" lang="en-US" sz="2400" b="1" i="0" u="none" strike="noStrike" kern="1200" cap="none" spc="0" normalizeH="0" baseline="0" noProof="0" dirty="0">
                <a:ln>
                  <a:noFill/>
                </a:ln>
                <a:solidFill>
                  <a:srgbClr val="14274C"/>
                </a:solidFill>
                <a:effectLst/>
                <a:uLnTx/>
                <a:uFillTx/>
                <a:latin typeface="Trebuchet MS"/>
                <a:ea typeface="+mn-ea"/>
                <a:cs typeface="+mn-cs"/>
              </a:rPr>
              <a:t>unseen data</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chemeClr val="accent2"/>
                </a:solidFill>
                <a:effectLst/>
                <a:uLnTx/>
                <a:uFillTx/>
                <a:latin typeface="Trebuchet MS"/>
                <a:ea typeface="+mn-ea"/>
                <a:cs typeface="+mn-cs"/>
              </a:rPr>
              <a:t>Test data ”doesn’t exist yet”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14274C"/>
              </a:solidFill>
              <a:effectLst/>
              <a:uLnTx/>
              <a:uFillTx/>
              <a:latin typeface="Trebuchet MS"/>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 </a:t>
            </a:r>
            <a:r>
              <a:rPr kumimoji="0" lang="en-US" sz="2400" b="0" i="0" u="none" strike="noStrike" kern="1200" cap="none" spc="0" normalizeH="0" baseline="0" noProof="0" dirty="0">
                <a:ln>
                  <a:noFill/>
                </a:ln>
                <a:solidFill>
                  <a:srgbClr val="14274C"/>
                </a:solidFill>
                <a:effectLst/>
                <a:uLnTx/>
                <a:uFillTx/>
                <a:latin typeface="Trebuchet MS"/>
                <a:ea typeface="+mn-ea"/>
                <a:cs typeface="+mn-cs"/>
                <a:sym typeface="Wingdings" pitchFamily="2" charset="2"/>
              </a:rPr>
              <a:t>All fitting should happen </a:t>
            </a:r>
            <a:r>
              <a:rPr kumimoji="0" lang="en-US" sz="2400" b="1" i="0" u="none" strike="noStrike" kern="1200" cap="none" spc="0" normalizeH="0" baseline="0" noProof="0" dirty="0">
                <a:ln>
                  <a:noFill/>
                </a:ln>
                <a:solidFill>
                  <a:schemeClr val="accent2"/>
                </a:solidFill>
                <a:effectLst/>
                <a:uLnTx/>
                <a:uFillTx/>
                <a:latin typeface="Trebuchet MS"/>
                <a:ea typeface="+mn-ea"/>
                <a:cs typeface="+mn-cs"/>
                <a:sym typeface="Wingdings" pitchFamily="2" charset="2"/>
              </a:rPr>
              <a:t>only on the training data</a:t>
            </a:r>
            <a:endParaRPr kumimoji="0" lang="en-US" sz="2400" b="1" i="0" u="none" strike="noStrike" kern="1200" cap="none" spc="0" normalizeH="0" baseline="0" noProof="0" dirty="0">
              <a:ln>
                <a:noFill/>
              </a:ln>
              <a:solidFill>
                <a:schemeClr val="accent2"/>
              </a:solidFill>
              <a:effectLst/>
              <a:uLnTx/>
              <a:uFillTx/>
              <a:latin typeface="Trebuchet MS"/>
              <a:ea typeface="+mn-ea"/>
              <a:cs typeface="+mn-cs"/>
            </a:endParaRPr>
          </a:p>
        </p:txBody>
      </p:sp>
      <p:sp>
        <p:nvSpPr>
          <p:cNvPr id="6" name="TextBox 5">
            <a:extLst>
              <a:ext uri="{FF2B5EF4-FFF2-40B4-BE49-F238E27FC236}">
                <a16:creationId xmlns:a16="http://schemas.microsoft.com/office/drawing/2014/main" id="{9395C42E-6DC1-7CF7-B0F1-E4ED96A5CE87}"/>
              </a:ext>
            </a:extLst>
          </p:cNvPr>
          <p:cNvSpPr txBox="1"/>
          <p:nvPr/>
        </p:nvSpPr>
        <p:spPr>
          <a:xfrm>
            <a:off x="7336583" y="3555396"/>
            <a:ext cx="2763981"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Data preprocessing</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Feature selection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srgbClr val="14274C"/>
                </a:solidFill>
                <a:effectLst/>
                <a:uLnTx/>
                <a:uFillTx/>
                <a:latin typeface="Trebuchet MS"/>
                <a:ea typeface="+mn-ea"/>
                <a:cs typeface="+mn-cs"/>
              </a:rPr>
              <a:t>Model optimization</a:t>
            </a:r>
          </a:p>
        </p:txBody>
      </p:sp>
    </p:spTree>
    <p:extLst>
      <p:ext uri="{BB962C8B-B14F-4D97-AF65-F5344CB8AC3E}">
        <p14:creationId xmlns:p14="http://schemas.microsoft.com/office/powerpoint/2010/main" val="1543503070"/>
      </p:ext>
    </p:extLst>
  </p:cSld>
  <p:clrMapOvr>
    <a:masterClrMapping/>
  </p:clrMapOvr>
</p:sld>
</file>

<file path=ppt/theme/theme1.xml><?xml version="1.0" encoding="utf-8"?>
<a:theme xmlns:a="http://schemas.openxmlformats.org/drawingml/2006/main" name="1 - Title slides">
  <a:themeElements>
    <a:clrScheme name="VIB-2025">
      <a:dk1>
        <a:srgbClr val="00205F"/>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3D68CB49-697F-8B47-959A-B1421505CE5D}"/>
    </a:ext>
  </a:extLst>
</a:theme>
</file>

<file path=ppt/theme/theme2.xml><?xml version="1.0" encoding="utf-8"?>
<a:theme xmlns:a="http://schemas.openxmlformats.org/drawingml/2006/main" name="2 - Chapter title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8F6F45BA-434E-BA4E-B772-044DD295E49D}"/>
    </a:ext>
  </a:extLst>
</a:theme>
</file>

<file path=ppt/theme/theme3.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D27D2D89-3CE4-A843-B9EC-B5BF6521A71E}"/>
    </a:ext>
  </a:extLst>
</a:theme>
</file>

<file path=ppt/theme/theme4.xml><?xml version="1.0" encoding="utf-8"?>
<a:theme xmlns:a="http://schemas.openxmlformats.org/drawingml/2006/main" name="4 - Dark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5517F60A-EB2A-754B-97EA-FE9DABEEE89A}"/>
    </a:ext>
  </a:extLst>
</a:theme>
</file>

<file path=ppt/theme/theme5.xml><?xml version="1.0" encoding="utf-8"?>
<a:theme xmlns:a="http://schemas.openxmlformats.org/drawingml/2006/main" name="5 - Colourful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A266F3AC-70D4-794F-B3E7-EF1786B6AAEF}"/>
    </a:ext>
  </a:extLst>
</a:theme>
</file>

<file path=ppt/theme/theme6.xml><?xml version="1.0" encoding="utf-8"?>
<a:theme xmlns:a="http://schemas.openxmlformats.org/drawingml/2006/main" name="6 - End slides">
  <a:themeElements>
    <a:clrScheme name="Color_VIB">
      <a:dk1>
        <a:srgbClr val="002060"/>
      </a:dk1>
      <a:lt1>
        <a:srgbClr val="FFFFFF"/>
      </a:lt1>
      <a:dk2>
        <a:srgbClr val="123F93"/>
      </a:dk2>
      <a:lt2>
        <a:srgbClr val="FFFFFF"/>
      </a:lt2>
      <a:accent1>
        <a:srgbClr val="EE641C"/>
      </a:accent1>
      <a:accent2>
        <a:srgbClr val="00A3A6"/>
      </a:accent2>
      <a:accent3>
        <a:srgbClr val="68398E"/>
      </a:accent3>
      <a:accent4>
        <a:srgbClr val="E82E4F"/>
      </a:accent4>
      <a:accent5>
        <a:srgbClr val="FBB70C"/>
      </a:accent5>
      <a:accent6>
        <a:srgbClr val="00A143"/>
      </a:accent6>
      <a:hlink>
        <a:srgbClr val="EE641C"/>
      </a:hlink>
      <a:folHlink>
        <a:srgbClr val="00A3A6"/>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389878AE-F41A-8443-B4C4-150FA2D17A7C}"/>
    </a:ext>
  </a:extLst>
</a:theme>
</file>

<file path=ppt/theme/theme7.xml><?xml version="1.0" encoding="utf-8"?>
<a:theme xmlns:a="http://schemas.openxmlformats.org/drawingml/2006/main" name="8 - Resourc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6750BBB3-B8E4-FA49-A3B8-9540FDE85C43}"/>
    </a:ext>
  </a:extLst>
</a:theme>
</file>

<file path=ppt/theme/theme8.xml><?xml version="1.0" encoding="utf-8"?>
<a:theme xmlns:a="http://schemas.openxmlformats.org/drawingml/2006/main" name="1_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B TCP Template 2025 + graphics" id="{AA2B34A6-0F85-B84F-ACC3-BA280C3213FB}" vid="{D27D2D89-3CE4-A843-B9EC-B5BF6521A71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6909bdf-adb9-4f3a-bbc9-bbcd31ddd6aa" xsi:nil="true"/>
    <lcf76f155ced4ddcb4097134ff3c332f xmlns="4f1e66cd-5088-4f6e-aae8-bee95240a7f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511F386D030F4B8CF7456444C35157" ma:contentTypeVersion="14" ma:contentTypeDescription="Create a new document." ma:contentTypeScope="" ma:versionID="c9daff749ba6224a5c6dc27404156dd1">
  <xsd:schema xmlns:xsd="http://www.w3.org/2001/XMLSchema" xmlns:xs="http://www.w3.org/2001/XMLSchema" xmlns:p="http://schemas.microsoft.com/office/2006/metadata/properties" xmlns:ns2="4f1e66cd-5088-4f6e-aae8-bee95240a7ff" xmlns:ns3="06909bdf-adb9-4f3a-bbc9-bbcd31ddd6aa" targetNamespace="http://schemas.microsoft.com/office/2006/metadata/properties" ma:root="true" ma:fieldsID="12faaec27776cdd80a2a2207652cd290" ns2:_="" ns3:_="">
    <xsd:import namespace="4f1e66cd-5088-4f6e-aae8-bee95240a7ff"/>
    <xsd:import namespace="06909bdf-adb9-4f3a-bbc9-bbcd31ddd6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e66cd-5088-4f6e-aae8-bee95240a7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2a1615c-be2e-4e97-bc03-250c1a7dc1e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6909bdf-adb9-4f3a-bbc9-bbcd31ddd6a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30995e-d88d-4ca4-8739-b124993aca48}" ma:internalName="TaxCatchAll" ma:showField="CatchAllData" ma:web="06909bdf-adb9-4f3a-bbc9-bbcd31ddd6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053B1D-5265-4FE1-99E2-844AC6646F4D}">
  <ds:schemaRefs>
    <ds:schemaRef ds:uri="http://schemas.microsoft.com/sharepoint/v3/contenttype/forms"/>
  </ds:schemaRefs>
</ds:datastoreItem>
</file>

<file path=customXml/itemProps2.xml><?xml version="1.0" encoding="utf-8"?>
<ds:datastoreItem xmlns:ds="http://schemas.openxmlformats.org/officeDocument/2006/customXml" ds:itemID="{8AED3BBA-80BA-4FEB-B95D-8FDEE8AE801F}">
  <ds:schemaRefs>
    <ds:schemaRef ds:uri="http://schemas.microsoft.com/office/2006/documentManagement/types"/>
    <ds:schemaRef ds:uri="http://purl.org/dc/elements/1.1/"/>
    <ds:schemaRef ds:uri="http://schemas.microsoft.com/office/2006/metadata/properties"/>
    <ds:schemaRef ds:uri="http://purl.org/dc/dcmitype/"/>
    <ds:schemaRef ds:uri="http://www.w3.org/XML/1998/namespace"/>
    <ds:schemaRef ds:uri="http://purl.org/dc/terms/"/>
    <ds:schemaRef ds:uri="http://schemas.microsoft.com/office/infopath/2007/PartnerControls"/>
    <ds:schemaRef ds:uri="http://schemas.openxmlformats.org/package/2006/metadata/core-properties"/>
    <ds:schemaRef ds:uri="06909bdf-adb9-4f3a-bbc9-bbcd31ddd6aa"/>
    <ds:schemaRef ds:uri="4f1e66cd-5088-4f6e-aae8-bee95240a7ff"/>
  </ds:schemaRefs>
</ds:datastoreItem>
</file>

<file path=customXml/itemProps3.xml><?xml version="1.0" encoding="utf-8"?>
<ds:datastoreItem xmlns:ds="http://schemas.openxmlformats.org/officeDocument/2006/customXml" ds:itemID="{F50C8EC5-BEA5-4279-A1E6-1928F07D97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e66cd-5088-4f6e-aae8-bee95240a7ff"/>
    <ds:schemaRef ds:uri="06909bdf-adb9-4f3a-bbc9-bbcd31ddd6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1 - Title slides</Template>
  <TotalTime>1517</TotalTime>
  <Words>980</Words>
  <Application>Microsoft Macintosh PowerPoint</Application>
  <PresentationFormat>Widescreen</PresentationFormat>
  <Paragraphs>345</Paragraphs>
  <Slides>21</Slides>
  <Notes>13</Notes>
  <HiddenSlides>1</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21</vt:i4>
      </vt:variant>
    </vt:vector>
  </HeadingPairs>
  <TitlesOfParts>
    <vt:vector size="34" baseType="lpstr">
      <vt:lpstr>Aptos</vt:lpstr>
      <vt:lpstr>Arial</vt:lpstr>
      <vt:lpstr>Cambria Math</vt:lpstr>
      <vt:lpstr>Trebuchet MS</vt:lpstr>
      <vt:lpstr>Wingdings</vt:lpstr>
      <vt:lpstr>1 - Title slides</vt:lpstr>
      <vt:lpstr>2 - Chapter title slides</vt:lpstr>
      <vt:lpstr>3 - Light body slides</vt:lpstr>
      <vt:lpstr>4 - Dark body slides</vt:lpstr>
      <vt:lpstr>5 - Colourful slides</vt:lpstr>
      <vt:lpstr>6 - End slides</vt:lpstr>
      <vt:lpstr>8 - Resources</vt:lpstr>
      <vt:lpstr>1_3 - Light body slides</vt:lpstr>
      <vt:lpstr>PowerPoint Presentation</vt:lpstr>
      <vt:lpstr>Section contents</vt:lpstr>
      <vt:lpstr>PowerPoint Presentation</vt:lpstr>
      <vt:lpstr>PowerPoint Presentation</vt:lpstr>
      <vt:lpstr>PowerPoint Presentation</vt:lpstr>
      <vt:lpstr>Missing data</vt:lpstr>
      <vt:lpstr>Missing data</vt:lpstr>
      <vt:lpstr>Missing data</vt:lpstr>
      <vt:lpstr>Missing data</vt:lpstr>
      <vt:lpstr>Data normalization</vt:lpstr>
      <vt:lpstr>Data normalization</vt:lpstr>
      <vt:lpstr>Categorical features</vt:lpstr>
      <vt:lpstr>Categorical features</vt:lpstr>
      <vt:lpstr>How complex should our model be?</vt:lpstr>
      <vt:lpstr>What is the goal of machine learning? (vs. statistics)</vt:lpstr>
      <vt:lpstr>Train-test splitting</vt:lpstr>
      <vt:lpstr>Train-test splitting</vt:lpstr>
      <vt:lpstr>Train-test splitting</vt:lpstr>
      <vt:lpstr>Train-test splitting</vt:lpstr>
      <vt:lpstr>PowerPoint Presentation</vt:lpstr>
      <vt:lpstr>Data leakage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Jolan Heyse</dc:creator>
  <cp:lastModifiedBy>Jolan Heyse</cp:lastModifiedBy>
  <cp:revision>1</cp:revision>
  <dcterms:created xsi:type="dcterms:W3CDTF">2026-02-27T09:20:55Z</dcterms:created>
  <dcterms:modified xsi:type="dcterms:W3CDTF">2026-03-31T10:19:17Z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0x010100EC511F386D030F4B8CF7456444C35157</vt:lpwstr>
  </property>
  <property fmtid="{D5CDD505-2E9C-101B-9397-08002B2CF9AE}" pid="3" name="MediaServiceImageTags">
    <vt:lpwstr/>
  </property>
</Properties>
</file>