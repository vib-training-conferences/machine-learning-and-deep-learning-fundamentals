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6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860" r:id="rId5"/>
    <p:sldMasterId id="2147483752" r:id="rId6"/>
    <p:sldMasterId id="2147483890" r:id="rId7"/>
    <p:sldMasterId id="2147483891" r:id="rId8"/>
    <p:sldMasterId id="2147483711" r:id="rId9"/>
    <p:sldMasterId id="2147483913" r:id="rId10"/>
    <p:sldMasterId id="2147483935" r:id="rId11"/>
  </p:sldMasterIdLst>
  <p:notesMasterIdLst>
    <p:notesMasterId r:id="rId41"/>
  </p:notesMasterIdLst>
  <p:handoutMasterIdLst>
    <p:handoutMasterId r:id="rId42"/>
  </p:handoutMasterIdLst>
  <p:sldIdLst>
    <p:sldId id="380" r:id="rId12"/>
    <p:sldId id="452" r:id="rId13"/>
    <p:sldId id="453" r:id="rId14"/>
    <p:sldId id="454" r:id="rId15"/>
    <p:sldId id="506" r:id="rId16"/>
    <p:sldId id="457" r:id="rId17"/>
    <p:sldId id="455" r:id="rId18"/>
    <p:sldId id="456" r:id="rId19"/>
    <p:sldId id="458" r:id="rId20"/>
    <p:sldId id="460" r:id="rId21"/>
    <p:sldId id="462" r:id="rId22"/>
    <p:sldId id="463" r:id="rId23"/>
    <p:sldId id="466" r:id="rId24"/>
    <p:sldId id="477" r:id="rId25"/>
    <p:sldId id="464" r:id="rId26"/>
    <p:sldId id="465" r:id="rId27"/>
    <p:sldId id="478" r:id="rId28"/>
    <p:sldId id="467" r:id="rId29"/>
    <p:sldId id="468" r:id="rId30"/>
    <p:sldId id="469" r:id="rId31"/>
    <p:sldId id="446" r:id="rId32"/>
    <p:sldId id="470" r:id="rId33"/>
    <p:sldId id="471" r:id="rId34"/>
    <p:sldId id="472" r:id="rId35"/>
    <p:sldId id="473" r:id="rId36"/>
    <p:sldId id="476" r:id="rId37"/>
    <p:sldId id="474" r:id="rId38"/>
    <p:sldId id="475" r:id="rId39"/>
    <p:sldId id="461" r:id="rId4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21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orient="horz" pos="2931" userDrawn="1">
          <p15:clr>
            <a:srgbClr val="A4A3A4"/>
          </p15:clr>
        </p15:guide>
        <p15:guide id="4" orient="horz" pos="2137" userDrawn="1">
          <p15:clr>
            <a:srgbClr val="A4A3A4"/>
          </p15:clr>
        </p15:guide>
        <p15:guide id="5" orient="horz" pos="1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311BA8-933E-02E3-D02C-66D699C11360}" name="Matheus Lourenço" initials="ML" userId="S::matheus.lourenco@vib.be::d44209e8-f0d6-4c43-b6b0-f6a25df5667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3B93"/>
    <a:srgbClr val="C2AFD0"/>
    <a:srgbClr val="ED4D6B"/>
    <a:srgbClr val="D1E4F7"/>
    <a:srgbClr val="617FC0"/>
    <a:srgbClr val="A1C1FF"/>
    <a:srgbClr val="CCEDED"/>
    <a:srgbClr val="E82E4F"/>
    <a:srgbClr val="00205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F2ED6C-1AAE-FB4D-9419-11F1FB5A05FC}" v="81" dt="2026-03-31T10:39:15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/>
    <p:restoredTop sz="88082"/>
  </p:normalViewPr>
  <p:slideViewPr>
    <p:cSldViewPr snapToGrid="0">
      <p:cViewPr varScale="1">
        <p:scale>
          <a:sx n="97" d="100"/>
          <a:sy n="97" d="100"/>
        </p:scale>
        <p:origin x="1816" y="472"/>
      </p:cViewPr>
      <p:guideLst>
        <p:guide orient="horz" pos="3521"/>
        <p:guide pos="551"/>
        <p:guide orient="horz" pos="2931"/>
        <p:guide orient="horz" pos="2137"/>
        <p:guide orient="horz" pos="107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microsoft.com/office/2018/10/relationships/authors" Target="author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tableStyles" Target="tableStyles.xml"/><Relationship Id="rId20" Type="http://schemas.openxmlformats.org/officeDocument/2006/relationships/slide" Target="slides/slide9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lan Heyse" userId="960fa660-ab54-4cd3-b9d2-159a5d7ebdb8" providerId="ADAL" clId="{63D4EA39-128F-5223-85F2-0699DF93DF01}"/>
    <pc:docChg chg="undo custSel addSld delSld modSld sldOrd">
      <pc:chgData name="Jolan Heyse" userId="960fa660-ab54-4cd3-b9d2-159a5d7ebdb8" providerId="ADAL" clId="{63D4EA39-128F-5223-85F2-0699DF93DF01}" dt="2026-03-31T13:31:45.437" v="956" actId="20577"/>
      <pc:docMkLst>
        <pc:docMk/>
      </pc:docMkLst>
      <pc:sldChg chg="addSp delSp modSp mod">
        <pc:chgData name="Jolan Heyse" userId="960fa660-ab54-4cd3-b9d2-159a5d7ebdb8" providerId="ADAL" clId="{63D4EA39-128F-5223-85F2-0699DF93DF01}" dt="2026-03-13T12:03:16.363" v="633" actId="21"/>
        <pc:sldMkLst>
          <pc:docMk/>
          <pc:sldMk cId="3352376161" sldId="380"/>
        </pc:sldMkLst>
        <pc:spChg chg="mod">
          <ac:chgData name="Jolan Heyse" userId="960fa660-ab54-4cd3-b9d2-159a5d7ebdb8" providerId="ADAL" clId="{63D4EA39-128F-5223-85F2-0699DF93DF01}" dt="2026-03-10T16:32:28.853" v="1" actId="20577"/>
          <ac:spMkLst>
            <pc:docMk/>
            <pc:sldMk cId="3352376161" sldId="380"/>
            <ac:spMk id="15" creationId="{B0D1A852-732D-F7AF-A027-AB37B08F3A47}"/>
          </ac:spMkLst>
        </pc:spChg>
      </pc:sldChg>
      <pc:sldChg chg="addSp delSp modSp add mod modAnim">
        <pc:chgData name="Jolan Heyse" userId="960fa660-ab54-4cd3-b9d2-159a5d7ebdb8" providerId="ADAL" clId="{63D4EA39-128F-5223-85F2-0699DF93DF01}" dt="2026-03-31T10:36:22.512" v="935"/>
        <pc:sldMkLst>
          <pc:docMk/>
          <pc:sldMk cId="2619645063" sldId="446"/>
        </pc:sldMkLst>
        <pc:spChg chg="add mod">
          <ac:chgData name="Jolan Heyse" userId="960fa660-ab54-4cd3-b9d2-159a5d7ebdb8" providerId="ADAL" clId="{63D4EA39-128F-5223-85F2-0699DF93DF01}" dt="2026-03-31T10:36:10.840" v="934" actId="1076"/>
          <ac:spMkLst>
            <pc:docMk/>
            <pc:sldMk cId="2619645063" sldId="446"/>
            <ac:spMk id="2" creationId="{9FF0DF75-6797-F1DD-705D-51F1737925F7}"/>
          </ac:spMkLst>
        </pc:spChg>
        <pc:spChg chg="mod">
          <ac:chgData name="Jolan Heyse" userId="960fa660-ab54-4cd3-b9d2-159a5d7ebdb8" providerId="ADAL" clId="{63D4EA39-128F-5223-85F2-0699DF93DF01}" dt="2026-03-31T10:34:18.775" v="841" actId="1076"/>
          <ac:spMkLst>
            <pc:docMk/>
            <pc:sldMk cId="2619645063" sldId="446"/>
            <ac:spMk id="25" creationId="{579F4E13-9801-8D19-3C72-E5341A1789BB}"/>
          </ac:spMkLst>
        </pc:spChg>
        <pc:spChg chg="mod">
          <ac:chgData name="Jolan Heyse" userId="960fa660-ab54-4cd3-b9d2-159a5d7ebdb8" providerId="ADAL" clId="{63D4EA39-128F-5223-85F2-0699DF93DF01}" dt="2026-03-31T10:34:18.775" v="841" actId="1076"/>
          <ac:spMkLst>
            <pc:docMk/>
            <pc:sldMk cId="2619645063" sldId="446"/>
            <ac:spMk id="26" creationId="{DEDB1C6A-A362-39D0-647F-FC6E31131909}"/>
          </ac:spMkLst>
        </pc:spChg>
        <pc:spChg chg="mod">
          <ac:chgData name="Jolan Heyse" userId="960fa660-ab54-4cd3-b9d2-159a5d7ebdb8" providerId="ADAL" clId="{63D4EA39-128F-5223-85F2-0699DF93DF01}" dt="2026-03-31T10:34:18.775" v="841" actId="1076"/>
          <ac:spMkLst>
            <pc:docMk/>
            <pc:sldMk cId="2619645063" sldId="446"/>
            <ac:spMk id="27" creationId="{68AF143F-C60A-7008-1720-7E0388D68E11}"/>
          </ac:spMkLst>
        </pc:spChg>
        <pc:spChg chg="mod">
          <ac:chgData name="Jolan Heyse" userId="960fa660-ab54-4cd3-b9d2-159a5d7ebdb8" providerId="ADAL" clId="{63D4EA39-128F-5223-85F2-0699DF93DF01}" dt="2026-03-31T10:34:18.775" v="841" actId="1076"/>
          <ac:spMkLst>
            <pc:docMk/>
            <pc:sldMk cId="2619645063" sldId="446"/>
            <ac:spMk id="28" creationId="{8488A499-39D4-2BD6-DD7D-C5D3BE4497A1}"/>
          </ac:spMkLst>
        </pc:spChg>
        <pc:grpChg chg="mod">
          <ac:chgData name="Jolan Heyse" userId="960fa660-ab54-4cd3-b9d2-159a5d7ebdb8" providerId="ADAL" clId="{63D4EA39-128F-5223-85F2-0699DF93DF01}" dt="2026-03-31T10:34:18.775" v="841" actId="1076"/>
          <ac:grpSpMkLst>
            <pc:docMk/>
            <pc:sldMk cId="2619645063" sldId="446"/>
            <ac:grpSpMk id="24" creationId="{F438C606-5B32-3AE5-6D0F-162B3339A34D}"/>
          </ac:grpSpMkLst>
        </pc:grpChg>
      </pc:sldChg>
      <pc:sldChg chg="modSp mod modNotesTx">
        <pc:chgData name="Jolan Heyse" userId="960fa660-ab54-4cd3-b9d2-159a5d7ebdb8" providerId="ADAL" clId="{63D4EA39-128F-5223-85F2-0699DF93DF01}" dt="2026-03-10T16:34:03.786" v="8" actId="20577"/>
        <pc:sldMkLst>
          <pc:docMk/>
          <pc:sldMk cId="2099208210" sldId="452"/>
        </pc:sldMkLst>
        <pc:spChg chg="mod">
          <ac:chgData name="Jolan Heyse" userId="960fa660-ab54-4cd3-b9d2-159a5d7ebdb8" providerId="ADAL" clId="{63D4EA39-128F-5223-85F2-0699DF93DF01}" dt="2026-03-10T16:32:50.684" v="4" actId="403"/>
          <ac:spMkLst>
            <pc:docMk/>
            <pc:sldMk cId="2099208210" sldId="452"/>
            <ac:spMk id="5" creationId="{3D870880-26E9-2530-4966-082EB106D788}"/>
          </ac:spMkLst>
        </pc:spChg>
        <pc:spChg chg="mod">
          <ac:chgData name="Jolan Heyse" userId="960fa660-ab54-4cd3-b9d2-159a5d7ebdb8" providerId="ADAL" clId="{63D4EA39-128F-5223-85F2-0699DF93DF01}" dt="2026-03-10T16:32:54.001" v="5" actId="403"/>
          <ac:spMkLst>
            <pc:docMk/>
            <pc:sldMk cId="2099208210" sldId="452"/>
            <ac:spMk id="7" creationId="{3CBCC0A9-59E4-3210-8C2F-79878BBC525B}"/>
          </ac:spMkLst>
        </pc:spChg>
      </pc:sldChg>
      <pc:sldChg chg="modSp mod modNotesTx">
        <pc:chgData name="Jolan Heyse" userId="960fa660-ab54-4cd3-b9d2-159a5d7ebdb8" providerId="ADAL" clId="{63D4EA39-128F-5223-85F2-0699DF93DF01}" dt="2026-03-10T16:45:44.529" v="291" actId="14100"/>
        <pc:sldMkLst>
          <pc:docMk/>
          <pc:sldMk cId="2177256769" sldId="453"/>
        </pc:sldMkLst>
        <pc:spChg chg="mod">
          <ac:chgData name="Jolan Heyse" userId="960fa660-ab54-4cd3-b9d2-159a5d7ebdb8" providerId="ADAL" clId="{63D4EA39-128F-5223-85F2-0699DF93DF01}" dt="2026-03-10T16:45:44.529" v="291" actId="14100"/>
          <ac:spMkLst>
            <pc:docMk/>
            <pc:sldMk cId="2177256769" sldId="453"/>
            <ac:spMk id="18" creationId="{B9CB1884-10D4-6C85-4E67-F8FD905B0608}"/>
          </ac:spMkLst>
        </pc:spChg>
      </pc:sldChg>
      <pc:sldChg chg="addSp modSp mod modNotesTx">
        <pc:chgData name="Jolan Heyse" userId="960fa660-ab54-4cd3-b9d2-159a5d7ebdb8" providerId="ADAL" clId="{63D4EA39-128F-5223-85F2-0699DF93DF01}" dt="2026-03-31T10:22:11.882" v="778"/>
        <pc:sldMkLst>
          <pc:docMk/>
          <pc:sldMk cId="882969168" sldId="454"/>
        </pc:sldMkLst>
        <pc:spChg chg="add mod">
          <ac:chgData name="Jolan Heyse" userId="960fa660-ab54-4cd3-b9d2-159a5d7ebdb8" providerId="ADAL" clId="{63D4EA39-128F-5223-85F2-0699DF93DF01}" dt="2026-03-31T10:22:11.882" v="778"/>
          <ac:spMkLst>
            <pc:docMk/>
            <pc:sldMk cId="882969168" sldId="454"/>
            <ac:spMk id="5" creationId="{80190265-DA7C-F997-67E4-8F24058A9959}"/>
          </ac:spMkLst>
        </pc:spChg>
        <pc:spChg chg="mod">
          <ac:chgData name="Jolan Heyse" userId="960fa660-ab54-4cd3-b9d2-159a5d7ebdb8" providerId="ADAL" clId="{63D4EA39-128F-5223-85F2-0699DF93DF01}" dt="2026-03-10T16:34:19.715" v="12" actId="1076"/>
          <ac:spMkLst>
            <pc:docMk/>
            <pc:sldMk cId="882969168" sldId="454"/>
            <ac:spMk id="18" creationId="{026B26B2-33E0-2D68-F262-57BE697BC1D8}"/>
          </ac:spMkLst>
        </pc:spChg>
      </pc:sldChg>
      <pc:sldChg chg="modSp mod ord modAnim modNotesTx">
        <pc:chgData name="Jolan Heyse" userId="960fa660-ab54-4cd3-b9d2-159a5d7ebdb8" providerId="ADAL" clId="{63D4EA39-128F-5223-85F2-0699DF93DF01}" dt="2026-03-31T10:28:57.262" v="828"/>
        <pc:sldMkLst>
          <pc:docMk/>
          <pc:sldMk cId="4216660370" sldId="455"/>
        </pc:sldMkLst>
        <pc:spChg chg="mod">
          <ac:chgData name="Jolan Heyse" userId="960fa660-ab54-4cd3-b9d2-159a5d7ebdb8" providerId="ADAL" clId="{63D4EA39-128F-5223-85F2-0699DF93DF01}" dt="2026-03-10T16:35:13.489" v="27" actId="403"/>
          <ac:spMkLst>
            <pc:docMk/>
            <pc:sldMk cId="4216660370" sldId="455"/>
            <ac:spMk id="19" creationId="{FFA124CB-7085-9FDA-3C22-3DD58E2E4DE2}"/>
          </ac:spMkLst>
        </pc:spChg>
      </pc:sldChg>
      <pc:sldChg chg="modSp mod modNotesTx">
        <pc:chgData name="Jolan Heyse" userId="960fa660-ab54-4cd3-b9d2-159a5d7ebdb8" providerId="ADAL" clId="{63D4EA39-128F-5223-85F2-0699DF93DF01}" dt="2026-03-10T16:37:32.168" v="43" actId="20577"/>
        <pc:sldMkLst>
          <pc:docMk/>
          <pc:sldMk cId="994161543" sldId="456"/>
        </pc:sldMkLst>
        <pc:spChg chg="mod">
          <ac:chgData name="Jolan Heyse" userId="960fa660-ab54-4cd3-b9d2-159a5d7ebdb8" providerId="ADAL" clId="{63D4EA39-128F-5223-85F2-0699DF93DF01}" dt="2026-03-10T16:36:07.735" v="30" actId="14100"/>
          <ac:spMkLst>
            <pc:docMk/>
            <pc:sldMk cId="994161543" sldId="456"/>
            <ac:spMk id="98" creationId="{3D5A02BE-84B9-DCB6-DD71-0918AA200D40}"/>
          </ac:spMkLst>
        </pc:spChg>
        <pc:spChg chg="mod">
          <ac:chgData name="Jolan Heyse" userId="960fa660-ab54-4cd3-b9d2-159a5d7ebdb8" providerId="ADAL" clId="{63D4EA39-128F-5223-85F2-0699DF93DF01}" dt="2026-03-10T16:35:54.289" v="28" actId="403"/>
          <ac:spMkLst>
            <pc:docMk/>
            <pc:sldMk cId="994161543" sldId="456"/>
            <ac:spMk id="99" creationId="{2C5F1392-0EC7-0035-B723-EBCF2B56B159}"/>
          </ac:spMkLst>
        </pc:spChg>
      </pc:sldChg>
      <pc:sldChg chg="modSp mod modNotesTx">
        <pc:chgData name="Jolan Heyse" userId="960fa660-ab54-4cd3-b9d2-159a5d7ebdb8" providerId="ADAL" clId="{63D4EA39-128F-5223-85F2-0699DF93DF01}" dt="2026-03-10T16:34:59.852" v="25" actId="20577"/>
        <pc:sldMkLst>
          <pc:docMk/>
          <pc:sldMk cId="4289384358" sldId="457"/>
        </pc:sldMkLst>
        <pc:spChg chg="mod">
          <ac:chgData name="Jolan Heyse" userId="960fa660-ab54-4cd3-b9d2-159a5d7ebdb8" providerId="ADAL" clId="{63D4EA39-128F-5223-85F2-0699DF93DF01}" dt="2026-03-10T16:34:43.065" v="20" actId="1076"/>
          <ac:spMkLst>
            <pc:docMk/>
            <pc:sldMk cId="4289384358" sldId="457"/>
            <ac:spMk id="4" creationId="{856AB830-414E-6B9A-E219-DC644BEA19C4}"/>
          </ac:spMkLst>
        </pc:spChg>
        <pc:spChg chg="mod">
          <ac:chgData name="Jolan Heyse" userId="960fa660-ab54-4cd3-b9d2-159a5d7ebdb8" providerId="ADAL" clId="{63D4EA39-128F-5223-85F2-0699DF93DF01}" dt="2026-03-10T16:34:50.322" v="24" actId="207"/>
          <ac:spMkLst>
            <pc:docMk/>
            <pc:sldMk cId="4289384358" sldId="457"/>
            <ac:spMk id="6" creationId="{4D32B085-1817-4EA1-F7E8-6ABA9FE5AB44}"/>
          </ac:spMkLst>
        </pc:spChg>
      </pc:sldChg>
      <pc:sldChg chg="modSp mod modNotesTx">
        <pc:chgData name="Jolan Heyse" userId="960fa660-ab54-4cd3-b9d2-159a5d7ebdb8" providerId="ADAL" clId="{63D4EA39-128F-5223-85F2-0699DF93DF01}" dt="2026-03-31T10:29:57.955" v="831" actId="20577"/>
        <pc:sldMkLst>
          <pc:docMk/>
          <pc:sldMk cId="475787551" sldId="458"/>
        </pc:sldMkLst>
        <pc:spChg chg="mod">
          <ac:chgData name="Jolan Heyse" userId="960fa660-ab54-4cd3-b9d2-159a5d7ebdb8" providerId="ADAL" clId="{63D4EA39-128F-5223-85F2-0699DF93DF01}" dt="2026-03-31T10:29:57.955" v="831" actId="20577"/>
          <ac:spMkLst>
            <pc:docMk/>
            <pc:sldMk cId="475787551" sldId="458"/>
            <ac:spMk id="6" creationId="{D12D640F-947F-786C-CE0A-FF8960394BB0}"/>
          </ac:spMkLst>
        </pc:spChg>
      </pc:sldChg>
      <pc:sldChg chg="modSp mod modAnim modShow modNotesTx">
        <pc:chgData name="Jolan Heyse" userId="960fa660-ab54-4cd3-b9d2-159a5d7ebdb8" providerId="ADAL" clId="{63D4EA39-128F-5223-85F2-0699DF93DF01}" dt="2026-03-31T10:31:22.648" v="832"/>
        <pc:sldMkLst>
          <pc:docMk/>
          <pc:sldMk cId="89308243" sldId="460"/>
        </pc:sldMkLst>
        <pc:picChg chg="mod">
          <ac:chgData name="Jolan Heyse" userId="960fa660-ab54-4cd3-b9d2-159a5d7ebdb8" providerId="ADAL" clId="{63D4EA39-128F-5223-85F2-0699DF93DF01}" dt="2026-03-10T16:37:17.332" v="42" actId="14100"/>
          <ac:picMkLst>
            <pc:docMk/>
            <pc:sldMk cId="89308243" sldId="460"/>
            <ac:picMk id="8" creationId="{5009B5A4-F0C4-DD57-153B-3A5DEFA16785}"/>
          </ac:picMkLst>
        </pc:picChg>
        <pc:picChg chg="mod">
          <ac:chgData name="Jolan Heyse" userId="960fa660-ab54-4cd3-b9d2-159a5d7ebdb8" providerId="ADAL" clId="{63D4EA39-128F-5223-85F2-0699DF93DF01}" dt="2026-03-10T16:37:17.332" v="42" actId="14100"/>
          <ac:picMkLst>
            <pc:docMk/>
            <pc:sldMk cId="89308243" sldId="460"/>
            <ac:picMk id="11" creationId="{E12C8516-B65E-8C45-D211-6732C93AEB12}"/>
          </ac:picMkLst>
        </pc:picChg>
        <pc:picChg chg="mod">
          <ac:chgData name="Jolan Heyse" userId="960fa660-ab54-4cd3-b9d2-159a5d7ebdb8" providerId="ADAL" clId="{63D4EA39-128F-5223-85F2-0699DF93DF01}" dt="2026-03-10T16:37:17.332" v="42" actId="14100"/>
          <ac:picMkLst>
            <pc:docMk/>
            <pc:sldMk cId="89308243" sldId="460"/>
            <ac:picMk id="12" creationId="{9C3F1AEA-2094-59B2-20FB-3B77A3572882}"/>
          </ac:picMkLst>
        </pc:picChg>
      </pc:sldChg>
      <pc:sldChg chg="modSp mod modAnim modNotesTx">
        <pc:chgData name="Jolan Heyse" userId="960fa660-ab54-4cd3-b9d2-159a5d7ebdb8" providerId="ADAL" clId="{63D4EA39-128F-5223-85F2-0699DF93DF01}" dt="2026-03-31T10:39:15.227" v="955"/>
        <pc:sldMkLst>
          <pc:docMk/>
          <pc:sldMk cId="3883366628" sldId="461"/>
        </pc:sldMkLst>
        <pc:spChg chg="mod">
          <ac:chgData name="Jolan Heyse" userId="960fa660-ab54-4cd3-b9d2-159a5d7ebdb8" providerId="ADAL" clId="{63D4EA39-128F-5223-85F2-0699DF93DF01}" dt="2026-03-10T16:59:40.024" v="628" actId="1582"/>
          <ac:spMkLst>
            <pc:docMk/>
            <pc:sldMk cId="3883366628" sldId="461"/>
            <ac:spMk id="5" creationId="{6763CC32-F0FE-1DC8-D9C1-653E0ACF136F}"/>
          </ac:spMkLst>
        </pc:spChg>
        <pc:spChg chg="mod">
          <ac:chgData name="Jolan Heyse" userId="960fa660-ab54-4cd3-b9d2-159a5d7ebdb8" providerId="ADAL" clId="{63D4EA39-128F-5223-85F2-0699DF93DF01}" dt="2026-03-10T16:59:40.024" v="628" actId="1582"/>
          <ac:spMkLst>
            <pc:docMk/>
            <pc:sldMk cId="3883366628" sldId="461"/>
            <ac:spMk id="6" creationId="{C440B07B-6C86-610A-8CBD-02F20BEEA56A}"/>
          </ac:spMkLst>
        </pc:spChg>
        <pc:spChg chg="mod">
          <ac:chgData name="Jolan Heyse" userId="960fa660-ab54-4cd3-b9d2-159a5d7ebdb8" providerId="ADAL" clId="{63D4EA39-128F-5223-85F2-0699DF93DF01}" dt="2026-03-10T16:59:40.024" v="628" actId="1582"/>
          <ac:spMkLst>
            <pc:docMk/>
            <pc:sldMk cId="3883366628" sldId="461"/>
            <ac:spMk id="7" creationId="{9839F4C9-CD40-AB75-ED19-D119F7CD232B}"/>
          </ac:spMkLst>
        </pc:spChg>
        <pc:spChg chg="mod">
          <ac:chgData name="Jolan Heyse" userId="960fa660-ab54-4cd3-b9d2-159a5d7ebdb8" providerId="ADAL" clId="{63D4EA39-128F-5223-85F2-0699DF93DF01}" dt="2026-03-10T16:59:40.024" v="628" actId="1582"/>
          <ac:spMkLst>
            <pc:docMk/>
            <pc:sldMk cId="3883366628" sldId="461"/>
            <ac:spMk id="9" creationId="{232A6864-1C85-AC9A-A0BA-FBB29A07C295}"/>
          </ac:spMkLst>
        </pc:spChg>
        <pc:spChg chg="mod">
          <ac:chgData name="Jolan Heyse" userId="960fa660-ab54-4cd3-b9d2-159a5d7ebdb8" providerId="ADAL" clId="{63D4EA39-128F-5223-85F2-0699DF93DF01}" dt="2026-03-10T16:59:29.791" v="626" actId="1582"/>
          <ac:spMkLst>
            <pc:docMk/>
            <pc:sldMk cId="3883366628" sldId="461"/>
            <ac:spMk id="37" creationId="{5D6DB33F-BA39-6506-3D66-276E8D5905F2}"/>
          </ac:spMkLst>
        </pc:spChg>
        <pc:spChg chg="mod">
          <ac:chgData name="Jolan Heyse" userId="960fa660-ab54-4cd3-b9d2-159a5d7ebdb8" providerId="ADAL" clId="{63D4EA39-128F-5223-85F2-0699DF93DF01}" dt="2026-03-24T10:26:24.830" v="777" actId="20577"/>
          <ac:spMkLst>
            <pc:docMk/>
            <pc:sldMk cId="3883366628" sldId="461"/>
            <ac:spMk id="38" creationId="{EFD3B7E8-4DEF-0891-4EDA-690645725E72}"/>
          </ac:spMkLst>
        </pc:spChg>
        <pc:spChg chg="mod">
          <ac:chgData name="Jolan Heyse" userId="960fa660-ab54-4cd3-b9d2-159a5d7ebdb8" providerId="ADAL" clId="{63D4EA39-128F-5223-85F2-0699DF93DF01}" dt="2026-03-10T16:59:58.209" v="629" actId="14100"/>
          <ac:spMkLst>
            <pc:docMk/>
            <pc:sldMk cId="3883366628" sldId="461"/>
            <ac:spMk id="39" creationId="{E909B947-8598-FAF8-5511-1B6E4DB88A01}"/>
          </ac:spMkLst>
        </pc:spChg>
        <pc:spChg chg="mod">
          <ac:chgData name="Jolan Heyse" userId="960fa660-ab54-4cd3-b9d2-159a5d7ebdb8" providerId="ADAL" clId="{63D4EA39-128F-5223-85F2-0699DF93DF01}" dt="2026-03-10T16:58:33.366" v="606" actId="403"/>
          <ac:spMkLst>
            <pc:docMk/>
            <pc:sldMk cId="3883366628" sldId="461"/>
            <ac:spMk id="77" creationId="{DC883DE8-00F9-412D-27D6-D61B4FB0FF2C}"/>
          </ac:spMkLst>
        </pc:spChg>
        <pc:spChg chg="mod">
          <ac:chgData name="Jolan Heyse" userId="960fa660-ab54-4cd3-b9d2-159a5d7ebdb8" providerId="ADAL" clId="{63D4EA39-128F-5223-85F2-0699DF93DF01}" dt="2026-03-10T16:58:33.366" v="606" actId="403"/>
          <ac:spMkLst>
            <pc:docMk/>
            <pc:sldMk cId="3883366628" sldId="461"/>
            <ac:spMk id="78" creationId="{AD381095-7A33-97D6-9F2C-742976FC3A70}"/>
          </ac:spMkLst>
        </pc:spChg>
        <pc:cxnChg chg="mod">
          <ac:chgData name="Jolan Heyse" userId="960fa660-ab54-4cd3-b9d2-159a5d7ebdb8" providerId="ADAL" clId="{63D4EA39-128F-5223-85F2-0699DF93DF01}" dt="2026-03-10T16:59:17.674" v="623" actId="1582"/>
          <ac:cxnSpMkLst>
            <pc:docMk/>
            <pc:sldMk cId="3883366628" sldId="461"/>
            <ac:cxnSpMk id="11" creationId="{07685976-274C-AE73-2945-C7438A1DB813}"/>
          </ac:cxnSpMkLst>
        </pc:cxnChg>
        <pc:cxnChg chg="mod">
          <ac:chgData name="Jolan Heyse" userId="960fa660-ab54-4cd3-b9d2-159a5d7ebdb8" providerId="ADAL" clId="{63D4EA39-128F-5223-85F2-0699DF93DF01}" dt="2026-03-10T16:59:17.674" v="623" actId="1582"/>
          <ac:cxnSpMkLst>
            <pc:docMk/>
            <pc:sldMk cId="3883366628" sldId="461"/>
            <ac:cxnSpMk id="12" creationId="{B40EA20D-C1BC-87D8-D7DD-2CC22AC94BB1}"/>
          </ac:cxnSpMkLst>
        </pc:cxnChg>
        <pc:cxnChg chg="mod">
          <ac:chgData name="Jolan Heyse" userId="960fa660-ab54-4cd3-b9d2-159a5d7ebdb8" providerId="ADAL" clId="{63D4EA39-128F-5223-85F2-0699DF93DF01}" dt="2026-03-10T16:59:17.674" v="623" actId="1582"/>
          <ac:cxnSpMkLst>
            <pc:docMk/>
            <pc:sldMk cId="3883366628" sldId="461"/>
            <ac:cxnSpMk id="16" creationId="{4DA0B97D-1E27-C7A4-D67D-CB721930570E}"/>
          </ac:cxnSpMkLst>
        </pc:cxnChg>
        <pc:cxnChg chg="mod">
          <ac:chgData name="Jolan Heyse" userId="960fa660-ab54-4cd3-b9d2-159a5d7ebdb8" providerId="ADAL" clId="{63D4EA39-128F-5223-85F2-0699DF93DF01}" dt="2026-03-10T16:59:17.674" v="623" actId="1582"/>
          <ac:cxnSpMkLst>
            <pc:docMk/>
            <pc:sldMk cId="3883366628" sldId="461"/>
            <ac:cxnSpMk id="20" creationId="{8EB740E5-8497-9833-04C9-93357C541BAC}"/>
          </ac:cxnSpMkLst>
        </pc:cxnChg>
        <pc:cxnChg chg="mod">
          <ac:chgData name="Jolan Heyse" userId="960fa660-ab54-4cd3-b9d2-159a5d7ebdb8" providerId="ADAL" clId="{63D4EA39-128F-5223-85F2-0699DF93DF01}" dt="2026-03-10T16:59:09.608" v="622" actId="1582"/>
          <ac:cxnSpMkLst>
            <pc:docMk/>
            <pc:sldMk cId="3883366628" sldId="461"/>
            <ac:cxnSpMk id="76" creationId="{AE27B341-655D-8E80-E9E2-9296231CB5A4}"/>
          </ac:cxnSpMkLst>
        </pc:cxnChg>
      </pc:sldChg>
      <pc:sldChg chg="addSp modSp mod modNotesTx">
        <pc:chgData name="Jolan Heyse" userId="960fa660-ab54-4cd3-b9d2-159a5d7ebdb8" providerId="ADAL" clId="{63D4EA39-128F-5223-85F2-0699DF93DF01}" dt="2026-03-10T16:41:05.933" v="175" actId="20577"/>
        <pc:sldMkLst>
          <pc:docMk/>
          <pc:sldMk cId="1036111423" sldId="462"/>
        </pc:sldMkLst>
        <pc:spChg chg="add mod">
          <ac:chgData name="Jolan Heyse" userId="960fa660-ab54-4cd3-b9d2-159a5d7ebdb8" providerId="ADAL" clId="{63D4EA39-128F-5223-85F2-0699DF93DF01}" dt="2026-03-10T16:41:05.933" v="175" actId="20577"/>
          <ac:spMkLst>
            <pc:docMk/>
            <pc:sldMk cId="1036111423" sldId="462"/>
            <ac:spMk id="3" creationId="{0DE80A10-1D96-6B94-346A-6C4D3DA61F1C}"/>
          </ac:spMkLst>
        </pc:spChg>
      </pc:sldChg>
      <pc:sldChg chg="addSp modSp mod modNotesTx">
        <pc:chgData name="Jolan Heyse" userId="960fa660-ab54-4cd3-b9d2-159a5d7ebdb8" providerId="ADAL" clId="{63D4EA39-128F-5223-85F2-0699DF93DF01}" dt="2026-03-10T16:41:20.880" v="257" actId="20577"/>
        <pc:sldMkLst>
          <pc:docMk/>
          <pc:sldMk cId="1773783021" sldId="463"/>
        </pc:sldMkLst>
        <pc:spChg chg="add mod">
          <ac:chgData name="Jolan Heyse" userId="960fa660-ab54-4cd3-b9d2-159a5d7ebdb8" providerId="ADAL" clId="{63D4EA39-128F-5223-85F2-0699DF93DF01}" dt="2026-03-10T16:41:20.880" v="257" actId="20577"/>
          <ac:spMkLst>
            <pc:docMk/>
            <pc:sldMk cId="1773783021" sldId="463"/>
            <ac:spMk id="3" creationId="{0D1FB21D-455C-E5C1-51F0-F4D775B39660}"/>
          </ac:spMkLst>
        </pc:spChg>
      </pc:sldChg>
      <pc:sldChg chg="modSp mod modNotesTx">
        <pc:chgData name="Jolan Heyse" userId="960fa660-ab54-4cd3-b9d2-159a5d7ebdb8" providerId="ADAL" clId="{63D4EA39-128F-5223-85F2-0699DF93DF01}" dt="2026-03-31T10:32:42.439" v="835" actId="20577"/>
        <pc:sldMkLst>
          <pc:docMk/>
          <pc:sldMk cId="2294911835" sldId="464"/>
        </pc:sldMkLst>
        <pc:spChg chg="mod">
          <ac:chgData name="Jolan Heyse" userId="960fa660-ab54-4cd3-b9d2-159a5d7ebdb8" providerId="ADAL" clId="{63D4EA39-128F-5223-85F2-0699DF93DF01}" dt="2026-03-31T10:32:42.439" v="835" actId="20577"/>
          <ac:spMkLst>
            <pc:docMk/>
            <pc:sldMk cId="2294911835" sldId="464"/>
            <ac:spMk id="4" creationId="{08A7A10C-BABD-A977-C092-7DAF9AFDF1D7}"/>
          </ac:spMkLst>
        </pc:spChg>
        <pc:picChg chg="mod">
          <ac:chgData name="Jolan Heyse" userId="960fa660-ab54-4cd3-b9d2-159a5d7ebdb8" providerId="ADAL" clId="{63D4EA39-128F-5223-85F2-0699DF93DF01}" dt="2026-03-24T10:10:48.148" v="700" actId="14100"/>
          <ac:picMkLst>
            <pc:docMk/>
            <pc:sldMk cId="2294911835" sldId="464"/>
            <ac:picMk id="3" creationId="{6C6FD3B1-BE6E-CB5C-405F-308F746DFF1C}"/>
          </ac:picMkLst>
        </pc:picChg>
      </pc:sldChg>
      <pc:sldChg chg="modNotesTx">
        <pc:chgData name="Jolan Heyse" userId="960fa660-ab54-4cd3-b9d2-159a5d7ebdb8" providerId="ADAL" clId="{63D4EA39-128F-5223-85F2-0699DF93DF01}" dt="2026-03-10T16:45:00.640" v="284" actId="20577"/>
        <pc:sldMkLst>
          <pc:docMk/>
          <pc:sldMk cId="1325255740" sldId="465"/>
        </pc:sldMkLst>
      </pc:sldChg>
      <pc:sldChg chg="delSp modSp mod modNotesTx">
        <pc:chgData name="Jolan Heyse" userId="960fa660-ab54-4cd3-b9d2-159a5d7ebdb8" providerId="ADAL" clId="{63D4EA39-128F-5223-85F2-0699DF93DF01}" dt="2026-03-24T10:06:40.093" v="638" actId="478"/>
        <pc:sldMkLst>
          <pc:docMk/>
          <pc:sldMk cId="2535029735" sldId="466"/>
        </pc:sldMkLst>
        <pc:spChg chg="mod">
          <ac:chgData name="Jolan Heyse" userId="960fa660-ab54-4cd3-b9d2-159a5d7ebdb8" providerId="ADAL" clId="{63D4EA39-128F-5223-85F2-0699DF93DF01}" dt="2026-03-10T16:42:15.865" v="271" actId="207"/>
          <ac:spMkLst>
            <pc:docMk/>
            <pc:sldMk cId="2535029735" sldId="466"/>
            <ac:spMk id="5" creationId="{0CEEFCC0-9D60-E36D-AAAC-41DA082AC366}"/>
          </ac:spMkLst>
        </pc:spChg>
        <pc:spChg chg="mod">
          <ac:chgData name="Jolan Heyse" userId="960fa660-ab54-4cd3-b9d2-159a5d7ebdb8" providerId="ADAL" clId="{63D4EA39-128F-5223-85F2-0699DF93DF01}" dt="2026-03-10T16:41:48.882" v="268" actId="1076"/>
          <ac:spMkLst>
            <pc:docMk/>
            <pc:sldMk cId="2535029735" sldId="466"/>
            <ac:spMk id="9" creationId="{5897774D-4E4A-721D-9629-937AFC838D21}"/>
          </ac:spMkLst>
        </pc:spChg>
      </pc:sldChg>
      <pc:sldChg chg="modSp mod modNotesTx">
        <pc:chgData name="Jolan Heyse" userId="960fa660-ab54-4cd3-b9d2-159a5d7ebdb8" providerId="ADAL" clId="{63D4EA39-128F-5223-85F2-0699DF93DF01}" dt="2026-03-10T16:46:32.209" v="302" actId="14100"/>
        <pc:sldMkLst>
          <pc:docMk/>
          <pc:sldMk cId="61179427" sldId="467"/>
        </pc:sldMkLst>
        <pc:spChg chg="mod">
          <ac:chgData name="Jolan Heyse" userId="960fa660-ab54-4cd3-b9d2-159a5d7ebdb8" providerId="ADAL" clId="{63D4EA39-128F-5223-85F2-0699DF93DF01}" dt="2026-03-10T16:45:13.814" v="287" actId="207"/>
          <ac:spMkLst>
            <pc:docMk/>
            <pc:sldMk cId="61179427" sldId="467"/>
            <ac:spMk id="3" creationId="{13D7FC32-5CA7-BCA9-926D-115F966459F0}"/>
          </ac:spMkLst>
        </pc:spChg>
        <pc:picChg chg="mod">
          <ac:chgData name="Jolan Heyse" userId="960fa660-ab54-4cd3-b9d2-159a5d7ebdb8" providerId="ADAL" clId="{63D4EA39-128F-5223-85F2-0699DF93DF01}" dt="2026-03-10T16:46:32.209" v="302" actId="14100"/>
          <ac:picMkLst>
            <pc:docMk/>
            <pc:sldMk cId="61179427" sldId="467"/>
            <ac:picMk id="57346" creationId="{E9B6151C-D881-A725-B363-BC8A969F10A9}"/>
          </ac:picMkLst>
        </pc:picChg>
      </pc:sldChg>
      <pc:sldChg chg="modSp mod modNotesTx">
        <pc:chgData name="Jolan Heyse" userId="960fa660-ab54-4cd3-b9d2-159a5d7ebdb8" providerId="ADAL" clId="{63D4EA39-128F-5223-85F2-0699DF93DF01}" dt="2026-03-10T16:50:30.920" v="371" actId="20577"/>
        <pc:sldMkLst>
          <pc:docMk/>
          <pc:sldMk cId="154754498" sldId="468"/>
        </pc:sldMkLst>
        <pc:spChg chg="mod">
          <ac:chgData name="Jolan Heyse" userId="960fa660-ab54-4cd3-b9d2-159a5d7ebdb8" providerId="ADAL" clId="{63D4EA39-128F-5223-85F2-0699DF93DF01}" dt="2026-03-10T16:47:32.918" v="317" actId="404"/>
          <ac:spMkLst>
            <pc:docMk/>
            <pc:sldMk cId="154754498" sldId="468"/>
            <ac:spMk id="6" creationId="{90E2412E-9492-A129-DB81-115EF8FA32AE}"/>
          </ac:spMkLst>
        </pc:spChg>
        <pc:spChg chg="mod">
          <ac:chgData name="Jolan Heyse" userId="960fa660-ab54-4cd3-b9d2-159a5d7ebdb8" providerId="ADAL" clId="{63D4EA39-128F-5223-85F2-0699DF93DF01}" dt="2026-03-10T16:47:32.918" v="317" actId="404"/>
          <ac:spMkLst>
            <pc:docMk/>
            <pc:sldMk cId="154754498" sldId="468"/>
            <ac:spMk id="11" creationId="{231A7B53-181D-1D7F-1BC5-AAF0F5EE0168}"/>
          </ac:spMkLst>
        </pc:spChg>
        <pc:picChg chg="mod">
          <ac:chgData name="Jolan Heyse" userId="960fa660-ab54-4cd3-b9d2-159a5d7ebdb8" providerId="ADAL" clId="{63D4EA39-128F-5223-85F2-0699DF93DF01}" dt="2026-03-10T16:47:23.961" v="314" actId="1076"/>
          <ac:picMkLst>
            <pc:docMk/>
            <pc:sldMk cId="154754498" sldId="468"/>
            <ac:picMk id="57346" creationId="{C6EB74DB-6AE1-3A43-C083-92D360A562F0}"/>
          </ac:picMkLst>
        </pc:picChg>
      </pc:sldChg>
      <pc:sldChg chg="modNotesTx">
        <pc:chgData name="Jolan Heyse" userId="960fa660-ab54-4cd3-b9d2-159a5d7ebdb8" providerId="ADAL" clId="{63D4EA39-128F-5223-85F2-0699DF93DF01}" dt="2026-03-10T16:50:33.161" v="372" actId="20577"/>
        <pc:sldMkLst>
          <pc:docMk/>
          <pc:sldMk cId="3390311085" sldId="469"/>
        </pc:sldMkLst>
      </pc:sldChg>
      <pc:sldChg chg="modSp mod modAnim modNotesTx">
        <pc:chgData name="Jolan Heyse" userId="960fa660-ab54-4cd3-b9d2-159a5d7ebdb8" providerId="ADAL" clId="{63D4EA39-128F-5223-85F2-0699DF93DF01}" dt="2026-03-31T10:35:00.904" v="886" actId="20577"/>
        <pc:sldMkLst>
          <pc:docMk/>
          <pc:sldMk cId="152809972" sldId="470"/>
        </pc:sldMkLst>
        <pc:spChg chg="mod">
          <ac:chgData name="Jolan Heyse" userId="960fa660-ab54-4cd3-b9d2-159a5d7ebdb8" providerId="ADAL" clId="{63D4EA39-128F-5223-85F2-0699DF93DF01}" dt="2026-03-10T16:49:06.314" v="318" actId="403"/>
          <ac:spMkLst>
            <pc:docMk/>
            <pc:sldMk cId="152809972" sldId="470"/>
            <ac:spMk id="3" creationId="{A739A1F1-8DD3-20F5-0AED-AC1B459B81EB}"/>
          </ac:spMkLst>
        </pc:spChg>
        <pc:spChg chg="mod">
          <ac:chgData name="Jolan Heyse" userId="960fa660-ab54-4cd3-b9d2-159a5d7ebdb8" providerId="ADAL" clId="{63D4EA39-128F-5223-85F2-0699DF93DF01}" dt="2026-03-10T16:50:14.461" v="369" actId="1076"/>
          <ac:spMkLst>
            <pc:docMk/>
            <pc:sldMk cId="152809972" sldId="470"/>
            <ac:spMk id="4" creationId="{46DA86B6-042B-FF83-42A0-BC3E15B57EEA}"/>
          </ac:spMkLst>
        </pc:spChg>
        <pc:spChg chg="mod">
          <ac:chgData name="Jolan Heyse" userId="960fa660-ab54-4cd3-b9d2-159a5d7ebdb8" providerId="ADAL" clId="{63D4EA39-128F-5223-85F2-0699DF93DF01}" dt="2026-03-31T10:35:00.904" v="886" actId="20577"/>
          <ac:spMkLst>
            <pc:docMk/>
            <pc:sldMk cId="152809972" sldId="470"/>
            <ac:spMk id="5" creationId="{F626A893-1CF1-0F70-9303-FE3DD0641227}"/>
          </ac:spMkLst>
        </pc:spChg>
        <pc:spChg chg="mod">
          <ac:chgData name="Jolan Heyse" userId="960fa660-ab54-4cd3-b9d2-159a5d7ebdb8" providerId="ADAL" clId="{63D4EA39-128F-5223-85F2-0699DF93DF01}" dt="2026-03-10T16:49:15.724" v="335" actId="1038"/>
          <ac:spMkLst>
            <pc:docMk/>
            <pc:sldMk cId="152809972" sldId="470"/>
            <ac:spMk id="11" creationId="{F3710F8E-46A5-7C06-FE7B-59BB18F1DF15}"/>
          </ac:spMkLst>
        </pc:spChg>
        <pc:spChg chg="mod">
          <ac:chgData name="Jolan Heyse" userId="960fa660-ab54-4cd3-b9d2-159a5d7ebdb8" providerId="ADAL" clId="{63D4EA39-128F-5223-85F2-0699DF93DF01}" dt="2026-03-10T16:49:15.724" v="335" actId="1038"/>
          <ac:spMkLst>
            <pc:docMk/>
            <pc:sldMk cId="152809972" sldId="470"/>
            <ac:spMk id="12" creationId="{691BCEAC-0039-B8B9-2522-D12E5686262C}"/>
          </ac:spMkLst>
        </pc:spChg>
        <pc:cxnChg chg="mod">
          <ac:chgData name="Jolan Heyse" userId="960fa660-ab54-4cd3-b9d2-159a5d7ebdb8" providerId="ADAL" clId="{63D4EA39-128F-5223-85F2-0699DF93DF01}" dt="2026-03-10T16:49:31.550" v="359" actId="1582"/>
          <ac:cxnSpMkLst>
            <pc:docMk/>
            <pc:sldMk cId="152809972" sldId="470"/>
            <ac:cxnSpMk id="7" creationId="{A4A8780D-7A45-74BF-67FF-93F50135D8AE}"/>
          </ac:cxnSpMkLst>
        </pc:cxnChg>
        <pc:cxnChg chg="mod">
          <ac:chgData name="Jolan Heyse" userId="960fa660-ab54-4cd3-b9d2-159a5d7ebdb8" providerId="ADAL" clId="{63D4EA39-128F-5223-85F2-0699DF93DF01}" dt="2026-03-10T16:49:31.550" v="359" actId="1582"/>
          <ac:cxnSpMkLst>
            <pc:docMk/>
            <pc:sldMk cId="152809972" sldId="470"/>
            <ac:cxnSpMk id="8" creationId="{1DAF9750-F1A1-ABB4-8524-93D4409BD228}"/>
          </ac:cxnSpMkLst>
        </pc:cxnChg>
      </pc:sldChg>
      <pc:sldChg chg="modSp mod modNotesTx">
        <pc:chgData name="Jolan Heyse" userId="960fa660-ab54-4cd3-b9d2-159a5d7ebdb8" providerId="ADAL" clId="{63D4EA39-128F-5223-85F2-0699DF93DF01}" dt="2026-03-31T10:37:13.657" v="952" actId="1076"/>
        <pc:sldMkLst>
          <pc:docMk/>
          <pc:sldMk cId="3132581702" sldId="471"/>
        </pc:sldMkLst>
        <pc:spChg chg="mod">
          <ac:chgData name="Jolan Heyse" userId="960fa660-ab54-4cd3-b9d2-159a5d7ebdb8" providerId="ADAL" clId="{63D4EA39-128F-5223-85F2-0699DF93DF01}" dt="2026-03-31T10:36:42.047" v="944" actId="20577"/>
          <ac:spMkLst>
            <pc:docMk/>
            <pc:sldMk cId="3132581702" sldId="471"/>
            <ac:spMk id="6" creationId="{C05F99AD-C1C9-3FB4-8B44-93B1238D814C}"/>
          </ac:spMkLst>
        </pc:spChg>
        <pc:spChg chg="mod">
          <ac:chgData name="Jolan Heyse" userId="960fa660-ab54-4cd3-b9d2-159a5d7ebdb8" providerId="ADAL" clId="{63D4EA39-128F-5223-85F2-0699DF93DF01}" dt="2026-03-31T10:37:06.106" v="949" actId="1076"/>
          <ac:spMkLst>
            <pc:docMk/>
            <pc:sldMk cId="3132581702" sldId="471"/>
            <ac:spMk id="9" creationId="{2DA22321-C721-E23A-EED4-CC14FF7E2300}"/>
          </ac:spMkLst>
        </pc:spChg>
        <pc:spChg chg="mod">
          <ac:chgData name="Jolan Heyse" userId="960fa660-ab54-4cd3-b9d2-159a5d7ebdb8" providerId="ADAL" clId="{63D4EA39-128F-5223-85F2-0699DF93DF01}" dt="2026-03-31T10:37:13.657" v="952" actId="1076"/>
          <ac:spMkLst>
            <pc:docMk/>
            <pc:sldMk cId="3132581702" sldId="471"/>
            <ac:spMk id="10" creationId="{9F94F1F1-E58C-CA59-9063-B35C244F24BC}"/>
          </ac:spMkLst>
        </pc:spChg>
        <pc:spChg chg="mod">
          <ac:chgData name="Jolan Heyse" userId="960fa660-ab54-4cd3-b9d2-159a5d7ebdb8" providerId="ADAL" clId="{63D4EA39-128F-5223-85F2-0699DF93DF01}" dt="2026-03-31T10:37:11.474" v="951" actId="1076"/>
          <ac:spMkLst>
            <pc:docMk/>
            <pc:sldMk cId="3132581702" sldId="471"/>
            <ac:spMk id="13" creationId="{1B1648F8-2E5A-97D8-7AE7-99AE9997982C}"/>
          </ac:spMkLst>
        </pc:spChg>
      </pc:sldChg>
      <pc:sldChg chg="addSp modSp mod modAnim modNotesTx">
        <pc:chgData name="Jolan Heyse" userId="960fa660-ab54-4cd3-b9d2-159a5d7ebdb8" providerId="ADAL" clId="{63D4EA39-128F-5223-85F2-0699DF93DF01}" dt="2026-03-10T16:55:50.483" v="475" actId="20577"/>
        <pc:sldMkLst>
          <pc:docMk/>
          <pc:sldMk cId="3532297193" sldId="472"/>
        </pc:sldMkLst>
        <pc:spChg chg="mod">
          <ac:chgData name="Jolan Heyse" userId="960fa660-ab54-4cd3-b9d2-159a5d7ebdb8" providerId="ADAL" clId="{63D4EA39-128F-5223-85F2-0699DF93DF01}" dt="2026-03-10T16:51:57.827" v="392" actId="1076"/>
          <ac:spMkLst>
            <pc:docMk/>
            <pc:sldMk cId="3532297193" sldId="472"/>
            <ac:spMk id="3" creationId="{A2A13A77-8D19-2D77-ED88-356161A8146E}"/>
          </ac:spMkLst>
        </pc:spChg>
        <pc:spChg chg="mod">
          <ac:chgData name="Jolan Heyse" userId="960fa660-ab54-4cd3-b9d2-159a5d7ebdb8" providerId="ADAL" clId="{63D4EA39-128F-5223-85F2-0699DF93DF01}" dt="2026-03-10T16:51:43.994" v="388" actId="1076"/>
          <ac:spMkLst>
            <pc:docMk/>
            <pc:sldMk cId="3532297193" sldId="472"/>
            <ac:spMk id="4" creationId="{6EE5B5C7-0FFE-AC7C-7501-D25ABF961E0F}"/>
          </ac:spMkLst>
        </pc:spChg>
        <pc:spChg chg="mod">
          <ac:chgData name="Jolan Heyse" userId="960fa660-ab54-4cd3-b9d2-159a5d7ebdb8" providerId="ADAL" clId="{63D4EA39-128F-5223-85F2-0699DF93DF01}" dt="2026-03-10T16:51:52.826" v="391" actId="1076"/>
          <ac:spMkLst>
            <pc:docMk/>
            <pc:sldMk cId="3532297193" sldId="472"/>
            <ac:spMk id="5" creationId="{031F6CE9-6F5C-B4D8-07A6-821AAF5FCB90}"/>
          </ac:spMkLst>
        </pc:spChg>
        <pc:spChg chg="add mod">
          <ac:chgData name="Jolan Heyse" userId="960fa660-ab54-4cd3-b9d2-159a5d7ebdb8" providerId="ADAL" clId="{63D4EA39-128F-5223-85F2-0699DF93DF01}" dt="2026-03-10T16:53:27.598" v="428" actId="207"/>
          <ac:spMkLst>
            <pc:docMk/>
            <pc:sldMk cId="3532297193" sldId="472"/>
            <ac:spMk id="6" creationId="{6F84DF70-998F-AD7F-B739-CD1DBE4EA021}"/>
          </ac:spMkLst>
        </pc:spChg>
        <pc:spChg chg="mod">
          <ac:chgData name="Jolan Heyse" userId="960fa660-ab54-4cd3-b9d2-159a5d7ebdb8" providerId="ADAL" clId="{63D4EA39-128F-5223-85F2-0699DF93DF01}" dt="2026-03-10T16:51:50.344" v="390" actId="1076"/>
          <ac:spMkLst>
            <pc:docMk/>
            <pc:sldMk cId="3532297193" sldId="472"/>
            <ac:spMk id="7" creationId="{A95FDA89-EC14-44AA-6366-B50EB03D8E89}"/>
          </ac:spMkLst>
        </pc:spChg>
        <pc:spChg chg="add mod">
          <ac:chgData name="Jolan Heyse" userId="960fa660-ab54-4cd3-b9d2-159a5d7ebdb8" providerId="ADAL" clId="{63D4EA39-128F-5223-85F2-0699DF93DF01}" dt="2026-03-10T16:55:09.092" v="473" actId="1076"/>
          <ac:spMkLst>
            <pc:docMk/>
            <pc:sldMk cId="3532297193" sldId="472"/>
            <ac:spMk id="12" creationId="{73021DB5-BA56-0740-F17A-6EE063BE03F8}"/>
          </ac:spMkLst>
        </pc:spChg>
        <pc:spChg chg="add mod">
          <ac:chgData name="Jolan Heyse" userId="960fa660-ab54-4cd3-b9d2-159a5d7ebdb8" providerId="ADAL" clId="{63D4EA39-128F-5223-85F2-0699DF93DF01}" dt="2026-03-10T16:55:02.427" v="472" actId="1036"/>
          <ac:spMkLst>
            <pc:docMk/>
            <pc:sldMk cId="3532297193" sldId="472"/>
            <ac:spMk id="14" creationId="{40AC6975-D5A1-82AE-3A04-8AF7EC01414C}"/>
          </ac:spMkLst>
        </pc:spChg>
        <pc:spChg chg="add mod">
          <ac:chgData name="Jolan Heyse" userId="960fa660-ab54-4cd3-b9d2-159a5d7ebdb8" providerId="ADAL" clId="{63D4EA39-128F-5223-85F2-0699DF93DF01}" dt="2026-03-10T16:55:02.427" v="472" actId="1036"/>
          <ac:spMkLst>
            <pc:docMk/>
            <pc:sldMk cId="3532297193" sldId="472"/>
            <ac:spMk id="18" creationId="{13E0D721-D662-916C-CDED-F478D69B9937}"/>
          </ac:spMkLst>
        </pc:spChg>
        <pc:cxnChg chg="add mod">
          <ac:chgData name="Jolan Heyse" userId="960fa660-ab54-4cd3-b9d2-159a5d7ebdb8" providerId="ADAL" clId="{63D4EA39-128F-5223-85F2-0699DF93DF01}" dt="2026-03-10T16:52:41.577" v="420" actId="1582"/>
          <ac:cxnSpMkLst>
            <pc:docMk/>
            <pc:sldMk cId="3532297193" sldId="472"/>
            <ac:cxnSpMk id="9" creationId="{38E4D1B8-284A-C3F9-4D94-C7EF85EDF07C}"/>
          </ac:cxnSpMkLst>
        </pc:cxnChg>
        <pc:cxnChg chg="add mod">
          <ac:chgData name="Jolan Heyse" userId="960fa660-ab54-4cd3-b9d2-159a5d7ebdb8" providerId="ADAL" clId="{63D4EA39-128F-5223-85F2-0699DF93DF01}" dt="2026-03-10T16:55:02.427" v="472" actId="1036"/>
          <ac:cxnSpMkLst>
            <pc:docMk/>
            <pc:sldMk cId="3532297193" sldId="472"/>
            <ac:cxnSpMk id="11" creationId="{D74B69DF-4D9C-9A3B-5ED1-366586AE7392}"/>
          </ac:cxnSpMkLst>
        </pc:cxnChg>
        <pc:cxnChg chg="add mod">
          <ac:chgData name="Jolan Heyse" userId="960fa660-ab54-4cd3-b9d2-159a5d7ebdb8" providerId="ADAL" clId="{63D4EA39-128F-5223-85F2-0699DF93DF01}" dt="2026-03-10T16:55:02.427" v="472" actId="1036"/>
          <ac:cxnSpMkLst>
            <pc:docMk/>
            <pc:sldMk cId="3532297193" sldId="472"/>
            <ac:cxnSpMk id="13" creationId="{A94EFD3D-0652-7F88-1130-DD6D3E6ACEA3}"/>
          </ac:cxnSpMkLst>
        </pc:cxnChg>
        <pc:cxnChg chg="add mod">
          <ac:chgData name="Jolan Heyse" userId="960fa660-ab54-4cd3-b9d2-159a5d7ebdb8" providerId="ADAL" clId="{63D4EA39-128F-5223-85F2-0699DF93DF01}" dt="2026-03-10T16:55:02.427" v="472" actId="1036"/>
          <ac:cxnSpMkLst>
            <pc:docMk/>
            <pc:sldMk cId="3532297193" sldId="472"/>
            <ac:cxnSpMk id="17" creationId="{1F07BA81-CF70-649F-972A-5912E335E1A1}"/>
          </ac:cxnSpMkLst>
        </pc:cxnChg>
      </pc:sldChg>
      <pc:sldChg chg="modNotesTx">
        <pc:chgData name="Jolan Heyse" userId="960fa660-ab54-4cd3-b9d2-159a5d7ebdb8" providerId="ADAL" clId="{63D4EA39-128F-5223-85F2-0699DF93DF01}" dt="2026-03-10T16:55:52.625" v="476" actId="20577"/>
        <pc:sldMkLst>
          <pc:docMk/>
          <pc:sldMk cId="2518937195" sldId="473"/>
        </pc:sldMkLst>
      </pc:sldChg>
      <pc:sldChg chg="modNotesTx">
        <pc:chgData name="Jolan Heyse" userId="960fa660-ab54-4cd3-b9d2-159a5d7ebdb8" providerId="ADAL" clId="{63D4EA39-128F-5223-85F2-0699DF93DF01}" dt="2026-03-10T16:55:57.307" v="478" actId="20577"/>
        <pc:sldMkLst>
          <pc:docMk/>
          <pc:sldMk cId="4111672171" sldId="474"/>
        </pc:sldMkLst>
      </pc:sldChg>
      <pc:sldChg chg="addSp modSp mod modNotesTx">
        <pc:chgData name="Jolan Heyse" userId="960fa660-ab54-4cd3-b9d2-159a5d7ebdb8" providerId="ADAL" clId="{63D4EA39-128F-5223-85F2-0699DF93DF01}" dt="2026-03-10T16:57:48.830" v="605" actId="58"/>
        <pc:sldMkLst>
          <pc:docMk/>
          <pc:sldMk cId="2422256925" sldId="475"/>
        </pc:sldMkLst>
        <pc:spChg chg="add mod">
          <ac:chgData name="Jolan Heyse" userId="960fa660-ab54-4cd3-b9d2-159a5d7ebdb8" providerId="ADAL" clId="{63D4EA39-128F-5223-85F2-0699DF93DF01}" dt="2026-03-10T16:57:48.830" v="605" actId="58"/>
          <ac:spMkLst>
            <pc:docMk/>
            <pc:sldMk cId="2422256925" sldId="475"/>
            <ac:spMk id="3" creationId="{9DE056EB-6AB6-DF44-B11C-6008BCF3BA91}"/>
          </ac:spMkLst>
        </pc:spChg>
      </pc:sldChg>
      <pc:sldChg chg="modNotesTx">
        <pc:chgData name="Jolan Heyse" userId="960fa660-ab54-4cd3-b9d2-159a5d7ebdb8" providerId="ADAL" clId="{63D4EA39-128F-5223-85F2-0699DF93DF01}" dt="2026-03-10T16:55:55.273" v="477" actId="20577"/>
        <pc:sldMkLst>
          <pc:docMk/>
          <pc:sldMk cId="264312082" sldId="476"/>
        </pc:sldMkLst>
      </pc:sldChg>
      <pc:sldChg chg="add">
        <pc:chgData name="Jolan Heyse" userId="960fa660-ab54-4cd3-b9d2-159a5d7ebdb8" providerId="ADAL" clId="{63D4EA39-128F-5223-85F2-0699DF93DF01}" dt="2026-03-24T10:06:35.542" v="637" actId="2890"/>
        <pc:sldMkLst>
          <pc:docMk/>
          <pc:sldMk cId="1480173333" sldId="477"/>
        </pc:sldMkLst>
      </pc:sldChg>
      <pc:sldChg chg="addSp delSp modSp new mod">
        <pc:chgData name="Jolan Heyse" userId="960fa660-ab54-4cd3-b9d2-159a5d7ebdb8" providerId="ADAL" clId="{63D4EA39-128F-5223-85F2-0699DF93DF01}" dt="2026-03-31T10:33:24.140" v="840" actId="1076"/>
        <pc:sldMkLst>
          <pc:docMk/>
          <pc:sldMk cId="915895834" sldId="478"/>
        </pc:sldMkLst>
        <pc:spChg chg="del">
          <ac:chgData name="Jolan Heyse" userId="960fa660-ab54-4cd3-b9d2-159a5d7ebdb8" providerId="ADAL" clId="{63D4EA39-128F-5223-85F2-0699DF93DF01}" dt="2026-03-31T10:33:21.559" v="839" actId="478"/>
          <ac:spMkLst>
            <pc:docMk/>
            <pc:sldMk cId="915895834" sldId="478"/>
            <ac:spMk id="2" creationId="{16312587-0A8F-5BC4-6A71-C19AFE9B63B8}"/>
          </ac:spMkLst>
        </pc:spChg>
        <pc:spChg chg="del mod">
          <ac:chgData name="Jolan Heyse" userId="960fa660-ab54-4cd3-b9d2-159a5d7ebdb8" providerId="ADAL" clId="{63D4EA39-128F-5223-85F2-0699DF93DF01}" dt="2026-03-31T10:33:17.577" v="837" actId="478"/>
          <ac:spMkLst>
            <pc:docMk/>
            <pc:sldMk cId="915895834" sldId="478"/>
            <ac:spMk id="3" creationId="{5DC92C5D-BBBD-7E04-520E-985F6378DE69}"/>
          </ac:spMkLst>
        </pc:spChg>
        <pc:spChg chg="add del mod">
          <ac:chgData name="Jolan Heyse" userId="960fa660-ab54-4cd3-b9d2-159a5d7ebdb8" providerId="ADAL" clId="{63D4EA39-128F-5223-85F2-0699DF93DF01}" dt="2026-03-31T10:33:20.144" v="838" actId="478"/>
          <ac:spMkLst>
            <pc:docMk/>
            <pc:sldMk cId="915895834" sldId="478"/>
            <ac:spMk id="6" creationId="{E88C318B-2FFF-4C5C-169F-FECE320FDEAE}"/>
          </ac:spMkLst>
        </pc:spChg>
        <pc:picChg chg="add mod">
          <ac:chgData name="Jolan Heyse" userId="960fa660-ab54-4cd3-b9d2-159a5d7ebdb8" providerId="ADAL" clId="{63D4EA39-128F-5223-85F2-0699DF93DF01}" dt="2026-03-31T10:33:24.140" v="840" actId="1076"/>
          <ac:picMkLst>
            <pc:docMk/>
            <pc:sldMk cId="915895834" sldId="478"/>
            <ac:picMk id="4" creationId="{B904A9CA-4920-0D5C-3C33-299D822FEBA7}"/>
          </ac:picMkLst>
        </pc:picChg>
      </pc:sldChg>
      <pc:sldChg chg="modSp add mod modNotesTx">
        <pc:chgData name="Jolan Heyse" userId="960fa660-ab54-4cd3-b9d2-159a5d7ebdb8" providerId="ADAL" clId="{63D4EA39-128F-5223-85F2-0699DF93DF01}" dt="2026-03-31T13:31:45.437" v="956" actId="20577"/>
        <pc:sldMkLst>
          <pc:docMk/>
          <pc:sldMk cId="4134510515" sldId="506"/>
        </pc:sldMkLst>
        <pc:spChg chg="mod">
          <ac:chgData name="Jolan Heyse" userId="960fa660-ab54-4cd3-b9d2-159a5d7ebdb8" providerId="ADAL" clId="{63D4EA39-128F-5223-85F2-0699DF93DF01}" dt="2026-03-31T10:28:10.661" v="827" actId="20577"/>
          <ac:spMkLst>
            <pc:docMk/>
            <pc:sldMk cId="4134510515" sldId="506"/>
            <ac:spMk id="4" creationId="{27FC4C45-9B20-AA41-4B5A-0BE83AF0A7E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1281F7-D938-640D-0E4A-0855AC9ED1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96DFAD-5558-4BDD-F34D-D1563E8E8F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D6ADD-B21C-E948-AA04-DCFC50B51270}" type="datetimeFigureOut">
              <a:rPr lang="en-BE" smtClean="0"/>
              <a:t>3/31/26</a:t>
            </a:fld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40D42-69DB-4AE7-F156-C620991F75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0471F-1FE7-7945-A53A-D70D6E2125E3}" type="slidenum">
              <a:rPr lang="en-BE" smtClean="0"/>
              <a:t>‹#›</a:t>
            </a:fld>
            <a:endParaRPr lang="en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8925A-4D42-40F9-6535-2110A38B0D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51" t="24623" r="16868" b="24268"/>
          <a:stretch/>
        </p:blipFill>
        <p:spPr>
          <a:xfrm>
            <a:off x="138545" y="8685213"/>
            <a:ext cx="658351" cy="34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1651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71814-10B7-DF4E-B6E5-F469B8DD27A5}" type="datetimeFigureOut">
              <a:rPr lang="en-BE" smtClean="0"/>
              <a:t>3/31/26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728FA-C277-644A-B7A0-E50FFC1951C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84839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B2950-E858-FD75-C5A8-BF29BC689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2049B-B6F8-A861-379E-27F90CAC7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B5E8B-EC2B-D9A7-6842-163A6C5FC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1E775-770A-2B1C-8CD0-B128097B6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200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34ADD-0553-B2D3-2881-7603CBA2F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FF109-13E7-F578-3D57-F6D7BE990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22F7B-F1A7-825A-850F-71F8047F0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EA102-D750-21AB-B1E6-0F403BEA19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022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30A82-3462-DF08-204F-490D4138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2209A7-4C1B-BD68-FB71-E9EFFAD6A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994A3B-4A86-4442-42B3-7B95273CD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2C886-FE94-01D8-2BE9-D1953618F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6755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9046E-3AB8-7A72-877D-2F252C03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0B13C-6292-4EC1-CA81-4486B3935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BEC3F4-4611-43A0-7A58-E3587B431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1B81F-CB5A-EDDE-CE5F-9E3347832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41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73A94-6DBE-84AE-28DE-183DAA314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9E88B-7EC2-6A40-0312-ABAEC4D98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FDFFC-94F2-B049-79CF-A0CF779DB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58CC2-BC8C-3DE4-060D-FBA60DAE6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525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E5C18-99C1-D606-7A20-66C873DC7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54B5E-7684-EE6D-2E33-5DB2DF89B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ACA71B-4CA8-5CC0-E518-895B90292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1361C-926C-03CF-3FFA-6D7534A08F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2672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68572-D576-6084-43FB-47322B972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D0F0F-D511-785D-7E48-6D80779E2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662CD-E55D-0CC2-5E8B-DD7941D2B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9A668-9C4B-C574-75BA-C0533265F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2575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F9615-FA42-869E-5971-E4A334AA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C14EA-C089-4C0C-5BBA-5C893A8A2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A285A-C03D-B6C3-47FC-B4C11E1AA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F286F-E927-1AC0-D8F6-6F2AEA852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061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14FC0-8FCC-7B86-E7E7-596D55E21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6D926-BDE4-CDC4-71A5-293D5C3A0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22487D-8EA6-7893-E534-007B71401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F7C09-7D2A-A531-B89C-692EBB628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5787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EA75E-A3C1-7DFD-5092-73F2F0BC6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23B9AB-8E51-5D0A-66B7-02018CEE5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7D523-64F3-B379-FDAE-BCD59C587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A225E-8C77-19CB-210A-787BA68CA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59926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0C424-A411-0E31-9C50-9B86620C1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50865-B2D2-0D90-E468-17A90A3BD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2464DE-D833-FB2A-D086-338677083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4B4D0-D205-5FB9-74FD-0B790BE3D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9900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13FD1-38AA-D40B-F867-86ED109DB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F44DF-2A56-2929-F9AF-1D9838042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833A4-1A4D-1EB7-0601-F91CF8C8F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C46B7-CF39-D35D-3C6E-692865255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795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EEEA3-998B-5113-B440-99A2DE36A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EAC4B-5D26-2150-B394-1D9251748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BB51B-D843-6E19-9A7B-76972B2BA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77C0E-7639-C248-6CFA-E4687C1C4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6927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CB1DC-BB51-E6E7-55FD-756B3CDFF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426F1-643B-00A5-A69A-42416C4B9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0660B-2D30-B3B1-C0A3-8E9FBD3E0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4173A-A6B8-E60A-A948-81361F1C9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0459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73ADC-7106-F31B-90E4-81DDDB03C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54A07-09EB-E9E8-4E8C-F2F2129F9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C9426-E13B-2825-026A-0C5532866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8968C-A533-5183-A543-2A17C02A5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10164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3504-407E-7DB7-3E84-1A5EF6FFA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4BEECF-542E-D5C7-BB28-59F795C07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12D56-0A67-1C05-8F0C-CA661BC98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9DC54-5D8D-B23A-BC97-173231602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49663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1F735-9DDC-C0E9-2623-1F032826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F13C3-686D-B455-973C-909206DBE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E9D0BF-F259-1632-916F-BE691FA70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9D7D8-90C4-FE76-F036-19300CCCF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9527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63975-ED7E-B204-BA68-B6701BA4C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B3388-9D7F-8A85-EEBD-62C76852A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858C9-D49C-7936-DB36-D78CDC47E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71465-925F-1247-156D-77063DC31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67671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FFE2C-7710-0724-A887-9E288A20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9A862-63ED-2B7C-BEDE-F1D54B04F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4F03E-65E1-1824-4C9F-E9942F010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B475E-8CA9-8C7C-2FFA-20D06CD84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10512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8B190-92F3-CDF6-DCEE-4BB78B5AE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28B87-E245-65C2-9959-31D1C5098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6B2811-9970-50A9-EB85-9C1B10387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11AE7-5E77-5497-3238-D065B1B3A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99115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99333-3EB1-1F71-BC22-C930B8CF9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FA4B33-E0F1-3AE5-E28D-7B1C256F0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9B9DB-7858-6289-71E6-6137E1DEB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0BAE6-455D-811F-6795-D851BF84D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0958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F434D-C560-DB65-A6A3-476D8B53D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9A236-DE7B-F386-94B9-0A2DAB04D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C07BC-4110-BD64-3DB7-8EF0E6C0E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9CF9B-829C-7B82-E8C4-9B4EE99FA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68755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EF5E8-29D0-2844-3ED8-A22011686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6E6FA-2541-C7E2-9AEA-771BC6B14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D7EF9-5720-C03C-6313-E28792136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046D8-1680-CEF5-D45B-E8F1ADE50F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1469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76B5A-0968-E58B-C5DB-7A63058A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B9899-6EFA-2B88-9EE1-1201B4419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31E13-9FAC-6C1D-1713-59E949764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925B1-0B9D-4720-479B-DD52050BC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17985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C4567-14F6-718C-88C4-4C4F48A9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47DBE-4D21-17A9-0056-2B4FEC459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AFCFF-322A-2C2F-33BA-84C7DFE87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A607E-7F16-EE65-4158-C64D9980D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15595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4B763-3F50-E064-4FA7-4B451516F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ABF9B-62E9-3B94-EE2C-074E0F9F8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46381-934F-CE6E-663D-A1BC4ED5D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7A8FC-42D9-2B19-7A9A-341FC9428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89215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61C1B-E6F7-5290-1D67-0052B1329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D05BB-A72D-F09D-2FB3-418826E3A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35E4CD-95F5-9423-FEB6-473B18FA3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81B82-44D8-999E-7DFB-B4F11F5DB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545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9.sv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Layouts/_rels/slideLayout2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9.svg"/><Relationship Id="rId21" Type="http://schemas.openxmlformats.org/officeDocument/2006/relationships/image" Target="../media/image34.svg"/><Relationship Id="rId42" Type="http://schemas.openxmlformats.org/officeDocument/2006/relationships/image" Target="../media/image55.svg"/><Relationship Id="rId47" Type="http://schemas.openxmlformats.org/officeDocument/2006/relationships/image" Target="../media/image60.svg"/><Relationship Id="rId63" Type="http://schemas.openxmlformats.org/officeDocument/2006/relationships/image" Target="../media/image76.svg"/><Relationship Id="rId68" Type="http://schemas.openxmlformats.org/officeDocument/2006/relationships/image" Target="../media/image81.svg"/><Relationship Id="rId7" Type="http://schemas.openxmlformats.org/officeDocument/2006/relationships/image" Target="../media/image20.svg"/><Relationship Id="rId71" Type="http://schemas.openxmlformats.org/officeDocument/2006/relationships/image" Target="../media/image84.svg"/><Relationship Id="rId2" Type="http://schemas.openxmlformats.org/officeDocument/2006/relationships/image" Target="../media/image15.svg"/><Relationship Id="rId16" Type="http://schemas.openxmlformats.org/officeDocument/2006/relationships/image" Target="../media/image29.svg"/><Relationship Id="rId29" Type="http://schemas.openxmlformats.org/officeDocument/2006/relationships/image" Target="../media/image42.svg"/><Relationship Id="rId11" Type="http://schemas.openxmlformats.org/officeDocument/2006/relationships/image" Target="../media/image24.svg"/><Relationship Id="rId24" Type="http://schemas.openxmlformats.org/officeDocument/2006/relationships/image" Target="../media/image37.svg"/><Relationship Id="rId32" Type="http://schemas.openxmlformats.org/officeDocument/2006/relationships/image" Target="../media/image45.svg"/><Relationship Id="rId37" Type="http://schemas.openxmlformats.org/officeDocument/2006/relationships/image" Target="../media/image50.svg"/><Relationship Id="rId40" Type="http://schemas.openxmlformats.org/officeDocument/2006/relationships/image" Target="../media/image53.svg"/><Relationship Id="rId45" Type="http://schemas.openxmlformats.org/officeDocument/2006/relationships/image" Target="../media/image58.svg"/><Relationship Id="rId53" Type="http://schemas.openxmlformats.org/officeDocument/2006/relationships/image" Target="../media/image66.svg"/><Relationship Id="rId58" Type="http://schemas.openxmlformats.org/officeDocument/2006/relationships/image" Target="../media/image71.svg"/><Relationship Id="rId66" Type="http://schemas.openxmlformats.org/officeDocument/2006/relationships/image" Target="../media/image79.svg"/><Relationship Id="rId5" Type="http://schemas.openxmlformats.org/officeDocument/2006/relationships/image" Target="../media/image18.svg"/><Relationship Id="rId61" Type="http://schemas.openxmlformats.org/officeDocument/2006/relationships/image" Target="../media/image74.svg"/><Relationship Id="rId19" Type="http://schemas.openxmlformats.org/officeDocument/2006/relationships/image" Target="../media/image32.svg"/><Relationship Id="rId14" Type="http://schemas.openxmlformats.org/officeDocument/2006/relationships/image" Target="../media/image27.svg"/><Relationship Id="rId22" Type="http://schemas.openxmlformats.org/officeDocument/2006/relationships/image" Target="../media/image35.svg"/><Relationship Id="rId27" Type="http://schemas.openxmlformats.org/officeDocument/2006/relationships/image" Target="../media/image40.svg"/><Relationship Id="rId30" Type="http://schemas.openxmlformats.org/officeDocument/2006/relationships/image" Target="../media/image43.svg"/><Relationship Id="rId35" Type="http://schemas.openxmlformats.org/officeDocument/2006/relationships/image" Target="../media/image48.svg"/><Relationship Id="rId43" Type="http://schemas.openxmlformats.org/officeDocument/2006/relationships/image" Target="../media/image56.svg"/><Relationship Id="rId48" Type="http://schemas.openxmlformats.org/officeDocument/2006/relationships/image" Target="../media/image61.svg"/><Relationship Id="rId56" Type="http://schemas.openxmlformats.org/officeDocument/2006/relationships/image" Target="../media/image69.svg"/><Relationship Id="rId64" Type="http://schemas.openxmlformats.org/officeDocument/2006/relationships/image" Target="../media/image77.svg"/><Relationship Id="rId69" Type="http://schemas.openxmlformats.org/officeDocument/2006/relationships/image" Target="../media/image82.svg"/><Relationship Id="rId8" Type="http://schemas.openxmlformats.org/officeDocument/2006/relationships/image" Target="../media/image21.svg"/><Relationship Id="rId51" Type="http://schemas.openxmlformats.org/officeDocument/2006/relationships/image" Target="../media/image64.svg"/><Relationship Id="rId72" Type="http://schemas.openxmlformats.org/officeDocument/2006/relationships/image" Target="../media/image85.svg"/><Relationship Id="rId3" Type="http://schemas.openxmlformats.org/officeDocument/2006/relationships/image" Target="../media/image16.svg"/><Relationship Id="rId12" Type="http://schemas.openxmlformats.org/officeDocument/2006/relationships/image" Target="../media/image25.svg"/><Relationship Id="rId17" Type="http://schemas.openxmlformats.org/officeDocument/2006/relationships/image" Target="../media/image30.svg"/><Relationship Id="rId25" Type="http://schemas.openxmlformats.org/officeDocument/2006/relationships/image" Target="../media/image38.svg"/><Relationship Id="rId33" Type="http://schemas.openxmlformats.org/officeDocument/2006/relationships/image" Target="../media/image46.svg"/><Relationship Id="rId38" Type="http://schemas.openxmlformats.org/officeDocument/2006/relationships/image" Target="../media/image51.svg"/><Relationship Id="rId46" Type="http://schemas.openxmlformats.org/officeDocument/2006/relationships/image" Target="../media/image59.svg"/><Relationship Id="rId59" Type="http://schemas.openxmlformats.org/officeDocument/2006/relationships/image" Target="../media/image72.svg"/><Relationship Id="rId67" Type="http://schemas.openxmlformats.org/officeDocument/2006/relationships/image" Target="../media/image80.svg"/><Relationship Id="rId20" Type="http://schemas.openxmlformats.org/officeDocument/2006/relationships/image" Target="../media/image33.svg"/><Relationship Id="rId41" Type="http://schemas.openxmlformats.org/officeDocument/2006/relationships/image" Target="../media/image54.svg"/><Relationship Id="rId54" Type="http://schemas.openxmlformats.org/officeDocument/2006/relationships/image" Target="../media/image67.svg"/><Relationship Id="rId62" Type="http://schemas.openxmlformats.org/officeDocument/2006/relationships/image" Target="../media/image75.svg"/><Relationship Id="rId70" Type="http://schemas.openxmlformats.org/officeDocument/2006/relationships/image" Target="../media/image83.sv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9.svg"/><Relationship Id="rId15" Type="http://schemas.openxmlformats.org/officeDocument/2006/relationships/image" Target="../media/image28.svg"/><Relationship Id="rId23" Type="http://schemas.openxmlformats.org/officeDocument/2006/relationships/image" Target="../media/image36.svg"/><Relationship Id="rId28" Type="http://schemas.openxmlformats.org/officeDocument/2006/relationships/image" Target="../media/image41.svg"/><Relationship Id="rId36" Type="http://schemas.openxmlformats.org/officeDocument/2006/relationships/image" Target="../media/image49.svg"/><Relationship Id="rId49" Type="http://schemas.openxmlformats.org/officeDocument/2006/relationships/image" Target="../media/image62.svg"/><Relationship Id="rId57" Type="http://schemas.openxmlformats.org/officeDocument/2006/relationships/image" Target="../media/image70.svg"/><Relationship Id="rId10" Type="http://schemas.openxmlformats.org/officeDocument/2006/relationships/image" Target="../media/image23.svg"/><Relationship Id="rId31" Type="http://schemas.openxmlformats.org/officeDocument/2006/relationships/image" Target="../media/image44.svg"/><Relationship Id="rId44" Type="http://schemas.openxmlformats.org/officeDocument/2006/relationships/image" Target="../media/image57.svg"/><Relationship Id="rId52" Type="http://schemas.openxmlformats.org/officeDocument/2006/relationships/image" Target="../media/image65.svg"/><Relationship Id="rId60" Type="http://schemas.openxmlformats.org/officeDocument/2006/relationships/image" Target="../media/image73.svg"/><Relationship Id="rId65" Type="http://schemas.openxmlformats.org/officeDocument/2006/relationships/image" Target="../media/image78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Relationship Id="rId13" Type="http://schemas.openxmlformats.org/officeDocument/2006/relationships/image" Target="../media/image26.svg"/><Relationship Id="rId18" Type="http://schemas.openxmlformats.org/officeDocument/2006/relationships/image" Target="../media/image31.svg"/><Relationship Id="rId39" Type="http://schemas.openxmlformats.org/officeDocument/2006/relationships/image" Target="../media/image52.svg"/><Relationship Id="rId34" Type="http://schemas.openxmlformats.org/officeDocument/2006/relationships/image" Target="../media/image47.svg"/><Relationship Id="rId50" Type="http://schemas.openxmlformats.org/officeDocument/2006/relationships/image" Target="../media/image63.svg"/><Relationship Id="rId55" Type="http://schemas.openxmlformats.org/officeDocument/2006/relationships/image" Target="../media/image68.svg"/></Relationships>
</file>

<file path=ppt/slideLayouts/_rels/slideLayout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7.svg"/><Relationship Id="rId18" Type="http://schemas.openxmlformats.org/officeDocument/2006/relationships/image" Target="../media/image102.svg"/><Relationship Id="rId26" Type="http://schemas.openxmlformats.org/officeDocument/2006/relationships/image" Target="../media/image110.svg"/><Relationship Id="rId39" Type="http://schemas.openxmlformats.org/officeDocument/2006/relationships/image" Target="../media/image123.svg"/><Relationship Id="rId21" Type="http://schemas.openxmlformats.org/officeDocument/2006/relationships/image" Target="../media/image105.svg"/><Relationship Id="rId34" Type="http://schemas.openxmlformats.org/officeDocument/2006/relationships/image" Target="../media/image118.svg"/><Relationship Id="rId42" Type="http://schemas.openxmlformats.org/officeDocument/2006/relationships/image" Target="../media/image126.svg"/><Relationship Id="rId47" Type="http://schemas.openxmlformats.org/officeDocument/2006/relationships/image" Target="../media/image131.svg"/><Relationship Id="rId50" Type="http://schemas.openxmlformats.org/officeDocument/2006/relationships/image" Target="../media/image134.svg"/><Relationship Id="rId55" Type="http://schemas.openxmlformats.org/officeDocument/2006/relationships/image" Target="../media/image139.svg"/><Relationship Id="rId7" Type="http://schemas.openxmlformats.org/officeDocument/2006/relationships/image" Target="../media/image91.svg"/><Relationship Id="rId2" Type="http://schemas.openxmlformats.org/officeDocument/2006/relationships/image" Target="../media/image86.svg"/><Relationship Id="rId16" Type="http://schemas.openxmlformats.org/officeDocument/2006/relationships/image" Target="../media/image100.svg"/><Relationship Id="rId29" Type="http://schemas.openxmlformats.org/officeDocument/2006/relationships/image" Target="../media/image113.svg"/><Relationship Id="rId11" Type="http://schemas.openxmlformats.org/officeDocument/2006/relationships/image" Target="../media/image95.svg"/><Relationship Id="rId24" Type="http://schemas.openxmlformats.org/officeDocument/2006/relationships/image" Target="../media/image108.svg"/><Relationship Id="rId32" Type="http://schemas.openxmlformats.org/officeDocument/2006/relationships/image" Target="../media/image116.svg"/><Relationship Id="rId37" Type="http://schemas.openxmlformats.org/officeDocument/2006/relationships/image" Target="../media/image121.svg"/><Relationship Id="rId40" Type="http://schemas.openxmlformats.org/officeDocument/2006/relationships/image" Target="../media/image124.svg"/><Relationship Id="rId45" Type="http://schemas.openxmlformats.org/officeDocument/2006/relationships/image" Target="../media/image129.svg"/><Relationship Id="rId53" Type="http://schemas.openxmlformats.org/officeDocument/2006/relationships/image" Target="../media/image137.svg"/><Relationship Id="rId58" Type="http://schemas.openxmlformats.org/officeDocument/2006/relationships/image" Target="../media/image142.svg"/><Relationship Id="rId5" Type="http://schemas.openxmlformats.org/officeDocument/2006/relationships/image" Target="../media/image89.svg"/><Relationship Id="rId61" Type="http://schemas.openxmlformats.org/officeDocument/2006/relationships/image" Target="../media/image145.svg"/><Relationship Id="rId19" Type="http://schemas.openxmlformats.org/officeDocument/2006/relationships/image" Target="../media/image103.svg"/><Relationship Id="rId14" Type="http://schemas.openxmlformats.org/officeDocument/2006/relationships/image" Target="../media/image98.svg"/><Relationship Id="rId22" Type="http://schemas.openxmlformats.org/officeDocument/2006/relationships/image" Target="../media/image106.svg"/><Relationship Id="rId27" Type="http://schemas.openxmlformats.org/officeDocument/2006/relationships/image" Target="../media/image111.svg"/><Relationship Id="rId30" Type="http://schemas.openxmlformats.org/officeDocument/2006/relationships/image" Target="../media/image114.svg"/><Relationship Id="rId35" Type="http://schemas.openxmlformats.org/officeDocument/2006/relationships/image" Target="../media/image119.svg"/><Relationship Id="rId43" Type="http://schemas.openxmlformats.org/officeDocument/2006/relationships/image" Target="../media/image127.svg"/><Relationship Id="rId48" Type="http://schemas.openxmlformats.org/officeDocument/2006/relationships/image" Target="../media/image132.svg"/><Relationship Id="rId56" Type="http://schemas.openxmlformats.org/officeDocument/2006/relationships/image" Target="../media/image140.svg"/><Relationship Id="rId8" Type="http://schemas.openxmlformats.org/officeDocument/2006/relationships/image" Target="../media/image92.svg"/><Relationship Id="rId51" Type="http://schemas.openxmlformats.org/officeDocument/2006/relationships/image" Target="../media/image135.svg"/><Relationship Id="rId3" Type="http://schemas.openxmlformats.org/officeDocument/2006/relationships/image" Target="../media/image87.svg"/><Relationship Id="rId12" Type="http://schemas.openxmlformats.org/officeDocument/2006/relationships/image" Target="../media/image96.svg"/><Relationship Id="rId17" Type="http://schemas.openxmlformats.org/officeDocument/2006/relationships/image" Target="../media/image101.svg"/><Relationship Id="rId25" Type="http://schemas.openxmlformats.org/officeDocument/2006/relationships/image" Target="../media/image109.svg"/><Relationship Id="rId33" Type="http://schemas.openxmlformats.org/officeDocument/2006/relationships/image" Target="../media/image117.svg"/><Relationship Id="rId38" Type="http://schemas.openxmlformats.org/officeDocument/2006/relationships/image" Target="../media/image122.svg"/><Relationship Id="rId46" Type="http://schemas.openxmlformats.org/officeDocument/2006/relationships/image" Target="../media/image130.svg"/><Relationship Id="rId59" Type="http://schemas.openxmlformats.org/officeDocument/2006/relationships/image" Target="../media/image143.svg"/><Relationship Id="rId20" Type="http://schemas.openxmlformats.org/officeDocument/2006/relationships/image" Target="../media/image104.svg"/><Relationship Id="rId41" Type="http://schemas.openxmlformats.org/officeDocument/2006/relationships/image" Target="../media/image125.svg"/><Relationship Id="rId54" Type="http://schemas.openxmlformats.org/officeDocument/2006/relationships/image" Target="../media/image138.sv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90.svg"/><Relationship Id="rId15" Type="http://schemas.openxmlformats.org/officeDocument/2006/relationships/image" Target="../media/image99.svg"/><Relationship Id="rId23" Type="http://schemas.openxmlformats.org/officeDocument/2006/relationships/image" Target="../media/image107.svg"/><Relationship Id="rId28" Type="http://schemas.openxmlformats.org/officeDocument/2006/relationships/image" Target="../media/image112.svg"/><Relationship Id="rId36" Type="http://schemas.openxmlformats.org/officeDocument/2006/relationships/image" Target="../media/image120.svg"/><Relationship Id="rId49" Type="http://schemas.openxmlformats.org/officeDocument/2006/relationships/image" Target="../media/image133.svg"/><Relationship Id="rId57" Type="http://schemas.openxmlformats.org/officeDocument/2006/relationships/image" Target="../media/image141.svg"/><Relationship Id="rId10" Type="http://schemas.openxmlformats.org/officeDocument/2006/relationships/image" Target="../media/image94.svg"/><Relationship Id="rId31" Type="http://schemas.openxmlformats.org/officeDocument/2006/relationships/image" Target="../media/image115.svg"/><Relationship Id="rId44" Type="http://schemas.openxmlformats.org/officeDocument/2006/relationships/image" Target="../media/image128.svg"/><Relationship Id="rId52" Type="http://schemas.openxmlformats.org/officeDocument/2006/relationships/image" Target="../media/image136.svg"/><Relationship Id="rId60" Type="http://schemas.openxmlformats.org/officeDocument/2006/relationships/image" Target="../media/image144.svg"/><Relationship Id="rId4" Type="http://schemas.openxmlformats.org/officeDocument/2006/relationships/image" Target="../media/image88.svg"/><Relationship Id="rId9" Type="http://schemas.openxmlformats.org/officeDocument/2006/relationships/image" Target="../media/image93.sv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47.svg"/><Relationship Id="rId7" Type="http://schemas.openxmlformats.org/officeDocument/2006/relationships/image" Target="../media/image151.svg"/><Relationship Id="rId2" Type="http://schemas.openxmlformats.org/officeDocument/2006/relationships/image" Target="../media/image146.sv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50.svg"/><Relationship Id="rId11" Type="http://schemas.openxmlformats.org/officeDocument/2006/relationships/image" Target="../media/image155.svg"/><Relationship Id="rId5" Type="http://schemas.openxmlformats.org/officeDocument/2006/relationships/image" Target="../media/image149.svg"/><Relationship Id="rId10" Type="http://schemas.openxmlformats.org/officeDocument/2006/relationships/image" Target="../media/image154.svg"/><Relationship Id="rId4" Type="http://schemas.openxmlformats.org/officeDocument/2006/relationships/image" Target="../media/image148.svg"/><Relationship Id="rId9" Type="http://schemas.openxmlformats.org/officeDocument/2006/relationships/image" Target="../media/image153.sv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4A604E13-2276-D5DE-3D58-6EFB8E3967FB}"/>
              </a:ext>
            </a:extLst>
          </p:cNvPr>
          <p:cNvSpPr/>
          <p:nvPr/>
        </p:nvSpPr>
        <p:spPr>
          <a:xfrm>
            <a:off x="9907168" y="4571974"/>
            <a:ext cx="2286025" cy="2286025"/>
          </a:xfrm>
          <a:custGeom>
            <a:avLst/>
            <a:gdLst>
              <a:gd name="connsiteX0" fmla="*/ 2286025 w 2286025"/>
              <a:gd name="connsiteY0" fmla="*/ 1143013 h 2286025"/>
              <a:gd name="connsiteX1" fmla="*/ 1143013 w 2286025"/>
              <a:gd name="connsiteY1" fmla="*/ 2286026 h 2286025"/>
              <a:gd name="connsiteX2" fmla="*/ 1 w 2286025"/>
              <a:gd name="connsiteY2" fmla="*/ 1143013 h 2286025"/>
              <a:gd name="connsiteX3" fmla="*/ 1143013 w 2286025"/>
              <a:gd name="connsiteY3" fmla="*/ 0 h 2286025"/>
              <a:gd name="connsiteX4" fmla="*/ 2286025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5" y="1143013"/>
                </a:moveTo>
                <a:cubicBezTo>
                  <a:pt x="2286025" y="1774281"/>
                  <a:pt x="1774281" y="2286026"/>
                  <a:pt x="1143013" y="2286026"/>
                </a:cubicBezTo>
                <a:cubicBezTo>
                  <a:pt x="511744" y="2286026"/>
                  <a:pt x="1" y="1774281"/>
                  <a:pt x="1" y="1143013"/>
                </a:cubicBezTo>
                <a:cubicBezTo>
                  <a:pt x="1" y="511744"/>
                  <a:pt x="511744" y="0"/>
                  <a:pt x="1143013" y="0"/>
                </a:cubicBezTo>
                <a:cubicBezTo>
                  <a:pt x="1774281" y="0"/>
                  <a:pt x="2286025" y="511744"/>
                  <a:pt x="2286025" y="1143013"/>
                </a:cubicBezTo>
                <a:close/>
              </a:path>
            </a:pathLst>
          </a:custGeom>
          <a:solidFill>
            <a:srgbClr val="00A14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50B16225-2A86-355A-C1EF-3C85ECF0C92D}"/>
              </a:ext>
            </a:extLst>
          </p:cNvPr>
          <p:cNvSpPr/>
          <p:nvPr/>
        </p:nvSpPr>
        <p:spPr>
          <a:xfrm rot="2700000">
            <a:off x="10241950" y="2620808"/>
            <a:ext cx="1616456" cy="1616456"/>
          </a:xfrm>
          <a:custGeom>
            <a:avLst/>
            <a:gdLst>
              <a:gd name="connsiteX0" fmla="*/ 0 w 1616456"/>
              <a:gd name="connsiteY0" fmla="*/ 0 h 1616456"/>
              <a:gd name="connsiteX1" fmla="*/ 1616457 w 1616456"/>
              <a:gd name="connsiteY1" fmla="*/ 0 h 1616456"/>
              <a:gd name="connsiteX2" fmla="*/ 1616457 w 1616456"/>
              <a:gd name="connsiteY2" fmla="*/ 1616457 h 1616456"/>
              <a:gd name="connsiteX3" fmla="*/ 0 w 1616456"/>
              <a:gd name="connsiteY3" fmla="*/ 1616457 h 16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6" h="1616456">
                <a:moveTo>
                  <a:pt x="0" y="0"/>
                </a:moveTo>
                <a:lnTo>
                  <a:pt x="1616457" y="0"/>
                </a:lnTo>
                <a:lnTo>
                  <a:pt x="1616457" y="1616457"/>
                </a:lnTo>
                <a:lnTo>
                  <a:pt x="0" y="1616457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Vrije vorm: vorm 17">
            <a:extLst>
              <a:ext uri="{FF2B5EF4-FFF2-40B4-BE49-F238E27FC236}">
                <a16:creationId xmlns:a16="http://schemas.microsoft.com/office/drawing/2014/main" id="{5FAC88EB-12CC-AF74-3DA4-9849EEE0EF7A}"/>
              </a:ext>
            </a:extLst>
          </p:cNvPr>
          <p:cNvSpPr/>
          <p:nvPr/>
        </p:nvSpPr>
        <p:spPr>
          <a:xfrm>
            <a:off x="7621143" y="2285707"/>
            <a:ext cx="2286025" cy="2286025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123F9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932E4208-D2A2-676D-678E-A1239FD82EAD}"/>
              </a:ext>
            </a:extLst>
          </p:cNvPr>
          <p:cNvSpPr/>
          <p:nvPr/>
        </p:nvSpPr>
        <p:spPr>
          <a:xfrm>
            <a:off x="7621143" y="0"/>
            <a:ext cx="2286025" cy="2286025"/>
          </a:xfrm>
          <a:custGeom>
            <a:avLst/>
            <a:gdLst>
              <a:gd name="connsiteX0" fmla="*/ 2286025 w 2286025"/>
              <a:gd name="connsiteY0" fmla="*/ 1143013 h 2286025"/>
              <a:gd name="connsiteX1" fmla="*/ 1143013 w 2286025"/>
              <a:gd name="connsiteY1" fmla="*/ 2286026 h 2286025"/>
              <a:gd name="connsiteX2" fmla="*/ 0 w 2286025"/>
              <a:gd name="connsiteY2" fmla="*/ 1143013 h 2286025"/>
              <a:gd name="connsiteX3" fmla="*/ 1143013 w 2286025"/>
              <a:gd name="connsiteY3" fmla="*/ 0 h 2286025"/>
              <a:gd name="connsiteX4" fmla="*/ 2286025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5" y="1143013"/>
                </a:moveTo>
                <a:cubicBezTo>
                  <a:pt x="2286025" y="1774281"/>
                  <a:pt x="1774281" y="2286026"/>
                  <a:pt x="1143013" y="2286026"/>
                </a:cubicBezTo>
                <a:cubicBezTo>
                  <a:pt x="511744" y="2286026"/>
                  <a:pt x="0" y="1774281"/>
                  <a:pt x="0" y="1143013"/>
                </a:cubicBezTo>
                <a:cubicBezTo>
                  <a:pt x="0" y="511744"/>
                  <a:pt x="511744" y="0"/>
                  <a:pt x="1143013" y="0"/>
                </a:cubicBezTo>
                <a:cubicBezTo>
                  <a:pt x="1774281" y="0"/>
                  <a:pt x="2286025" y="511744"/>
                  <a:pt x="2286025" y="1143013"/>
                </a:cubicBezTo>
                <a:close/>
              </a:path>
            </a:pathLst>
          </a:custGeom>
          <a:solidFill>
            <a:srgbClr val="00A3A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D8982F97-2479-6D1B-B7A0-953536834A38}"/>
              </a:ext>
            </a:extLst>
          </p:cNvPr>
          <p:cNvSpPr/>
          <p:nvPr/>
        </p:nvSpPr>
        <p:spPr>
          <a:xfrm>
            <a:off x="7621143" y="4571746"/>
            <a:ext cx="2286024" cy="1143012"/>
          </a:xfrm>
          <a:custGeom>
            <a:avLst/>
            <a:gdLst>
              <a:gd name="connsiteX0" fmla="*/ 2286025 w 2286024"/>
              <a:gd name="connsiteY0" fmla="*/ 1143012 h 1143012"/>
              <a:gd name="connsiteX1" fmla="*/ 0 w 2286024"/>
              <a:gd name="connsiteY1" fmla="*/ 1143012 h 1143012"/>
              <a:gd name="connsiteX2" fmla="*/ 1143012 w 2286024"/>
              <a:gd name="connsiteY2" fmla="*/ 0 h 1143012"/>
              <a:gd name="connsiteX3" fmla="*/ 2286025 w 2286024"/>
              <a:gd name="connsiteY3" fmla="*/ 1143012 h 11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4" h="1143012">
                <a:moveTo>
                  <a:pt x="2286025" y="1143012"/>
                </a:moveTo>
                <a:lnTo>
                  <a:pt x="0" y="1143012"/>
                </a:lnTo>
                <a:cubicBezTo>
                  <a:pt x="0" y="511772"/>
                  <a:pt x="511784" y="0"/>
                  <a:pt x="1143012" y="0"/>
                </a:cubicBezTo>
                <a:cubicBezTo>
                  <a:pt x="1774241" y="0"/>
                  <a:pt x="2286025" y="511772"/>
                  <a:pt x="2286025" y="1143012"/>
                </a:cubicBezTo>
                <a:close/>
              </a:path>
            </a:pathLst>
          </a:custGeom>
          <a:solidFill>
            <a:srgbClr val="EE64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B2D793A6-2CFD-8B8D-9624-10E6E7FB2A1D}"/>
              </a:ext>
            </a:extLst>
          </p:cNvPr>
          <p:cNvSpPr/>
          <p:nvPr/>
        </p:nvSpPr>
        <p:spPr>
          <a:xfrm>
            <a:off x="9907168" y="1142451"/>
            <a:ext cx="2286025" cy="1143015"/>
          </a:xfrm>
          <a:custGeom>
            <a:avLst/>
            <a:gdLst>
              <a:gd name="connsiteX0" fmla="*/ 0 w 2286025"/>
              <a:gd name="connsiteY0" fmla="*/ 1143015 h 1143015"/>
              <a:gd name="connsiteX1" fmla="*/ 2286026 w 2286025"/>
              <a:gd name="connsiteY1" fmla="*/ 1143015 h 1143015"/>
              <a:gd name="connsiteX2" fmla="*/ 1143013 w 2286025"/>
              <a:gd name="connsiteY2" fmla="*/ 0 h 1143015"/>
              <a:gd name="connsiteX3" fmla="*/ 0 w 2286025"/>
              <a:gd name="connsiteY3" fmla="*/ 1143015 h 114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5">
                <a:moveTo>
                  <a:pt x="0" y="1143015"/>
                </a:moveTo>
                <a:lnTo>
                  <a:pt x="2286026" y="1143015"/>
                </a:lnTo>
                <a:lnTo>
                  <a:pt x="1143013" y="0"/>
                </a:lnTo>
                <a:lnTo>
                  <a:pt x="0" y="1143015"/>
                </a:lnTo>
                <a:close/>
              </a:path>
            </a:pathLst>
          </a:custGeom>
          <a:solidFill>
            <a:srgbClr val="FBB70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1CC6DF8-10D5-107D-4D76-E2F385D50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1995" y="288000"/>
            <a:ext cx="914400" cy="485775"/>
          </a:xfrm>
          <a:prstGeom prst="rect">
            <a:avLst/>
          </a:prstGeom>
        </p:spPr>
      </p:pic>
      <p:sp>
        <p:nvSpPr>
          <p:cNvPr id="2" name="Picture Placeholder 342">
            <a:extLst>
              <a:ext uri="{FF2B5EF4-FFF2-40B4-BE49-F238E27FC236}">
                <a16:creationId xmlns:a16="http://schemas.microsoft.com/office/drawing/2014/main" id="{82DA0CE5-4C38-A013-901C-FB99DB1B1C8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93429" y="0"/>
            <a:ext cx="4898571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07B48C2-E188-B2EB-7A42-59DE727DD3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996" y="2206486"/>
            <a:ext cx="5616000" cy="195941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600" b="1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ijdelijke aanduiding voor tekst 26">
            <a:extLst>
              <a:ext uri="{FF2B5EF4-FFF2-40B4-BE49-F238E27FC236}">
                <a16:creationId xmlns:a16="http://schemas.microsoft.com/office/drawing/2014/main" id="{8756094A-B02C-E5C7-59A4-7F504D59DD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996" y="6189582"/>
            <a:ext cx="5616000" cy="38653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Date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AD12AD0-8108-1393-BC16-265984DF97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2163" y="5035550"/>
            <a:ext cx="5616575" cy="969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i="1"/>
            </a:lvl1pPr>
          </a:lstStyle>
          <a:p>
            <a:pPr lvl="0"/>
            <a:r>
              <a:rPr lang="en-US"/>
              <a:t>Name</a:t>
            </a:r>
            <a:endParaRPr lang="en-BE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30A98F02-C1F0-0EA5-9258-075410C762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997" y="4267200"/>
            <a:ext cx="5616742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5085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052EB2AD-0448-9FA2-2FA3-F449EC1693EF}"/>
              </a:ext>
            </a:extLst>
          </p:cNvPr>
          <p:cNvSpPr/>
          <p:nvPr/>
        </p:nvSpPr>
        <p:spPr>
          <a:xfrm rot="13500000">
            <a:off x="7955931" y="3763779"/>
            <a:ext cx="1616455" cy="1616455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rgbClr val="EE64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FC85976D-EE45-AE2D-287E-345B5F157F96}"/>
              </a:ext>
            </a:extLst>
          </p:cNvPr>
          <p:cNvSpPr/>
          <p:nvPr/>
        </p:nvSpPr>
        <p:spPr>
          <a:xfrm>
            <a:off x="7621148" y="2286742"/>
            <a:ext cx="2286025" cy="2286025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68398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5CB21A53-6FB1-525B-E4F0-F59E8EDA975E}"/>
              </a:ext>
            </a:extLst>
          </p:cNvPr>
          <p:cNvSpPr/>
          <p:nvPr/>
        </p:nvSpPr>
        <p:spPr>
          <a:xfrm>
            <a:off x="7621148" y="0"/>
            <a:ext cx="2286025" cy="2286025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00A3A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7835CE72-ED67-FFB3-4AF2-B219E802D267}"/>
              </a:ext>
            </a:extLst>
          </p:cNvPr>
          <p:cNvSpPr/>
          <p:nvPr/>
        </p:nvSpPr>
        <p:spPr>
          <a:xfrm>
            <a:off x="9907174" y="4571739"/>
            <a:ext cx="2286025" cy="1143013"/>
          </a:xfrm>
          <a:custGeom>
            <a:avLst/>
            <a:gdLst>
              <a:gd name="connsiteX0" fmla="*/ 2286026 w 2286025"/>
              <a:gd name="connsiteY0" fmla="*/ 1143012 h 1143013"/>
              <a:gd name="connsiteX1" fmla="*/ 0 w 2286025"/>
              <a:gd name="connsiteY1" fmla="*/ 1143014 h 1143013"/>
              <a:gd name="connsiteX2" fmla="*/ 1143012 w 2286025"/>
              <a:gd name="connsiteY2" fmla="*/ 0 h 1143013"/>
              <a:gd name="connsiteX3" fmla="*/ 2286026 w 2286025"/>
              <a:gd name="connsiteY3" fmla="*/ 1143012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2"/>
                </a:moveTo>
                <a:lnTo>
                  <a:pt x="0" y="1143014"/>
                </a:lnTo>
                <a:cubicBezTo>
                  <a:pt x="-1" y="511785"/>
                  <a:pt x="511783" y="0"/>
                  <a:pt x="1143012" y="0"/>
                </a:cubicBezTo>
                <a:cubicBezTo>
                  <a:pt x="1774241" y="0"/>
                  <a:pt x="2286026" y="511783"/>
                  <a:pt x="2286026" y="1143012"/>
                </a:cubicBez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B0FB8D35-F14F-4A1B-A129-BCD790B43475}"/>
              </a:ext>
            </a:extLst>
          </p:cNvPr>
          <p:cNvSpPr/>
          <p:nvPr/>
        </p:nvSpPr>
        <p:spPr>
          <a:xfrm>
            <a:off x="9907174" y="1142451"/>
            <a:ext cx="2286025" cy="1143013"/>
          </a:xfrm>
          <a:custGeom>
            <a:avLst/>
            <a:gdLst>
              <a:gd name="connsiteX0" fmla="*/ 2286026 w 2286025"/>
              <a:gd name="connsiteY0" fmla="*/ 1143013 h 1143013"/>
              <a:gd name="connsiteX1" fmla="*/ 0 w 2286025"/>
              <a:gd name="connsiteY1" fmla="*/ 1143013 h 1143013"/>
              <a:gd name="connsiteX2" fmla="*/ 1143012 w 2286025"/>
              <a:gd name="connsiteY2" fmla="*/ 0 h 1143013"/>
              <a:gd name="connsiteX3" fmla="*/ 2286026 w 2286025"/>
              <a:gd name="connsiteY3" fmla="*/ 1143013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3"/>
                </a:moveTo>
                <a:lnTo>
                  <a:pt x="0" y="1143013"/>
                </a:lnTo>
                <a:cubicBezTo>
                  <a:pt x="-1" y="511784"/>
                  <a:pt x="511784" y="0"/>
                  <a:pt x="1143012" y="0"/>
                </a:cubicBezTo>
                <a:cubicBezTo>
                  <a:pt x="1774241" y="0"/>
                  <a:pt x="2286026" y="511784"/>
                  <a:pt x="2286026" y="1143013"/>
                </a:cubicBezTo>
                <a:close/>
              </a:path>
            </a:pathLst>
          </a:custGeom>
          <a:solidFill>
            <a:srgbClr val="FBB70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DC9D5A06-4B5F-5150-061F-8455585C64F0}"/>
              </a:ext>
            </a:extLst>
          </p:cNvPr>
          <p:cNvSpPr/>
          <p:nvPr/>
        </p:nvSpPr>
        <p:spPr>
          <a:xfrm>
            <a:off x="9907168" y="2285706"/>
            <a:ext cx="2286036" cy="2286039"/>
          </a:xfrm>
          <a:custGeom>
            <a:avLst/>
            <a:gdLst>
              <a:gd name="connsiteX0" fmla="*/ 2286033 w 2286036"/>
              <a:gd name="connsiteY0" fmla="*/ 0 h 2286039"/>
              <a:gd name="connsiteX1" fmla="*/ 2286037 w 2286036"/>
              <a:gd name="connsiteY1" fmla="*/ 2286036 h 2286039"/>
              <a:gd name="connsiteX2" fmla="*/ 0 w 2286036"/>
              <a:gd name="connsiteY2" fmla="*/ 2286039 h 2286039"/>
              <a:gd name="connsiteX3" fmla="*/ 2286033 w 2286036"/>
              <a:gd name="connsiteY3" fmla="*/ 0 h 2286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6" h="2286039">
                <a:moveTo>
                  <a:pt x="2286033" y="0"/>
                </a:moveTo>
                <a:lnTo>
                  <a:pt x="2286037" y="2286036"/>
                </a:lnTo>
                <a:lnTo>
                  <a:pt x="0" y="2286039"/>
                </a:lnTo>
                <a:lnTo>
                  <a:pt x="2286033" y="0"/>
                </a:lnTo>
                <a:close/>
              </a:path>
            </a:pathLst>
          </a:custGeom>
          <a:solidFill>
            <a:srgbClr val="00A14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528156B-733A-E015-B005-B2352FABCC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1995" y="281884"/>
            <a:ext cx="914400" cy="48577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D769654-84DF-F3A4-AA96-CF3AB34A95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996" y="2206486"/>
            <a:ext cx="5616000" cy="195941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6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ijdelijke aanduiding voor tekst 26">
            <a:extLst>
              <a:ext uri="{FF2B5EF4-FFF2-40B4-BE49-F238E27FC236}">
                <a16:creationId xmlns:a16="http://schemas.microsoft.com/office/drawing/2014/main" id="{B0AC4634-2567-5C02-64AA-03E99D2757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996" y="6189582"/>
            <a:ext cx="5616000" cy="38653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04F83EB-068C-DEF0-6261-68679FF0E8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2163" y="5035550"/>
            <a:ext cx="5616575" cy="969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Name</a:t>
            </a:r>
            <a:endParaRPr lang="en-BE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2FC02C50-EA58-B185-F07D-13121035B5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997" y="4267200"/>
            <a:ext cx="5616742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D1E4F7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en-BE"/>
          </a:p>
        </p:txBody>
      </p:sp>
      <p:sp>
        <p:nvSpPr>
          <p:cNvPr id="11" name="Picture Placeholder 342">
            <a:extLst>
              <a:ext uri="{FF2B5EF4-FFF2-40B4-BE49-F238E27FC236}">
                <a16:creationId xmlns:a16="http://schemas.microsoft.com/office/drawing/2014/main" id="{1C69DBB6-CB01-17DC-A53A-3AD090FDE7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93429" y="0"/>
            <a:ext cx="4898571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02683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pictures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79E433C-0540-F01E-B1B4-534F584EE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2000" y="288000"/>
            <a:ext cx="914400" cy="4857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73ABB36-7C9E-22B4-A8FC-4A2D4C716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996" y="2206486"/>
            <a:ext cx="5616000" cy="195941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600" b="1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ijdelijke aanduiding voor tekst 26">
            <a:extLst>
              <a:ext uri="{FF2B5EF4-FFF2-40B4-BE49-F238E27FC236}">
                <a16:creationId xmlns:a16="http://schemas.microsoft.com/office/drawing/2014/main" id="{E0A99706-3A4D-14BA-CB6B-7149017AF1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996" y="6189582"/>
            <a:ext cx="5616000" cy="38653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Date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B093B80-5D4D-CA33-D2C4-4596A0F54E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2163" y="5035550"/>
            <a:ext cx="5616575" cy="969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pPr lvl="0"/>
            <a:r>
              <a:rPr lang="en-US"/>
              <a:t>Name</a:t>
            </a:r>
            <a:endParaRPr lang="en-B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419F916-8174-248E-3A91-979A8C17C7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997" y="4267200"/>
            <a:ext cx="5616742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en-BE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9EB486D-771C-5C25-821B-1B997BC7FCDE}"/>
              </a:ext>
            </a:extLst>
          </p:cNvPr>
          <p:cNvGrpSpPr/>
          <p:nvPr userDrawn="1"/>
        </p:nvGrpSpPr>
        <p:grpSpPr>
          <a:xfrm>
            <a:off x="7619950" y="9236"/>
            <a:ext cx="4572050" cy="6857999"/>
            <a:chOff x="3577077" y="-168237"/>
            <a:chExt cx="4572050" cy="6857999"/>
          </a:xfrm>
          <a:solidFill>
            <a:srgbClr val="D1E4F7"/>
          </a:solidFill>
        </p:grpSpPr>
        <p:sp>
          <p:nvSpPr>
            <p:cNvPr id="8" name="Vrije vorm: vorm 15">
              <a:extLst>
                <a:ext uri="{FF2B5EF4-FFF2-40B4-BE49-F238E27FC236}">
                  <a16:creationId xmlns:a16="http://schemas.microsoft.com/office/drawing/2014/main" id="{C042B0B8-8B53-2B38-1FAF-C474E63108E7}"/>
                </a:ext>
              </a:extLst>
            </p:cNvPr>
            <p:cNvSpPr/>
            <p:nvPr userDrawn="1"/>
          </p:nvSpPr>
          <p:spPr>
            <a:xfrm>
              <a:off x="5863102" y="4403737"/>
              <a:ext cx="2286025" cy="2286025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" name="Vrije vorm: vorm 16">
              <a:extLst>
                <a:ext uri="{FF2B5EF4-FFF2-40B4-BE49-F238E27FC236}">
                  <a16:creationId xmlns:a16="http://schemas.microsoft.com/office/drawing/2014/main" id="{2C5B0466-C57A-E7EC-CA5D-B38C5C776D9F}"/>
                </a:ext>
              </a:extLst>
            </p:cNvPr>
            <p:cNvSpPr/>
            <p:nvPr userDrawn="1"/>
          </p:nvSpPr>
          <p:spPr>
            <a:xfrm rot="2700000">
              <a:off x="6197884" y="2452571"/>
              <a:ext cx="1616456" cy="1616456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" name="Vrije vorm: vorm 17">
              <a:extLst>
                <a:ext uri="{FF2B5EF4-FFF2-40B4-BE49-F238E27FC236}">
                  <a16:creationId xmlns:a16="http://schemas.microsoft.com/office/drawing/2014/main" id="{CCD5D24D-0DA2-3139-BE82-A4A4F7D4CD99}"/>
                </a:ext>
              </a:extLst>
            </p:cNvPr>
            <p:cNvSpPr/>
            <p:nvPr userDrawn="1"/>
          </p:nvSpPr>
          <p:spPr>
            <a:xfrm>
              <a:off x="3577077" y="2117470"/>
              <a:ext cx="2286025" cy="2286025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8">
              <a:extLst>
                <a:ext uri="{FF2B5EF4-FFF2-40B4-BE49-F238E27FC236}">
                  <a16:creationId xmlns:a16="http://schemas.microsoft.com/office/drawing/2014/main" id="{A8A35A09-C43E-D801-AE38-5EDA278067AA}"/>
                </a:ext>
              </a:extLst>
            </p:cNvPr>
            <p:cNvSpPr/>
            <p:nvPr userDrawn="1"/>
          </p:nvSpPr>
          <p:spPr>
            <a:xfrm>
              <a:off x="3577077" y="-168237"/>
              <a:ext cx="2286025" cy="2286025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20">
              <a:extLst>
                <a:ext uri="{FF2B5EF4-FFF2-40B4-BE49-F238E27FC236}">
                  <a16:creationId xmlns:a16="http://schemas.microsoft.com/office/drawing/2014/main" id="{8D7284FD-E1FE-0409-EA34-0347610ED3E4}"/>
                </a:ext>
              </a:extLst>
            </p:cNvPr>
            <p:cNvSpPr/>
            <p:nvPr userDrawn="1"/>
          </p:nvSpPr>
          <p:spPr>
            <a:xfrm>
              <a:off x="3577077" y="4403509"/>
              <a:ext cx="2286024" cy="1143012"/>
            </a:xfrm>
            <a:custGeom>
              <a:avLst/>
              <a:gdLst>
                <a:gd name="connsiteX0" fmla="*/ 2286025 w 2286024"/>
                <a:gd name="connsiteY0" fmla="*/ 1143012 h 1143012"/>
                <a:gd name="connsiteX1" fmla="*/ 0 w 2286024"/>
                <a:gd name="connsiteY1" fmla="*/ 1143012 h 1143012"/>
                <a:gd name="connsiteX2" fmla="*/ 1143012 w 2286024"/>
                <a:gd name="connsiteY2" fmla="*/ 0 h 1143012"/>
                <a:gd name="connsiteX3" fmla="*/ 2286025 w 2286024"/>
                <a:gd name="connsiteY3" fmla="*/ 1143012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4" h="1143012">
                  <a:moveTo>
                    <a:pt x="2286025" y="1143012"/>
                  </a:moveTo>
                  <a:lnTo>
                    <a:pt x="0" y="1143012"/>
                  </a:lnTo>
                  <a:cubicBezTo>
                    <a:pt x="0" y="511772"/>
                    <a:pt x="511784" y="0"/>
                    <a:pt x="1143012" y="0"/>
                  </a:cubicBezTo>
                  <a:cubicBezTo>
                    <a:pt x="1774241" y="0"/>
                    <a:pt x="2286025" y="511772"/>
                    <a:pt x="2286025" y="11430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: vorm 21">
              <a:extLst>
                <a:ext uri="{FF2B5EF4-FFF2-40B4-BE49-F238E27FC236}">
                  <a16:creationId xmlns:a16="http://schemas.microsoft.com/office/drawing/2014/main" id="{038B6A0A-7A61-5921-5A70-7C557AE57B1D}"/>
                </a:ext>
              </a:extLst>
            </p:cNvPr>
            <p:cNvSpPr/>
            <p:nvPr userDrawn="1"/>
          </p:nvSpPr>
          <p:spPr>
            <a:xfrm>
              <a:off x="5863102" y="974214"/>
              <a:ext cx="2286025" cy="1143015"/>
            </a:xfrm>
            <a:custGeom>
              <a:avLst/>
              <a:gdLst>
                <a:gd name="connsiteX0" fmla="*/ 0 w 2286025"/>
                <a:gd name="connsiteY0" fmla="*/ 1143015 h 1143015"/>
                <a:gd name="connsiteX1" fmla="*/ 2286026 w 2286025"/>
                <a:gd name="connsiteY1" fmla="*/ 1143015 h 1143015"/>
                <a:gd name="connsiteX2" fmla="*/ 1143013 w 2286025"/>
                <a:gd name="connsiteY2" fmla="*/ 0 h 1143015"/>
                <a:gd name="connsiteX3" fmla="*/ 0 w 2286025"/>
                <a:gd name="connsiteY3" fmla="*/ 1143015 h 114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5">
                  <a:moveTo>
                    <a:pt x="0" y="1143015"/>
                  </a:moveTo>
                  <a:lnTo>
                    <a:pt x="2286026" y="1143015"/>
                  </a:lnTo>
                  <a:lnTo>
                    <a:pt x="1143013" y="0"/>
                  </a:lnTo>
                  <a:lnTo>
                    <a:pt x="0" y="11430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F6E6DB-E106-7715-009C-A38370FB6D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15356" y="2289157"/>
            <a:ext cx="2286000" cy="2286000"/>
          </a:xfrm>
          <a:prstGeom prst="rect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2308350-1190-C8AD-4EE4-BFF0510A644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01356" y="4590195"/>
            <a:ext cx="2286000" cy="2286000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07A2888C-1ADC-4683-2DB8-9A8A33210E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01356" y="2283332"/>
            <a:ext cx="2286000" cy="2286000"/>
          </a:xfrm>
          <a:prstGeom prst="diamond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53663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172C627-6B22-1CE4-C94A-AD37FEE634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1999" y="288001"/>
            <a:ext cx="914395" cy="48577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94925F7-3367-5E1C-72A7-0F7C7D5098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3428996"/>
            <a:ext cx="5616000" cy="26280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1. Click to edit chapter title</a:t>
            </a:r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9D7874E6-8F32-E150-BAF7-B511F20500C6}"/>
              </a:ext>
            </a:extLst>
          </p:cNvPr>
          <p:cNvSpPr/>
          <p:nvPr/>
        </p:nvSpPr>
        <p:spPr>
          <a:xfrm>
            <a:off x="6319232" y="979711"/>
            <a:ext cx="1959432" cy="1959432"/>
          </a:xfrm>
          <a:custGeom>
            <a:avLst/>
            <a:gdLst>
              <a:gd name="connsiteX0" fmla="*/ 1959432 w 1959432"/>
              <a:gd name="connsiteY0" fmla="*/ 979716 h 1959432"/>
              <a:gd name="connsiteX1" fmla="*/ 979716 w 1959432"/>
              <a:gd name="connsiteY1" fmla="*/ 1959432 h 1959432"/>
              <a:gd name="connsiteX2" fmla="*/ 0 w 1959432"/>
              <a:gd name="connsiteY2" fmla="*/ 979716 h 1959432"/>
              <a:gd name="connsiteX3" fmla="*/ 979716 w 1959432"/>
              <a:gd name="connsiteY3" fmla="*/ 0 h 1959432"/>
              <a:gd name="connsiteX4" fmla="*/ 1959432 w 1959432"/>
              <a:gd name="connsiteY4" fmla="*/ 979716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9432" h="1959432">
                <a:moveTo>
                  <a:pt x="1959432" y="979716"/>
                </a:moveTo>
                <a:cubicBezTo>
                  <a:pt x="1959432" y="1520798"/>
                  <a:pt x="1520799" y="1959432"/>
                  <a:pt x="979716" y="1959432"/>
                </a:cubicBezTo>
                <a:cubicBezTo>
                  <a:pt x="438634" y="1959432"/>
                  <a:pt x="0" y="1520798"/>
                  <a:pt x="0" y="979716"/>
                </a:cubicBezTo>
                <a:cubicBezTo>
                  <a:pt x="0" y="438634"/>
                  <a:pt x="438634" y="0"/>
                  <a:pt x="979716" y="0"/>
                </a:cubicBezTo>
                <a:cubicBezTo>
                  <a:pt x="1520799" y="0"/>
                  <a:pt x="1959432" y="438634"/>
                  <a:pt x="1959432" y="979716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2086703F-1C6B-9CEE-059F-79D72CC7F7D9}"/>
              </a:ext>
            </a:extLst>
          </p:cNvPr>
          <p:cNvSpPr/>
          <p:nvPr/>
        </p:nvSpPr>
        <p:spPr>
          <a:xfrm rot="18900000">
            <a:off x="10520734" y="5185526"/>
            <a:ext cx="1385515" cy="1385515"/>
          </a:xfrm>
          <a:custGeom>
            <a:avLst/>
            <a:gdLst>
              <a:gd name="connsiteX0" fmla="*/ 0 w 1385515"/>
              <a:gd name="connsiteY0" fmla="*/ 0 h 1385515"/>
              <a:gd name="connsiteX1" fmla="*/ 1385515 w 1385515"/>
              <a:gd name="connsiteY1" fmla="*/ 0 h 1385515"/>
              <a:gd name="connsiteX2" fmla="*/ 1385515 w 1385515"/>
              <a:gd name="connsiteY2" fmla="*/ 1385516 h 1385515"/>
              <a:gd name="connsiteX3" fmla="*/ 0 w 1385515"/>
              <a:gd name="connsiteY3" fmla="*/ 1385516 h 1385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5515" h="1385515">
                <a:moveTo>
                  <a:pt x="0" y="0"/>
                </a:moveTo>
                <a:lnTo>
                  <a:pt x="1385515" y="0"/>
                </a:lnTo>
                <a:lnTo>
                  <a:pt x="1385515" y="1385516"/>
                </a:lnTo>
                <a:lnTo>
                  <a:pt x="0" y="13855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94737E12-FD75-B42D-8730-33325832D72C}"/>
              </a:ext>
            </a:extLst>
          </p:cNvPr>
          <p:cNvSpPr/>
          <p:nvPr/>
        </p:nvSpPr>
        <p:spPr>
          <a:xfrm>
            <a:off x="8278655" y="2939135"/>
            <a:ext cx="1959432" cy="1959432"/>
          </a:xfrm>
          <a:custGeom>
            <a:avLst/>
            <a:gdLst>
              <a:gd name="connsiteX0" fmla="*/ 0 w 1959432"/>
              <a:gd name="connsiteY0" fmla="*/ 0 h 1959432"/>
              <a:gd name="connsiteX1" fmla="*/ 1959433 w 1959432"/>
              <a:gd name="connsiteY1" fmla="*/ 0 h 1959432"/>
              <a:gd name="connsiteX2" fmla="*/ 1959433 w 1959432"/>
              <a:gd name="connsiteY2" fmla="*/ 1959432 h 1959432"/>
              <a:gd name="connsiteX3" fmla="*/ 0 w 1959432"/>
              <a:gd name="connsiteY3" fmla="*/ 1959432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1959432">
                <a:moveTo>
                  <a:pt x="0" y="0"/>
                </a:moveTo>
                <a:lnTo>
                  <a:pt x="1959433" y="0"/>
                </a:lnTo>
                <a:lnTo>
                  <a:pt x="1959433" y="1959432"/>
                </a:lnTo>
                <a:lnTo>
                  <a:pt x="0" y="1959432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8407AF6D-9000-F733-EA84-FF76C63BD23E}"/>
              </a:ext>
            </a:extLst>
          </p:cNvPr>
          <p:cNvSpPr/>
          <p:nvPr/>
        </p:nvSpPr>
        <p:spPr>
          <a:xfrm>
            <a:off x="8278655" y="4898567"/>
            <a:ext cx="1959432" cy="1959432"/>
          </a:xfrm>
          <a:custGeom>
            <a:avLst/>
            <a:gdLst>
              <a:gd name="connsiteX0" fmla="*/ 1959433 w 1959432"/>
              <a:gd name="connsiteY0" fmla="*/ 979716 h 1959432"/>
              <a:gd name="connsiteX1" fmla="*/ 979716 w 1959432"/>
              <a:gd name="connsiteY1" fmla="*/ 1959432 h 1959432"/>
              <a:gd name="connsiteX2" fmla="*/ 0 w 1959432"/>
              <a:gd name="connsiteY2" fmla="*/ 979716 h 1959432"/>
              <a:gd name="connsiteX3" fmla="*/ 979716 w 1959432"/>
              <a:gd name="connsiteY3" fmla="*/ 0 h 1959432"/>
              <a:gd name="connsiteX4" fmla="*/ 1959433 w 1959432"/>
              <a:gd name="connsiteY4" fmla="*/ 979716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9432" h="1959432">
                <a:moveTo>
                  <a:pt x="1959433" y="979716"/>
                </a:moveTo>
                <a:cubicBezTo>
                  <a:pt x="1959433" y="1520798"/>
                  <a:pt x="1520799" y="1959432"/>
                  <a:pt x="979716" y="1959432"/>
                </a:cubicBezTo>
                <a:cubicBezTo>
                  <a:pt x="438634" y="1959432"/>
                  <a:pt x="0" y="1520799"/>
                  <a:pt x="0" y="979716"/>
                </a:cubicBezTo>
                <a:cubicBezTo>
                  <a:pt x="0" y="438634"/>
                  <a:pt x="438634" y="0"/>
                  <a:pt x="979716" y="0"/>
                </a:cubicBezTo>
                <a:cubicBezTo>
                  <a:pt x="1520799" y="0"/>
                  <a:pt x="1959433" y="438634"/>
                  <a:pt x="1959433" y="979716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514ADAA3-453A-9C26-2FBA-422163CFD1A2}"/>
              </a:ext>
            </a:extLst>
          </p:cNvPr>
          <p:cNvSpPr/>
          <p:nvPr/>
        </p:nvSpPr>
        <p:spPr>
          <a:xfrm>
            <a:off x="8278655" y="1959427"/>
            <a:ext cx="1959432" cy="979716"/>
          </a:xfrm>
          <a:custGeom>
            <a:avLst/>
            <a:gdLst>
              <a:gd name="connsiteX0" fmla="*/ 1959432 w 1959432"/>
              <a:gd name="connsiteY0" fmla="*/ 1 h 979716"/>
              <a:gd name="connsiteX1" fmla="*/ 0 w 1959432"/>
              <a:gd name="connsiteY1" fmla="*/ 0 h 979716"/>
              <a:gd name="connsiteX2" fmla="*/ 979715 w 1959432"/>
              <a:gd name="connsiteY2" fmla="*/ 979717 h 979716"/>
              <a:gd name="connsiteX3" fmla="*/ 1959432 w 1959432"/>
              <a:gd name="connsiteY3" fmla="*/ 1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1959432" y="1"/>
                </a:moveTo>
                <a:lnTo>
                  <a:pt x="0" y="0"/>
                </a:lnTo>
                <a:cubicBezTo>
                  <a:pt x="0" y="541049"/>
                  <a:pt x="438667" y="979716"/>
                  <a:pt x="979715" y="979717"/>
                </a:cubicBezTo>
                <a:cubicBezTo>
                  <a:pt x="1520764" y="979717"/>
                  <a:pt x="1959432" y="541049"/>
                  <a:pt x="1959432" y="1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13A82B70-3E4B-D590-C7AB-B541A730BDE4}"/>
              </a:ext>
            </a:extLst>
          </p:cNvPr>
          <p:cNvSpPr/>
          <p:nvPr/>
        </p:nvSpPr>
        <p:spPr>
          <a:xfrm>
            <a:off x="6319232" y="-4"/>
            <a:ext cx="1959432" cy="979716"/>
          </a:xfrm>
          <a:custGeom>
            <a:avLst/>
            <a:gdLst>
              <a:gd name="connsiteX0" fmla="*/ 0 w 1959432"/>
              <a:gd name="connsiteY0" fmla="*/ 979716 h 979716"/>
              <a:gd name="connsiteX1" fmla="*/ 1959432 w 1959432"/>
              <a:gd name="connsiteY1" fmla="*/ 979716 h 979716"/>
              <a:gd name="connsiteX2" fmla="*/ 979716 w 1959432"/>
              <a:gd name="connsiteY2" fmla="*/ 0 h 979716"/>
              <a:gd name="connsiteX3" fmla="*/ 0 w 1959432"/>
              <a:gd name="connsiteY3" fmla="*/ 979716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0" y="979716"/>
                </a:moveTo>
                <a:lnTo>
                  <a:pt x="1959432" y="979716"/>
                </a:lnTo>
                <a:lnTo>
                  <a:pt x="979716" y="0"/>
                </a:lnTo>
                <a:lnTo>
                  <a:pt x="0" y="9797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BF269EE7-C1AF-3F62-C49F-070358B3ED1D}"/>
              </a:ext>
            </a:extLst>
          </p:cNvPr>
          <p:cNvSpPr/>
          <p:nvPr/>
        </p:nvSpPr>
        <p:spPr>
          <a:xfrm>
            <a:off x="6319241" y="2939143"/>
            <a:ext cx="1959414" cy="979707"/>
          </a:xfrm>
          <a:custGeom>
            <a:avLst/>
            <a:gdLst>
              <a:gd name="connsiteX0" fmla="*/ 1959415 w 1959414"/>
              <a:gd name="connsiteY0" fmla="*/ 0 h 979707"/>
              <a:gd name="connsiteX1" fmla="*/ 0 w 1959414"/>
              <a:gd name="connsiteY1" fmla="*/ 1 h 979707"/>
              <a:gd name="connsiteX2" fmla="*/ 979708 w 1959414"/>
              <a:gd name="connsiteY2" fmla="*/ 979708 h 979707"/>
              <a:gd name="connsiteX3" fmla="*/ 1959415 w 1959414"/>
              <a:gd name="connsiteY3" fmla="*/ 0 h 979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14" h="979707">
                <a:moveTo>
                  <a:pt x="1959415" y="0"/>
                </a:moveTo>
                <a:lnTo>
                  <a:pt x="0" y="1"/>
                </a:lnTo>
                <a:lnTo>
                  <a:pt x="979708" y="979708"/>
                </a:lnTo>
                <a:lnTo>
                  <a:pt x="1959415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BD6879C0-8027-C467-721B-B6EA184AF2D1}"/>
              </a:ext>
            </a:extLst>
          </p:cNvPr>
          <p:cNvSpPr/>
          <p:nvPr/>
        </p:nvSpPr>
        <p:spPr>
          <a:xfrm rot="8100000">
            <a:off x="4646758" y="289739"/>
            <a:ext cx="1385515" cy="1385515"/>
          </a:xfrm>
          <a:custGeom>
            <a:avLst/>
            <a:gdLst>
              <a:gd name="connsiteX0" fmla="*/ 0 w 1385515"/>
              <a:gd name="connsiteY0" fmla="*/ 0 h 1385515"/>
              <a:gd name="connsiteX1" fmla="*/ 1385515 w 1385515"/>
              <a:gd name="connsiteY1" fmla="*/ 0 h 1385515"/>
              <a:gd name="connsiteX2" fmla="*/ 1385515 w 1385515"/>
              <a:gd name="connsiteY2" fmla="*/ 1385516 h 1385515"/>
              <a:gd name="connsiteX3" fmla="*/ 0 w 1385515"/>
              <a:gd name="connsiteY3" fmla="*/ 1385516 h 1385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5515" h="1385515">
                <a:moveTo>
                  <a:pt x="0" y="0"/>
                </a:moveTo>
                <a:lnTo>
                  <a:pt x="1385515" y="0"/>
                </a:lnTo>
                <a:lnTo>
                  <a:pt x="1385515" y="1385516"/>
                </a:lnTo>
                <a:lnTo>
                  <a:pt x="0" y="13855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80F902A1-E45C-814F-FECF-6D8954C7AEB7}"/>
              </a:ext>
            </a:extLst>
          </p:cNvPr>
          <p:cNvSpPr/>
          <p:nvPr userDrawn="1"/>
        </p:nvSpPr>
        <p:spPr>
          <a:xfrm rot="10800000">
            <a:off x="2400367" y="2781"/>
            <a:ext cx="1959432" cy="1959432"/>
          </a:xfrm>
          <a:custGeom>
            <a:avLst/>
            <a:gdLst>
              <a:gd name="connsiteX0" fmla="*/ 0 w 1959432"/>
              <a:gd name="connsiteY0" fmla="*/ 0 h 1959432"/>
              <a:gd name="connsiteX1" fmla="*/ 1959432 w 1959432"/>
              <a:gd name="connsiteY1" fmla="*/ 0 h 1959432"/>
              <a:gd name="connsiteX2" fmla="*/ 1959432 w 1959432"/>
              <a:gd name="connsiteY2" fmla="*/ 1959432 h 1959432"/>
              <a:gd name="connsiteX3" fmla="*/ 0 w 1959432"/>
              <a:gd name="connsiteY3" fmla="*/ 1959432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1959432">
                <a:moveTo>
                  <a:pt x="0" y="0"/>
                </a:moveTo>
                <a:lnTo>
                  <a:pt x="1959432" y="0"/>
                </a:lnTo>
                <a:lnTo>
                  <a:pt x="1959432" y="1959432"/>
                </a:lnTo>
                <a:lnTo>
                  <a:pt x="0" y="1959432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ECF82274-B301-1AF4-CC14-71F8F6BD4890}"/>
              </a:ext>
            </a:extLst>
          </p:cNvPr>
          <p:cNvSpPr/>
          <p:nvPr/>
        </p:nvSpPr>
        <p:spPr>
          <a:xfrm>
            <a:off x="4359799" y="1962213"/>
            <a:ext cx="1959432" cy="979716"/>
          </a:xfrm>
          <a:custGeom>
            <a:avLst/>
            <a:gdLst>
              <a:gd name="connsiteX0" fmla="*/ 1959432 w 1959432"/>
              <a:gd name="connsiteY0" fmla="*/ 0 h 979716"/>
              <a:gd name="connsiteX1" fmla="*/ 0 w 1959432"/>
              <a:gd name="connsiteY1" fmla="*/ 1 h 979716"/>
              <a:gd name="connsiteX2" fmla="*/ 979717 w 1959432"/>
              <a:gd name="connsiteY2" fmla="*/ 979716 h 979716"/>
              <a:gd name="connsiteX3" fmla="*/ 1959432 w 1959432"/>
              <a:gd name="connsiteY3" fmla="*/ 0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1959432" y="0"/>
                </a:moveTo>
                <a:lnTo>
                  <a:pt x="0" y="1"/>
                </a:lnTo>
                <a:cubicBezTo>
                  <a:pt x="0" y="541049"/>
                  <a:pt x="438668" y="979717"/>
                  <a:pt x="979717" y="979716"/>
                </a:cubicBezTo>
                <a:cubicBezTo>
                  <a:pt x="1520765" y="979716"/>
                  <a:pt x="1959433" y="541048"/>
                  <a:pt x="1959432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765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hap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4382B98-F52A-356D-3C7F-C910A58C63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16338" y="2299097"/>
            <a:ext cx="4491426" cy="228600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5ED613-E63C-1A40-8BA6-A1E7EC1B8441}"/>
              </a:ext>
            </a:extLst>
          </p:cNvPr>
          <p:cNvCxnSpPr>
            <a:cxnSpLocks/>
          </p:cNvCxnSpPr>
          <p:nvPr userDrawn="1"/>
        </p:nvCxnSpPr>
        <p:spPr>
          <a:xfrm>
            <a:off x="5332687" y="2151613"/>
            <a:ext cx="0" cy="26056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D2D1E3A-2AAA-BB69-2B3E-0CFC160254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055" y="2298478"/>
            <a:ext cx="4571975" cy="2286007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 sz="4800" b="1">
                <a:solidFill>
                  <a:schemeClr val="tx1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5E0F4D-D704-5EE7-5BD6-FBFC12DB1897}"/>
              </a:ext>
            </a:extLst>
          </p:cNvPr>
          <p:cNvGrpSpPr/>
          <p:nvPr userDrawn="1"/>
        </p:nvGrpSpPr>
        <p:grpSpPr>
          <a:xfrm>
            <a:off x="6486555" y="-8"/>
            <a:ext cx="5705445" cy="6858008"/>
            <a:chOff x="6459109" y="-8"/>
            <a:chExt cx="5735424" cy="6894043"/>
          </a:xfrm>
        </p:grpSpPr>
        <p:sp>
          <p:nvSpPr>
            <p:cNvPr id="18" name="Vrije vorm: vorm 9">
              <a:extLst>
                <a:ext uri="{FF2B5EF4-FFF2-40B4-BE49-F238E27FC236}">
                  <a16:creationId xmlns:a16="http://schemas.microsoft.com/office/drawing/2014/main" id="{C75DACDE-E7EC-DE63-0CB5-ECE0306FA2D1}"/>
                </a:ext>
              </a:extLst>
            </p:cNvPr>
            <p:cNvSpPr/>
            <p:nvPr userDrawn="1"/>
          </p:nvSpPr>
          <p:spPr>
            <a:xfrm flipH="1">
              <a:off x="6459109" y="4604722"/>
              <a:ext cx="2289313" cy="228931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4" name="Vrije vorm: vorm 18">
              <a:extLst>
                <a:ext uri="{FF2B5EF4-FFF2-40B4-BE49-F238E27FC236}">
                  <a16:creationId xmlns:a16="http://schemas.microsoft.com/office/drawing/2014/main" id="{A0EC596D-4717-F121-FDF3-7E08940E4701}"/>
                </a:ext>
              </a:extLst>
            </p:cNvPr>
            <p:cNvSpPr/>
            <p:nvPr userDrawn="1"/>
          </p:nvSpPr>
          <p:spPr>
            <a:xfrm flipH="1">
              <a:off x="9893073" y="-8"/>
              <a:ext cx="2289302" cy="2289302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" name="Vrije vorm: vorm 11">
              <a:extLst>
                <a:ext uri="{FF2B5EF4-FFF2-40B4-BE49-F238E27FC236}">
                  <a16:creationId xmlns:a16="http://schemas.microsoft.com/office/drawing/2014/main" id="{4EB34652-C23D-42D0-EAFD-AE0AD02690D0}"/>
                </a:ext>
              </a:extLst>
            </p:cNvPr>
            <p:cNvSpPr/>
            <p:nvPr/>
          </p:nvSpPr>
          <p:spPr>
            <a:xfrm>
              <a:off x="8752365" y="4581825"/>
              <a:ext cx="1144651" cy="2289302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" name="Vrije vorm: vorm 16">
              <a:extLst>
                <a:ext uri="{FF2B5EF4-FFF2-40B4-BE49-F238E27FC236}">
                  <a16:creationId xmlns:a16="http://schemas.microsoft.com/office/drawing/2014/main" id="{0A4A98AD-D827-0E2D-8305-081B14717334}"/>
                </a:ext>
              </a:extLst>
            </p:cNvPr>
            <p:cNvSpPr/>
            <p:nvPr userDrawn="1"/>
          </p:nvSpPr>
          <p:spPr>
            <a:xfrm rot="18900000" flipH="1">
              <a:off x="7935202" y="345697"/>
              <a:ext cx="1618773" cy="1618773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" name="Vrije vorm: vorm 17">
              <a:extLst>
                <a:ext uri="{FF2B5EF4-FFF2-40B4-BE49-F238E27FC236}">
                  <a16:creationId xmlns:a16="http://schemas.microsoft.com/office/drawing/2014/main" id="{4B9606F0-4E05-AE28-10B9-ADE63164B28B}"/>
                </a:ext>
              </a:extLst>
            </p:cNvPr>
            <p:cNvSpPr/>
            <p:nvPr userDrawn="1"/>
          </p:nvSpPr>
          <p:spPr>
            <a:xfrm>
              <a:off x="9905975" y="2295800"/>
              <a:ext cx="2286025" cy="2286025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" name="Vrije vorm: vorm 18">
              <a:extLst>
                <a:ext uri="{FF2B5EF4-FFF2-40B4-BE49-F238E27FC236}">
                  <a16:creationId xmlns:a16="http://schemas.microsoft.com/office/drawing/2014/main" id="{AAB3C64C-1F3E-C5C8-A6F1-5F8F861E80D6}"/>
                </a:ext>
              </a:extLst>
            </p:cNvPr>
            <p:cNvSpPr/>
            <p:nvPr userDrawn="1"/>
          </p:nvSpPr>
          <p:spPr>
            <a:xfrm flipH="1">
              <a:off x="9905231" y="4581825"/>
              <a:ext cx="2289302" cy="2289302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pic>
        <p:nvPicPr>
          <p:cNvPr id="37" name="Graphic 36">
            <a:extLst>
              <a:ext uri="{FF2B5EF4-FFF2-40B4-BE49-F238E27FC236}">
                <a16:creationId xmlns:a16="http://schemas.microsoft.com/office/drawing/2014/main" id="{75E3789D-3585-F958-EF40-CE12185BCE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1999" y="288001"/>
            <a:ext cx="914395" cy="48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109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6B32-B4FE-C49A-FCAA-16FA6107D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8592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10515600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95183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4266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34CE09-B55D-55FB-8D4D-D437CC047A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134" y="0"/>
            <a:ext cx="5780865" cy="6858000"/>
          </a:xfrm>
          <a:prstGeom prst="rect">
            <a:avLst/>
          </a:prstGeom>
        </p:spPr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16148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34CE09-B55D-55FB-8D4D-D437CC047A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5164" y="0"/>
            <a:ext cx="5780865" cy="6858000"/>
          </a:xfrm>
          <a:prstGeom prst="rect">
            <a:avLst/>
          </a:prstGeom>
        </p:spPr>
        <p:txBody>
          <a:bodyPr/>
          <a:lstStyle/>
          <a:p>
            <a:endParaRPr lang="en-B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301" y="365125"/>
            <a:ext cx="494266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16301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9569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2BD40-8862-2BF5-57C7-5DD0CD67407D}"/>
              </a:ext>
            </a:extLst>
          </p:cNvPr>
          <p:cNvSpPr/>
          <p:nvPr userDrawn="1"/>
        </p:nvSpPr>
        <p:spPr>
          <a:xfrm>
            <a:off x="0" y="0"/>
            <a:ext cx="57757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301" y="365125"/>
            <a:ext cx="494266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16301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3296F21-DE6D-2C73-089E-A813135E54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741" y="6421126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1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AAE88-3FEC-89FE-0362-66D96E3C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72628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DFC3B-9EC7-1340-524C-DF707D0F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D63CE-2897-9F64-A5C3-02628C0464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10515600" cy="4700587"/>
          </a:xfrm>
          <a:prstGeom prst="rect">
            <a:avLst/>
          </a:prstGeom>
        </p:spPr>
        <p:txBody>
          <a:bodyPr/>
          <a:lstStyle>
            <a:lvl1pPr>
              <a:buClr>
                <a:srgbClr val="D1E4F7"/>
              </a:buClr>
              <a:defRPr sz="2800">
                <a:solidFill>
                  <a:srgbClr val="FFFFFF"/>
                </a:solidFill>
              </a:defRPr>
            </a:lvl1pPr>
            <a:lvl2pPr>
              <a:buClr>
                <a:srgbClr val="D1E4F7"/>
              </a:buClr>
              <a:defRPr sz="2800">
                <a:solidFill>
                  <a:srgbClr val="FFFFFF"/>
                </a:solidFill>
              </a:defRPr>
            </a:lvl2pPr>
            <a:lvl3pPr>
              <a:buClr>
                <a:srgbClr val="D1E4F7"/>
              </a:buClr>
              <a:defRPr sz="2800">
                <a:solidFill>
                  <a:srgbClr val="FFFFFF"/>
                </a:solidFill>
              </a:defRPr>
            </a:lvl3pPr>
            <a:lvl4pPr>
              <a:buClr>
                <a:srgbClr val="D1E4F7"/>
              </a:buClr>
              <a:defRPr sz="2400">
                <a:solidFill>
                  <a:srgbClr val="FFFFFF"/>
                </a:solidFill>
              </a:defRPr>
            </a:lvl4pPr>
            <a:lvl5pPr>
              <a:buClr>
                <a:srgbClr val="D1E4F7"/>
              </a:buClr>
              <a:defRPr sz="2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5354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D526F1-EF5F-C379-28A4-1F3EFEFEE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42668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575569-F224-9A43-172D-0BE738F351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2pPr>
            <a:lvl3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3pPr>
            <a:lvl4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F923B97E-728A-EA5A-6DBA-70537DEB04E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134" y="0"/>
            <a:ext cx="5780865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716850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D3648548-5641-5B2A-5101-3E3091B69AB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5164" y="0"/>
            <a:ext cx="5780865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B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96D5B0-A0D8-8702-A825-BF683D41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301" y="365125"/>
            <a:ext cx="4942668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C622AC-9F46-7666-8A37-571374A590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16301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2pPr>
            <a:lvl3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3pPr>
            <a:lvl4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73097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F96D5B0-A0D8-8702-A825-BF683D41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301" y="365125"/>
            <a:ext cx="4942668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C622AC-9F46-7666-8A37-571374A590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16301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2pPr>
            <a:lvl3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3pPr>
            <a:lvl4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7A5706-976A-D89B-951F-6A97BA5FAEF2}"/>
              </a:ext>
            </a:extLst>
          </p:cNvPr>
          <p:cNvSpPr/>
          <p:nvPr userDrawn="1"/>
        </p:nvSpPr>
        <p:spPr>
          <a:xfrm>
            <a:off x="0" y="0"/>
            <a:ext cx="5775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673E151-F661-602B-4DB9-9213B6E4C2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741" y="6421127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15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ful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D785F4-84F3-536F-6440-66F991F26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8847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ful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D785F4-84F3-536F-6440-66F991F26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D9DE4-34A8-6015-30D9-04F6F47C0A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10515600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098406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e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ep 39">
            <a:extLst>
              <a:ext uri="{FF2B5EF4-FFF2-40B4-BE49-F238E27FC236}">
                <a16:creationId xmlns:a16="http://schemas.microsoft.com/office/drawing/2014/main" id="{CEECD2BF-9A47-1D71-56C2-A9741D6E7672}"/>
              </a:ext>
            </a:extLst>
          </p:cNvPr>
          <p:cNvGrpSpPr/>
          <p:nvPr/>
        </p:nvGrpSpPr>
        <p:grpSpPr>
          <a:xfrm>
            <a:off x="0" y="0"/>
            <a:ext cx="12194630" cy="4879630"/>
            <a:chOff x="0" y="0"/>
            <a:chExt cx="12194630" cy="4879630"/>
          </a:xfrm>
        </p:grpSpPr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4A604E13-2276-D5DE-3D58-6EFB8E3967FB}"/>
                </a:ext>
              </a:extLst>
            </p:cNvPr>
            <p:cNvSpPr/>
            <p:nvPr/>
          </p:nvSpPr>
          <p:spPr>
            <a:xfrm>
              <a:off x="0" y="2439819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rgbClr val="00A14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50B16225-2A86-355A-C1EF-3C85ECF0C92D}"/>
                </a:ext>
              </a:extLst>
            </p:cNvPr>
            <p:cNvSpPr/>
            <p:nvPr/>
          </p:nvSpPr>
          <p:spPr>
            <a:xfrm rot="2700000">
              <a:off x="7672321" y="2796523"/>
              <a:ext cx="1725199" cy="1725199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32E4208-D2A2-676D-678E-A1239FD82EAD}"/>
                </a:ext>
              </a:extLst>
            </p:cNvPr>
            <p:cNvSpPr/>
            <p:nvPr/>
          </p:nvSpPr>
          <p:spPr>
            <a:xfrm>
              <a:off x="7311261" y="8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3E396590-C55C-AB05-C09C-CBC7682089C4}"/>
                </a:ext>
              </a:extLst>
            </p:cNvPr>
            <p:cNvSpPr/>
            <p:nvPr/>
          </p:nvSpPr>
          <p:spPr>
            <a:xfrm rot="10800000">
              <a:off x="4872558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F90BB61-5185-C0DC-63FB-D081F17674B4}"/>
                </a:ext>
              </a:extLst>
            </p:cNvPr>
            <p:cNvSpPr/>
            <p:nvPr/>
          </p:nvSpPr>
          <p:spPr>
            <a:xfrm rot="10800000">
              <a:off x="4875204" y="2439816"/>
              <a:ext cx="2439813" cy="2439814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rgbClr val="FBB70C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CB0736F-C937-0D79-5740-25E3AEBA6F2D}"/>
                </a:ext>
              </a:extLst>
            </p:cNvPr>
            <p:cNvSpPr/>
            <p:nvPr/>
          </p:nvSpPr>
          <p:spPr>
            <a:xfrm>
              <a:off x="0" y="0"/>
              <a:ext cx="4872558" cy="2440421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B3C7FC6-6A7E-E043-68F3-56D53C32BB11}"/>
                </a:ext>
              </a:extLst>
            </p:cNvPr>
            <p:cNvSpPr/>
            <p:nvPr/>
          </p:nvSpPr>
          <p:spPr>
            <a:xfrm>
              <a:off x="9752177" y="0"/>
              <a:ext cx="2439823" cy="243982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AFDE8D17-CD25-7646-CC4C-27DFCCFB0280}"/>
                </a:ext>
              </a:extLst>
            </p:cNvPr>
            <p:cNvSpPr/>
            <p:nvPr/>
          </p:nvSpPr>
          <p:spPr>
            <a:xfrm rot="10800000">
              <a:off x="6092462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A7945D03-EA2E-4FB5-8E42-F59066C61B3E}"/>
                </a:ext>
              </a:extLst>
            </p:cNvPr>
            <p:cNvSpPr/>
            <p:nvPr/>
          </p:nvSpPr>
          <p:spPr>
            <a:xfrm rot="10800000">
              <a:off x="2436503" y="2439818"/>
              <a:ext cx="2439811" cy="2439811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2516F00-7ED7-FE84-D266-6A5DACB99F01}"/>
                </a:ext>
              </a:extLst>
            </p:cNvPr>
            <p:cNvSpPr/>
            <p:nvPr/>
          </p:nvSpPr>
          <p:spPr>
            <a:xfrm rot="5400000">
              <a:off x="9144314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A1C734B7-E992-C88B-C79D-5443B20BFF34}"/>
                </a:ext>
              </a:extLst>
            </p:cNvPr>
            <p:cNvSpPr/>
            <p:nvPr/>
          </p:nvSpPr>
          <p:spPr>
            <a:xfrm rot="16200000">
              <a:off x="10364772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30" name="Tijdelijke aanduiding voor tekst 26">
            <a:extLst>
              <a:ext uri="{FF2B5EF4-FFF2-40B4-BE49-F238E27FC236}">
                <a16:creationId xmlns:a16="http://schemas.microsoft.com/office/drawing/2014/main" id="{040DDA4E-DCB6-FDBA-CC4C-07183759BB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7496" y="5902566"/>
            <a:ext cx="5814872" cy="5623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br>
              <a:rPr lang="nl-NL"/>
            </a:br>
            <a:r>
              <a:rPr lang="nl-NL"/>
              <a:t>contact information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A334C4DC-FB10-F75D-671B-5C7FE03C0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82075" y="5902685"/>
            <a:ext cx="914400" cy="485775"/>
          </a:xfrm>
          <a:prstGeom prst="rect">
            <a:avLst/>
          </a:prstGeom>
        </p:spPr>
      </p:pic>
      <p:sp>
        <p:nvSpPr>
          <p:cNvPr id="36" name="Vrije vorm: vorm 35">
            <a:extLst>
              <a:ext uri="{FF2B5EF4-FFF2-40B4-BE49-F238E27FC236}">
                <a16:creationId xmlns:a16="http://schemas.microsoft.com/office/drawing/2014/main" id="{457BF113-0FED-881D-D3F9-480737E7A0DD}"/>
              </a:ext>
            </a:extLst>
          </p:cNvPr>
          <p:cNvSpPr>
            <a:spLocks noChangeAspect="1"/>
          </p:cNvSpPr>
          <p:nvPr/>
        </p:nvSpPr>
        <p:spPr>
          <a:xfrm>
            <a:off x="791995" y="5902566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8522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e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c 31">
            <a:extLst>
              <a:ext uri="{FF2B5EF4-FFF2-40B4-BE49-F238E27FC236}">
                <a16:creationId xmlns:a16="http://schemas.microsoft.com/office/drawing/2014/main" id="{A334C4DC-FB10-F75D-671B-5C7FE03C0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82075" y="5902685"/>
            <a:ext cx="914400" cy="485775"/>
          </a:xfrm>
          <a:prstGeom prst="rect">
            <a:avLst/>
          </a:prstGeom>
        </p:spPr>
      </p:pic>
      <p:grpSp>
        <p:nvGrpSpPr>
          <p:cNvPr id="9" name="Groep 8">
            <a:extLst>
              <a:ext uri="{FF2B5EF4-FFF2-40B4-BE49-F238E27FC236}">
                <a16:creationId xmlns:a16="http://schemas.microsoft.com/office/drawing/2014/main" id="{7B919BA6-3D2A-88FF-45AB-AC9063EC3022}"/>
              </a:ext>
            </a:extLst>
          </p:cNvPr>
          <p:cNvGrpSpPr/>
          <p:nvPr/>
        </p:nvGrpSpPr>
        <p:grpSpPr>
          <a:xfrm>
            <a:off x="0" y="0"/>
            <a:ext cx="12192000" cy="3488945"/>
            <a:chOff x="1356" y="0"/>
            <a:chExt cx="12828299" cy="3671033"/>
          </a:xfrm>
        </p:grpSpPr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4A604E13-2276-D5DE-3D58-6EFB8E3967FB}"/>
                </a:ext>
              </a:extLst>
            </p:cNvPr>
            <p:cNvSpPr/>
            <p:nvPr/>
          </p:nvSpPr>
          <p:spPr>
            <a:xfrm>
              <a:off x="3667990" y="3321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50B16225-2A86-355A-C1EF-3C85ECF0C92D}"/>
                </a:ext>
              </a:extLst>
            </p:cNvPr>
            <p:cNvSpPr/>
            <p:nvPr/>
          </p:nvSpPr>
          <p:spPr>
            <a:xfrm rot="2700000">
              <a:off x="270079" y="264774"/>
              <a:ext cx="1296432" cy="1296432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32E4208-D2A2-676D-678E-A1239FD82EAD}"/>
                </a:ext>
              </a:extLst>
            </p:cNvPr>
            <p:cNvSpPr/>
            <p:nvPr/>
          </p:nvSpPr>
          <p:spPr>
            <a:xfrm>
              <a:off x="10996214" y="3321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3E396590-C55C-AB05-C09C-CBC7682089C4}"/>
                </a:ext>
              </a:extLst>
            </p:cNvPr>
            <p:cNvSpPr/>
            <p:nvPr/>
          </p:nvSpPr>
          <p:spPr>
            <a:xfrm>
              <a:off x="1834784" y="1833442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F90BB61-5185-C0DC-63FB-D081F17674B4}"/>
                </a:ext>
              </a:extLst>
            </p:cNvPr>
            <p:cNvSpPr/>
            <p:nvPr/>
          </p:nvSpPr>
          <p:spPr>
            <a:xfrm rot="10800000">
              <a:off x="9157238" y="1837590"/>
              <a:ext cx="1833442" cy="1833443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CB0736F-C937-0D79-5740-25E3AEBA6F2D}"/>
                </a:ext>
              </a:extLst>
            </p:cNvPr>
            <p:cNvSpPr/>
            <p:nvPr/>
          </p:nvSpPr>
          <p:spPr>
            <a:xfrm>
              <a:off x="5501203" y="3069"/>
              <a:ext cx="3661573" cy="1833899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B3C7FC6-6A7E-E043-68F3-56D53C32BB11}"/>
                </a:ext>
              </a:extLst>
            </p:cNvPr>
            <p:cNvSpPr/>
            <p:nvPr/>
          </p:nvSpPr>
          <p:spPr>
            <a:xfrm>
              <a:off x="1835005" y="0"/>
              <a:ext cx="1833450" cy="1833450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AFDE8D17-CD25-7646-CC4C-27DFCCFB0280}"/>
                </a:ext>
              </a:extLst>
            </p:cNvPr>
            <p:cNvSpPr/>
            <p:nvPr/>
          </p:nvSpPr>
          <p:spPr>
            <a:xfrm>
              <a:off x="2751503" y="1833442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A7945D03-EA2E-4FB5-8E42-F59066C61B3E}"/>
                </a:ext>
              </a:extLst>
            </p:cNvPr>
            <p:cNvSpPr/>
            <p:nvPr/>
          </p:nvSpPr>
          <p:spPr>
            <a:xfrm rot="10800000">
              <a:off x="1356" y="1829706"/>
              <a:ext cx="1833441" cy="1833440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2516F00-7ED7-FE84-D266-6A5DACB99F01}"/>
                </a:ext>
              </a:extLst>
            </p:cNvPr>
            <p:cNvSpPr/>
            <p:nvPr/>
          </p:nvSpPr>
          <p:spPr>
            <a:xfrm rot="10800000">
              <a:off x="3667990" y="1837176"/>
              <a:ext cx="1833440" cy="916720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A1C734B7-E992-C88B-C79D-5443B20BFF34}"/>
                </a:ext>
              </a:extLst>
            </p:cNvPr>
            <p:cNvSpPr/>
            <p:nvPr/>
          </p:nvSpPr>
          <p:spPr>
            <a:xfrm rot="10800000">
              <a:off x="3667990" y="2754312"/>
              <a:ext cx="1833440" cy="916720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" name="Vrije vorm: vorm 3">
              <a:extLst>
                <a:ext uri="{FF2B5EF4-FFF2-40B4-BE49-F238E27FC236}">
                  <a16:creationId xmlns:a16="http://schemas.microsoft.com/office/drawing/2014/main" id="{60FE7206-1049-6B41-788A-BAEC3C020AFA}"/>
                </a:ext>
              </a:extLst>
            </p:cNvPr>
            <p:cNvSpPr/>
            <p:nvPr/>
          </p:nvSpPr>
          <p:spPr>
            <a:xfrm rot="10800000">
              <a:off x="9162776" y="3528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" name="Vrije vorm: vorm 4">
              <a:extLst>
                <a:ext uri="{FF2B5EF4-FFF2-40B4-BE49-F238E27FC236}">
                  <a16:creationId xmlns:a16="http://schemas.microsoft.com/office/drawing/2014/main" id="{9437E92E-F83D-DC2C-C47E-E48C4727AA40}"/>
                </a:ext>
              </a:extLst>
            </p:cNvPr>
            <p:cNvSpPr/>
            <p:nvPr/>
          </p:nvSpPr>
          <p:spPr>
            <a:xfrm rot="10800000">
              <a:off x="10079495" y="3528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" name="Vrije vorm: vorm 5">
              <a:extLst>
                <a:ext uri="{FF2B5EF4-FFF2-40B4-BE49-F238E27FC236}">
                  <a16:creationId xmlns:a16="http://schemas.microsoft.com/office/drawing/2014/main" id="{F0FFA529-C256-1DCB-0625-15A90B8D7075}"/>
                </a:ext>
              </a:extLst>
            </p:cNvPr>
            <p:cNvSpPr/>
            <p:nvPr/>
          </p:nvSpPr>
          <p:spPr>
            <a:xfrm>
              <a:off x="5496143" y="1829706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" name="Vrije vorm: vorm 6">
              <a:extLst>
                <a:ext uri="{FF2B5EF4-FFF2-40B4-BE49-F238E27FC236}">
                  <a16:creationId xmlns:a16="http://schemas.microsoft.com/office/drawing/2014/main" id="{529262A7-C1B8-3CF7-463A-90C66ED978DA}"/>
                </a:ext>
              </a:extLst>
            </p:cNvPr>
            <p:cNvSpPr/>
            <p:nvPr/>
          </p:nvSpPr>
          <p:spPr>
            <a:xfrm rot="10800000">
              <a:off x="7329335" y="1837593"/>
              <a:ext cx="1833441" cy="1833440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" name="Vrije vorm: vorm 7">
              <a:extLst>
                <a:ext uri="{FF2B5EF4-FFF2-40B4-BE49-F238E27FC236}">
                  <a16:creationId xmlns:a16="http://schemas.microsoft.com/office/drawing/2014/main" id="{DC8F7948-952E-29E1-9A9B-D5BE31C3C9A8}"/>
                </a:ext>
              </a:extLst>
            </p:cNvPr>
            <p:cNvSpPr/>
            <p:nvPr/>
          </p:nvSpPr>
          <p:spPr>
            <a:xfrm rot="2700000">
              <a:off x="11259110" y="2098206"/>
              <a:ext cx="1296432" cy="1296432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4" name="Tijdelijke aanduiding voor titel 1">
            <a:extLst>
              <a:ext uri="{FF2B5EF4-FFF2-40B4-BE49-F238E27FC236}">
                <a16:creationId xmlns:a16="http://schemas.microsoft.com/office/drawing/2014/main" id="{43FB04AE-16F6-AE58-CA2D-5E7F842597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4272986"/>
            <a:ext cx="5304000" cy="18725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8" name="Tijdelijke aanduiding voor tekst 26">
            <a:extLst>
              <a:ext uri="{FF2B5EF4-FFF2-40B4-BE49-F238E27FC236}">
                <a16:creationId xmlns:a16="http://schemas.microsoft.com/office/drawing/2014/main" id="{1DE097B5-F977-F334-5086-11E8A78C6B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0003" y="4268857"/>
            <a:ext cx="3726472" cy="1296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br>
              <a:rPr lang="nl-NL"/>
            </a:br>
            <a:r>
              <a:rPr lang="nl-NL"/>
              <a:t>contact information</a:t>
            </a:r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08347D6B-4806-152E-DD72-B44EFF6FE605}"/>
              </a:ext>
            </a:extLst>
          </p:cNvPr>
          <p:cNvSpPr>
            <a:spLocks noChangeAspect="1"/>
          </p:cNvSpPr>
          <p:nvPr/>
        </p:nvSpPr>
        <p:spPr>
          <a:xfrm>
            <a:off x="6964502" y="4268857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0866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end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3B92E722-A1F2-E192-63DB-1754A87ED2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82075" y="5902566"/>
            <a:ext cx="914400" cy="485775"/>
          </a:xfrm>
          <a:prstGeom prst="rect">
            <a:avLst/>
          </a:prstGeom>
        </p:spPr>
      </p:pic>
      <p:sp>
        <p:nvSpPr>
          <p:cNvPr id="30" name="Tijdelijke aanduiding voor tekst 26">
            <a:extLst>
              <a:ext uri="{FF2B5EF4-FFF2-40B4-BE49-F238E27FC236}">
                <a16:creationId xmlns:a16="http://schemas.microsoft.com/office/drawing/2014/main" id="{040DDA4E-DCB6-FDBA-CC4C-07183759BB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7496" y="5902566"/>
            <a:ext cx="5814872" cy="5623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br>
              <a:rPr lang="nl-NL"/>
            </a:br>
            <a:r>
              <a:rPr lang="nl-NL"/>
              <a:t>contact information</a:t>
            </a:r>
          </a:p>
        </p:txBody>
      </p:sp>
      <p:sp>
        <p:nvSpPr>
          <p:cNvPr id="36" name="Vrije vorm: vorm 35">
            <a:extLst>
              <a:ext uri="{FF2B5EF4-FFF2-40B4-BE49-F238E27FC236}">
                <a16:creationId xmlns:a16="http://schemas.microsoft.com/office/drawing/2014/main" id="{457BF113-0FED-881D-D3F9-480737E7A0DD}"/>
              </a:ext>
            </a:extLst>
          </p:cNvPr>
          <p:cNvSpPr>
            <a:spLocks noChangeAspect="1"/>
          </p:cNvSpPr>
          <p:nvPr/>
        </p:nvSpPr>
        <p:spPr>
          <a:xfrm>
            <a:off x="791995" y="5902566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EB7A8C9-A0CF-CA2C-72EC-3DAFC8609B0F}"/>
              </a:ext>
            </a:extLst>
          </p:cNvPr>
          <p:cNvGrpSpPr/>
          <p:nvPr/>
        </p:nvGrpSpPr>
        <p:grpSpPr>
          <a:xfrm>
            <a:off x="0" y="0"/>
            <a:ext cx="12194630" cy="4879630"/>
            <a:chOff x="0" y="0"/>
            <a:chExt cx="12194630" cy="4879630"/>
          </a:xfrm>
        </p:grpSpPr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99869FA-D253-8BB4-38AA-1B852323535C}"/>
                </a:ext>
              </a:extLst>
            </p:cNvPr>
            <p:cNvSpPr/>
            <p:nvPr/>
          </p:nvSpPr>
          <p:spPr>
            <a:xfrm>
              <a:off x="0" y="2439819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rgbClr val="00A14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C35772DD-53DE-CFEB-1FAC-4D509FC0FA36}"/>
                </a:ext>
              </a:extLst>
            </p:cNvPr>
            <p:cNvSpPr/>
            <p:nvPr/>
          </p:nvSpPr>
          <p:spPr>
            <a:xfrm rot="2700000">
              <a:off x="7672321" y="2796523"/>
              <a:ext cx="1725199" cy="1725199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EBF7AA89-4192-DE80-15A1-6176A69496A6}"/>
                </a:ext>
              </a:extLst>
            </p:cNvPr>
            <p:cNvSpPr/>
            <p:nvPr/>
          </p:nvSpPr>
          <p:spPr>
            <a:xfrm>
              <a:off x="7311261" y="8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CA819EA-8739-A14D-2D18-5C32F4FF0FED}"/>
                </a:ext>
              </a:extLst>
            </p:cNvPr>
            <p:cNvSpPr/>
            <p:nvPr/>
          </p:nvSpPr>
          <p:spPr>
            <a:xfrm rot="10800000">
              <a:off x="4872558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F369B62F-76FA-B585-4EB8-4F2B669BB002}"/>
                </a:ext>
              </a:extLst>
            </p:cNvPr>
            <p:cNvSpPr/>
            <p:nvPr/>
          </p:nvSpPr>
          <p:spPr>
            <a:xfrm rot="10800000">
              <a:off x="4875204" y="2439816"/>
              <a:ext cx="2439813" cy="2439814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rgbClr val="FBB70C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34" name="Vrije vorm: vorm 33">
              <a:extLst>
                <a:ext uri="{FF2B5EF4-FFF2-40B4-BE49-F238E27FC236}">
                  <a16:creationId xmlns:a16="http://schemas.microsoft.com/office/drawing/2014/main" id="{E54444B7-1442-E4D6-0F66-19D1AF25DD78}"/>
                </a:ext>
              </a:extLst>
            </p:cNvPr>
            <p:cNvSpPr/>
            <p:nvPr/>
          </p:nvSpPr>
          <p:spPr>
            <a:xfrm>
              <a:off x="0" y="0"/>
              <a:ext cx="4872558" cy="2440421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35" name="Vrije vorm: vorm 34">
              <a:extLst>
                <a:ext uri="{FF2B5EF4-FFF2-40B4-BE49-F238E27FC236}">
                  <a16:creationId xmlns:a16="http://schemas.microsoft.com/office/drawing/2014/main" id="{B9542184-1726-825C-0E63-9970ACBF8780}"/>
                </a:ext>
              </a:extLst>
            </p:cNvPr>
            <p:cNvSpPr/>
            <p:nvPr/>
          </p:nvSpPr>
          <p:spPr>
            <a:xfrm>
              <a:off x="9752177" y="0"/>
              <a:ext cx="2439823" cy="243982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7" name="Vrije vorm: vorm 36">
              <a:extLst>
                <a:ext uri="{FF2B5EF4-FFF2-40B4-BE49-F238E27FC236}">
                  <a16:creationId xmlns:a16="http://schemas.microsoft.com/office/drawing/2014/main" id="{338163DE-406C-D74C-77C8-EB0938CE5415}"/>
                </a:ext>
              </a:extLst>
            </p:cNvPr>
            <p:cNvSpPr/>
            <p:nvPr/>
          </p:nvSpPr>
          <p:spPr>
            <a:xfrm rot="10800000">
              <a:off x="6092462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" name="Vrije vorm: vorm 37">
              <a:extLst>
                <a:ext uri="{FF2B5EF4-FFF2-40B4-BE49-F238E27FC236}">
                  <a16:creationId xmlns:a16="http://schemas.microsoft.com/office/drawing/2014/main" id="{D4AA38CC-0CF1-283A-A334-0A47D8A86A74}"/>
                </a:ext>
              </a:extLst>
            </p:cNvPr>
            <p:cNvSpPr/>
            <p:nvPr/>
          </p:nvSpPr>
          <p:spPr>
            <a:xfrm rot="10800000">
              <a:off x="2436503" y="2439818"/>
              <a:ext cx="2439811" cy="2439811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" name="Vrije vorm: vorm 38">
              <a:extLst>
                <a:ext uri="{FF2B5EF4-FFF2-40B4-BE49-F238E27FC236}">
                  <a16:creationId xmlns:a16="http://schemas.microsoft.com/office/drawing/2014/main" id="{A9CE4EB0-A0FC-4DF3-14C1-33C6C3363551}"/>
                </a:ext>
              </a:extLst>
            </p:cNvPr>
            <p:cNvSpPr/>
            <p:nvPr/>
          </p:nvSpPr>
          <p:spPr>
            <a:xfrm rot="5400000">
              <a:off x="9144314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0" name="Vrije vorm: vorm 39">
              <a:extLst>
                <a:ext uri="{FF2B5EF4-FFF2-40B4-BE49-F238E27FC236}">
                  <a16:creationId xmlns:a16="http://schemas.microsoft.com/office/drawing/2014/main" id="{5721DBB0-BD72-473D-5AEA-59403DC4F6B8}"/>
                </a:ext>
              </a:extLst>
            </p:cNvPr>
            <p:cNvSpPr/>
            <p:nvPr/>
          </p:nvSpPr>
          <p:spPr>
            <a:xfrm rot="16200000">
              <a:off x="10364772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0467269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end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ep 8">
            <a:extLst>
              <a:ext uri="{FF2B5EF4-FFF2-40B4-BE49-F238E27FC236}">
                <a16:creationId xmlns:a16="http://schemas.microsoft.com/office/drawing/2014/main" id="{7B919BA6-3D2A-88FF-45AB-AC9063EC3022}"/>
              </a:ext>
            </a:extLst>
          </p:cNvPr>
          <p:cNvGrpSpPr/>
          <p:nvPr/>
        </p:nvGrpSpPr>
        <p:grpSpPr>
          <a:xfrm>
            <a:off x="0" y="0"/>
            <a:ext cx="12192000" cy="3488945"/>
            <a:chOff x="1356" y="0"/>
            <a:chExt cx="12828299" cy="3671033"/>
          </a:xfrm>
        </p:grpSpPr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4A604E13-2276-D5DE-3D58-6EFB8E3967FB}"/>
                </a:ext>
              </a:extLst>
            </p:cNvPr>
            <p:cNvSpPr/>
            <p:nvPr/>
          </p:nvSpPr>
          <p:spPr>
            <a:xfrm>
              <a:off x="3667990" y="3321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50B16225-2A86-355A-C1EF-3C85ECF0C92D}"/>
                </a:ext>
              </a:extLst>
            </p:cNvPr>
            <p:cNvSpPr/>
            <p:nvPr/>
          </p:nvSpPr>
          <p:spPr>
            <a:xfrm rot="2700000">
              <a:off x="270079" y="264774"/>
              <a:ext cx="1296432" cy="1296432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32E4208-D2A2-676D-678E-A1239FD82EAD}"/>
                </a:ext>
              </a:extLst>
            </p:cNvPr>
            <p:cNvSpPr/>
            <p:nvPr/>
          </p:nvSpPr>
          <p:spPr>
            <a:xfrm>
              <a:off x="10996214" y="3321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3E396590-C55C-AB05-C09C-CBC7682089C4}"/>
                </a:ext>
              </a:extLst>
            </p:cNvPr>
            <p:cNvSpPr/>
            <p:nvPr/>
          </p:nvSpPr>
          <p:spPr>
            <a:xfrm>
              <a:off x="1834784" y="1833442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F90BB61-5185-C0DC-63FB-D081F17674B4}"/>
                </a:ext>
              </a:extLst>
            </p:cNvPr>
            <p:cNvSpPr/>
            <p:nvPr/>
          </p:nvSpPr>
          <p:spPr>
            <a:xfrm rot="10800000">
              <a:off x="9157238" y="1837590"/>
              <a:ext cx="1833442" cy="1833443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CB0736F-C937-0D79-5740-25E3AEBA6F2D}"/>
                </a:ext>
              </a:extLst>
            </p:cNvPr>
            <p:cNvSpPr/>
            <p:nvPr/>
          </p:nvSpPr>
          <p:spPr>
            <a:xfrm>
              <a:off x="5501203" y="3069"/>
              <a:ext cx="3661573" cy="1833899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B3C7FC6-6A7E-E043-68F3-56D53C32BB11}"/>
                </a:ext>
              </a:extLst>
            </p:cNvPr>
            <p:cNvSpPr/>
            <p:nvPr/>
          </p:nvSpPr>
          <p:spPr>
            <a:xfrm>
              <a:off x="1835005" y="0"/>
              <a:ext cx="1833450" cy="1833450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AFDE8D17-CD25-7646-CC4C-27DFCCFB0280}"/>
                </a:ext>
              </a:extLst>
            </p:cNvPr>
            <p:cNvSpPr/>
            <p:nvPr/>
          </p:nvSpPr>
          <p:spPr>
            <a:xfrm>
              <a:off x="2751503" y="1833442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A7945D03-EA2E-4FB5-8E42-F59066C61B3E}"/>
                </a:ext>
              </a:extLst>
            </p:cNvPr>
            <p:cNvSpPr/>
            <p:nvPr/>
          </p:nvSpPr>
          <p:spPr>
            <a:xfrm rot="10800000">
              <a:off x="1356" y="1829706"/>
              <a:ext cx="1833441" cy="1833440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2516F00-7ED7-FE84-D266-6A5DACB99F01}"/>
                </a:ext>
              </a:extLst>
            </p:cNvPr>
            <p:cNvSpPr/>
            <p:nvPr/>
          </p:nvSpPr>
          <p:spPr>
            <a:xfrm rot="10800000">
              <a:off x="3667990" y="1837176"/>
              <a:ext cx="1833440" cy="916720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A1C734B7-E992-C88B-C79D-5443B20BFF34}"/>
                </a:ext>
              </a:extLst>
            </p:cNvPr>
            <p:cNvSpPr/>
            <p:nvPr/>
          </p:nvSpPr>
          <p:spPr>
            <a:xfrm rot="10800000">
              <a:off x="3667990" y="2754312"/>
              <a:ext cx="1833440" cy="916720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" name="Vrije vorm: vorm 3">
              <a:extLst>
                <a:ext uri="{FF2B5EF4-FFF2-40B4-BE49-F238E27FC236}">
                  <a16:creationId xmlns:a16="http://schemas.microsoft.com/office/drawing/2014/main" id="{60FE7206-1049-6B41-788A-BAEC3C020AFA}"/>
                </a:ext>
              </a:extLst>
            </p:cNvPr>
            <p:cNvSpPr/>
            <p:nvPr/>
          </p:nvSpPr>
          <p:spPr>
            <a:xfrm rot="10800000">
              <a:off x="9162776" y="3528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" name="Vrije vorm: vorm 4">
              <a:extLst>
                <a:ext uri="{FF2B5EF4-FFF2-40B4-BE49-F238E27FC236}">
                  <a16:creationId xmlns:a16="http://schemas.microsoft.com/office/drawing/2014/main" id="{9437E92E-F83D-DC2C-C47E-E48C4727AA40}"/>
                </a:ext>
              </a:extLst>
            </p:cNvPr>
            <p:cNvSpPr/>
            <p:nvPr/>
          </p:nvSpPr>
          <p:spPr>
            <a:xfrm rot="10800000">
              <a:off x="10079495" y="3528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" name="Vrije vorm: vorm 5">
              <a:extLst>
                <a:ext uri="{FF2B5EF4-FFF2-40B4-BE49-F238E27FC236}">
                  <a16:creationId xmlns:a16="http://schemas.microsoft.com/office/drawing/2014/main" id="{F0FFA529-C256-1DCB-0625-15A90B8D7075}"/>
                </a:ext>
              </a:extLst>
            </p:cNvPr>
            <p:cNvSpPr/>
            <p:nvPr/>
          </p:nvSpPr>
          <p:spPr>
            <a:xfrm>
              <a:off x="5496143" y="1829706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" name="Vrije vorm: vorm 6">
              <a:extLst>
                <a:ext uri="{FF2B5EF4-FFF2-40B4-BE49-F238E27FC236}">
                  <a16:creationId xmlns:a16="http://schemas.microsoft.com/office/drawing/2014/main" id="{529262A7-C1B8-3CF7-463A-90C66ED978DA}"/>
                </a:ext>
              </a:extLst>
            </p:cNvPr>
            <p:cNvSpPr/>
            <p:nvPr/>
          </p:nvSpPr>
          <p:spPr>
            <a:xfrm rot="10800000">
              <a:off x="7329335" y="1837593"/>
              <a:ext cx="1833441" cy="1833440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" name="Vrije vorm: vorm 7">
              <a:extLst>
                <a:ext uri="{FF2B5EF4-FFF2-40B4-BE49-F238E27FC236}">
                  <a16:creationId xmlns:a16="http://schemas.microsoft.com/office/drawing/2014/main" id="{DC8F7948-952E-29E1-9A9B-D5BE31C3C9A8}"/>
                </a:ext>
              </a:extLst>
            </p:cNvPr>
            <p:cNvSpPr/>
            <p:nvPr/>
          </p:nvSpPr>
          <p:spPr>
            <a:xfrm rot="2700000">
              <a:off x="11259110" y="2098206"/>
              <a:ext cx="1296432" cy="1296432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4" name="Tijdelijke aanduiding voor titel 1">
            <a:extLst>
              <a:ext uri="{FF2B5EF4-FFF2-40B4-BE49-F238E27FC236}">
                <a16:creationId xmlns:a16="http://schemas.microsoft.com/office/drawing/2014/main" id="{43FB04AE-16F6-AE58-CA2D-5E7F842597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4272986"/>
            <a:ext cx="5304000" cy="18725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8" name="Tijdelijke aanduiding voor tekst 26">
            <a:extLst>
              <a:ext uri="{FF2B5EF4-FFF2-40B4-BE49-F238E27FC236}">
                <a16:creationId xmlns:a16="http://schemas.microsoft.com/office/drawing/2014/main" id="{1DE097B5-F977-F334-5086-11E8A78C6B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0003" y="4268857"/>
            <a:ext cx="3726472" cy="1296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br>
              <a:rPr lang="nl-NL"/>
            </a:br>
            <a:r>
              <a:rPr lang="nl-NL"/>
              <a:t>contact information</a:t>
            </a:r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08347D6B-4806-152E-DD72-B44EFF6FE605}"/>
              </a:ext>
            </a:extLst>
          </p:cNvPr>
          <p:cNvSpPr>
            <a:spLocks noChangeAspect="1"/>
          </p:cNvSpPr>
          <p:nvPr/>
        </p:nvSpPr>
        <p:spPr>
          <a:xfrm>
            <a:off x="6964502" y="4268857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D344F64-DFA3-C8F2-98AA-971E78FA9F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82075" y="5902566"/>
            <a:ext cx="9144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94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pal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03BE2AEF-851A-5CD3-F0D8-384DEFC40B29}"/>
              </a:ext>
            </a:extLst>
          </p:cNvPr>
          <p:cNvGrpSpPr/>
          <p:nvPr userDrawn="1"/>
        </p:nvGrpSpPr>
        <p:grpSpPr>
          <a:xfrm>
            <a:off x="7727993" y="852615"/>
            <a:ext cx="1157989" cy="1157751"/>
            <a:chOff x="6246746" y="852615"/>
            <a:chExt cx="1157989" cy="1157751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370A9F6-178A-6C40-AAE5-A0127F8A31B1}"/>
                </a:ext>
              </a:extLst>
            </p:cNvPr>
            <p:cNvSpPr/>
            <p:nvPr/>
          </p:nvSpPr>
          <p:spPr>
            <a:xfrm>
              <a:off x="6246984" y="852615"/>
              <a:ext cx="1157751" cy="1157751"/>
            </a:xfrm>
            <a:prstGeom prst="rect">
              <a:avLst/>
            </a:prstGeom>
            <a:solidFill>
              <a:srgbClr val="E82E4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69B011D-1DEE-E404-69B6-5C75F07D3FD4}"/>
                </a:ext>
              </a:extLst>
            </p:cNvPr>
            <p:cNvSpPr txBox="1"/>
            <p:nvPr/>
          </p:nvSpPr>
          <p:spPr>
            <a:xfrm>
              <a:off x="6246746" y="923659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Cherry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E83050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232, 48, 80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B6A635A-AB98-F359-EA06-A2380BC0242E}"/>
              </a:ext>
            </a:extLst>
          </p:cNvPr>
          <p:cNvGrpSpPr/>
          <p:nvPr userDrawn="1"/>
        </p:nvGrpSpPr>
        <p:grpSpPr>
          <a:xfrm>
            <a:off x="10675254" y="852615"/>
            <a:ext cx="1157752" cy="1157751"/>
            <a:chOff x="7724864" y="852615"/>
            <a:chExt cx="1157752" cy="1157751"/>
          </a:xfrm>
          <a:solidFill>
            <a:srgbClr val="FBB60C"/>
          </a:solidFill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AD41EB8-BB22-9019-2DCB-E7053829C9D6}"/>
                </a:ext>
              </a:extLst>
            </p:cNvPr>
            <p:cNvSpPr/>
            <p:nvPr/>
          </p:nvSpPr>
          <p:spPr>
            <a:xfrm>
              <a:off x="7724865" y="852615"/>
              <a:ext cx="1157751" cy="1157751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D4C0BA3-E1D1-F65F-323E-E2D6C8EA0E22}"/>
                </a:ext>
              </a:extLst>
            </p:cNvPr>
            <p:cNvSpPr txBox="1"/>
            <p:nvPr/>
          </p:nvSpPr>
          <p:spPr>
            <a:xfrm>
              <a:off x="7724864" y="923659"/>
              <a:ext cx="1157751" cy="5078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Yellow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F9B418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249, 180, 24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EE28DA9-FFD3-5316-B8C4-D36BC8A98B8B}"/>
              </a:ext>
            </a:extLst>
          </p:cNvPr>
          <p:cNvGrpSpPr/>
          <p:nvPr userDrawn="1"/>
        </p:nvGrpSpPr>
        <p:grpSpPr>
          <a:xfrm>
            <a:off x="9183274" y="852615"/>
            <a:ext cx="1166884" cy="1157751"/>
            <a:chOff x="9193612" y="852615"/>
            <a:chExt cx="1166884" cy="1157751"/>
          </a:xfrm>
          <a:solidFill>
            <a:srgbClr val="00A042"/>
          </a:solidFill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79EC7CD-6613-125B-C862-21D21C87A887}"/>
                </a:ext>
              </a:extLst>
            </p:cNvPr>
            <p:cNvSpPr/>
            <p:nvPr/>
          </p:nvSpPr>
          <p:spPr>
            <a:xfrm>
              <a:off x="9202745" y="852615"/>
              <a:ext cx="1157751" cy="1157751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AD69E9D-9166-F09A-AD4D-1DF929FCBAA5}"/>
                </a:ext>
              </a:extLst>
            </p:cNvPr>
            <p:cNvSpPr txBox="1"/>
            <p:nvPr/>
          </p:nvSpPr>
          <p:spPr>
            <a:xfrm>
              <a:off x="9193612" y="923659"/>
              <a:ext cx="1157751" cy="5078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Green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00A14A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0, 161, 74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DC910A6-D2E5-6526-DF78-89680E712716}"/>
              </a:ext>
            </a:extLst>
          </p:cNvPr>
          <p:cNvGrpSpPr/>
          <p:nvPr userDrawn="1"/>
        </p:nvGrpSpPr>
        <p:grpSpPr>
          <a:xfrm>
            <a:off x="6240609" y="852615"/>
            <a:ext cx="1180805" cy="1157751"/>
            <a:chOff x="10657810" y="852615"/>
            <a:chExt cx="1180805" cy="1157751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24B9CE7-3F0A-81EA-6575-92A32D3C5360}"/>
                </a:ext>
              </a:extLst>
            </p:cNvPr>
            <p:cNvSpPr/>
            <p:nvPr/>
          </p:nvSpPr>
          <p:spPr>
            <a:xfrm>
              <a:off x="10680864" y="852615"/>
              <a:ext cx="1157751" cy="1157751"/>
            </a:xfrm>
            <a:prstGeom prst="rect">
              <a:avLst/>
            </a:prstGeom>
            <a:solidFill>
              <a:srgbClr val="123F93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370FBF5-3D21-CCF2-0900-68911790F7B3}"/>
                </a:ext>
              </a:extLst>
            </p:cNvPr>
            <p:cNvSpPr txBox="1"/>
            <p:nvPr/>
          </p:nvSpPr>
          <p:spPr>
            <a:xfrm>
              <a:off x="10657810" y="923659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Blue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1F448F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31, 68, 143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7A4AD49-940C-1CE8-4A79-3ED82C54DD37}"/>
              </a:ext>
            </a:extLst>
          </p:cNvPr>
          <p:cNvGrpSpPr/>
          <p:nvPr userDrawn="1"/>
        </p:nvGrpSpPr>
        <p:grpSpPr>
          <a:xfrm>
            <a:off x="7727993" y="2290431"/>
            <a:ext cx="1157989" cy="1157751"/>
            <a:chOff x="6246746" y="2290431"/>
            <a:chExt cx="1157989" cy="1157751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C1F798C-CDEA-7805-0D73-0390355E879D}"/>
                </a:ext>
              </a:extLst>
            </p:cNvPr>
            <p:cNvSpPr/>
            <p:nvPr/>
          </p:nvSpPr>
          <p:spPr>
            <a:xfrm>
              <a:off x="6246984" y="2290431"/>
              <a:ext cx="1157751" cy="1157751"/>
            </a:xfrm>
            <a:prstGeom prst="rect">
              <a:avLst/>
            </a:prstGeom>
            <a:solidFill>
              <a:srgbClr val="EC4D68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193154A9-0542-45AA-A58F-4F9D60D9556D}"/>
                </a:ext>
              </a:extLst>
            </p:cNvPr>
            <p:cNvSpPr txBox="1"/>
            <p:nvPr/>
          </p:nvSpPr>
          <p:spPr>
            <a:xfrm>
              <a:off x="6246746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EC4D6A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236, 77, 106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DDD5F8A-9650-3E67-03E9-A44A8D246515}"/>
              </a:ext>
            </a:extLst>
          </p:cNvPr>
          <p:cNvGrpSpPr/>
          <p:nvPr userDrawn="1"/>
        </p:nvGrpSpPr>
        <p:grpSpPr>
          <a:xfrm>
            <a:off x="10675254" y="2290431"/>
            <a:ext cx="1157752" cy="1157751"/>
            <a:chOff x="7724864" y="2290431"/>
            <a:chExt cx="1157752" cy="1157751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35E3A8B-32E8-80FF-2BCE-7C0B28E93AE6}"/>
                </a:ext>
              </a:extLst>
            </p:cNvPr>
            <p:cNvSpPr/>
            <p:nvPr/>
          </p:nvSpPr>
          <p:spPr>
            <a:xfrm>
              <a:off x="7724865" y="2290431"/>
              <a:ext cx="1157751" cy="1157751"/>
            </a:xfrm>
            <a:prstGeom prst="rect">
              <a:avLst/>
            </a:prstGeom>
            <a:solidFill>
              <a:srgbClr val="FCC847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6984E9C-5CF9-5204-862A-063B101D67CF}"/>
                </a:ext>
              </a:extLst>
            </p:cNvPr>
            <p:cNvSpPr txBox="1"/>
            <p:nvPr/>
          </p:nvSpPr>
          <p:spPr>
            <a:xfrm>
              <a:off x="7724864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FCC747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252, 199, 71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170E26A-C809-3B16-2B18-6695D0019F48}"/>
              </a:ext>
            </a:extLst>
          </p:cNvPr>
          <p:cNvGrpSpPr/>
          <p:nvPr userDrawn="1"/>
        </p:nvGrpSpPr>
        <p:grpSpPr>
          <a:xfrm>
            <a:off x="9183274" y="2290431"/>
            <a:ext cx="1166884" cy="1157751"/>
            <a:chOff x="9193612" y="2290431"/>
            <a:chExt cx="1166884" cy="1157751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A43E915-8824-1770-C539-C04DE445F3FB}"/>
                </a:ext>
              </a:extLst>
            </p:cNvPr>
            <p:cNvSpPr/>
            <p:nvPr/>
          </p:nvSpPr>
          <p:spPr>
            <a:xfrm>
              <a:off x="9202745" y="2290431"/>
              <a:ext cx="1157751" cy="1157751"/>
            </a:xfrm>
            <a:prstGeom prst="rect">
              <a:avLst/>
            </a:prstGeom>
            <a:solidFill>
              <a:srgbClr val="24AF5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452372A-4EEA-80F2-56A1-C8111D1F1F63}"/>
                </a:ext>
              </a:extLst>
            </p:cNvPr>
            <p:cNvSpPr txBox="1"/>
            <p:nvPr/>
          </p:nvSpPr>
          <p:spPr>
            <a:xfrm>
              <a:off x="9193612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1AAF5E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26, 175, 94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3938410-BDC1-E842-2088-B9E908CD5E48}"/>
              </a:ext>
            </a:extLst>
          </p:cNvPr>
          <p:cNvGrpSpPr/>
          <p:nvPr userDrawn="1"/>
        </p:nvGrpSpPr>
        <p:grpSpPr>
          <a:xfrm>
            <a:off x="6240609" y="2290431"/>
            <a:ext cx="1180805" cy="1157751"/>
            <a:chOff x="10657810" y="2290431"/>
            <a:chExt cx="1180805" cy="1157751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804E110-8C8A-F5CC-0126-00AA6436A625}"/>
                </a:ext>
              </a:extLst>
            </p:cNvPr>
            <p:cNvSpPr/>
            <p:nvPr/>
          </p:nvSpPr>
          <p:spPr>
            <a:xfrm>
              <a:off x="10680864" y="2290431"/>
              <a:ext cx="1157751" cy="1157751"/>
            </a:xfrm>
            <a:prstGeom prst="rect">
              <a:avLst/>
            </a:prstGeom>
            <a:solidFill>
              <a:srgbClr val="29529E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CAFEC10C-8651-8819-CDB9-4534B70B6824}"/>
                </a:ext>
              </a:extLst>
            </p:cNvPr>
            <p:cNvSpPr txBox="1"/>
            <p:nvPr/>
          </p:nvSpPr>
          <p:spPr>
            <a:xfrm>
              <a:off x="10657810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24539F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36, 83, 159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D009F3D-7D88-8AC0-1F3B-FB1B83D7B84E}"/>
              </a:ext>
            </a:extLst>
          </p:cNvPr>
          <p:cNvGrpSpPr/>
          <p:nvPr userDrawn="1"/>
        </p:nvGrpSpPr>
        <p:grpSpPr>
          <a:xfrm>
            <a:off x="7727993" y="3728247"/>
            <a:ext cx="1157989" cy="1157751"/>
            <a:chOff x="6246746" y="3728247"/>
            <a:chExt cx="1157989" cy="1157751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318608CD-CD48-4981-82AF-6E3EC6A7B226}"/>
                </a:ext>
              </a:extLst>
            </p:cNvPr>
            <p:cNvSpPr/>
            <p:nvPr/>
          </p:nvSpPr>
          <p:spPr>
            <a:xfrm>
              <a:off x="6246984" y="3728247"/>
              <a:ext cx="1157751" cy="1157751"/>
            </a:xfrm>
            <a:prstGeom prst="rect">
              <a:avLst/>
            </a:prstGeom>
            <a:solidFill>
              <a:srgbClr val="F6AAB9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CFC2645-DC48-B2F6-D1F4-B9225B822761}"/>
                </a:ext>
              </a:extLst>
            </p:cNvPr>
            <p:cNvSpPr txBox="1"/>
            <p:nvPr/>
          </p:nvSpPr>
          <p:spPr>
            <a:xfrm>
              <a:off x="6246746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F6AAB9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RBG 246, 170, 185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3049C6E-01B4-8060-D48F-D1CBD3025DBD}"/>
              </a:ext>
            </a:extLst>
          </p:cNvPr>
          <p:cNvGrpSpPr/>
          <p:nvPr userDrawn="1"/>
        </p:nvGrpSpPr>
        <p:grpSpPr>
          <a:xfrm>
            <a:off x="10675254" y="3728247"/>
            <a:ext cx="1157752" cy="1157751"/>
            <a:chOff x="7724864" y="3728247"/>
            <a:chExt cx="1157752" cy="1157751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14A9CA36-CEBD-419F-9812-7C42EB7EEF98}"/>
                </a:ext>
              </a:extLst>
            </p:cNvPr>
            <p:cNvSpPr/>
            <p:nvPr/>
          </p:nvSpPr>
          <p:spPr>
            <a:xfrm>
              <a:off x="7724865" y="3728247"/>
              <a:ext cx="1157751" cy="1157751"/>
            </a:xfrm>
            <a:prstGeom prst="rect">
              <a:avLst/>
            </a:prstGeom>
            <a:solidFill>
              <a:srgbClr val="FEE29E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A8F0623-5C87-922A-FAD7-6772B982BDD7}"/>
                </a:ext>
              </a:extLst>
            </p:cNvPr>
            <p:cNvSpPr txBox="1"/>
            <p:nvPr/>
          </p:nvSpPr>
          <p:spPr>
            <a:xfrm>
              <a:off x="7724864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FCE39B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BB60C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RBG 252, 227, 155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E2E373A-6727-2E08-B8F3-4E59CEBAEE00}"/>
              </a:ext>
            </a:extLst>
          </p:cNvPr>
          <p:cNvGrpSpPr/>
          <p:nvPr userDrawn="1"/>
        </p:nvGrpSpPr>
        <p:grpSpPr>
          <a:xfrm>
            <a:off x="9183274" y="3728247"/>
            <a:ext cx="1166884" cy="1157751"/>
            <a:chOff x="9193612" y="3728247"/>
            <a:chExt cx="1166884" cy="1157751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7908CCF-3634-5E7C-E71E-66D89FE904FD}"/>
                </a:ext>
              </a:extLst>
            </p:cNvPr>
            <p:cNvSpPr/>
            <p:nvPr/>
          </p:nvSpPr>
          <p:spPr>
            <a:xfrm>
              <a:off x="9202745" y="3728247"/>
              <a:ext cx="1157751" cy="1157751"/>
            </a:xfrm>
            <a:prstGeom prst="rect">
              <a:avLst/>
            </a:prstGeom>
            <a:solidFill>
              <a:srgbClr val="9AD9B5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485EC48-9AA9-4CBF-A780-980B25308F32}"/>
                </a:ext>
              </a:extLst>
            </p:cNvPr>
            <p:cNvSpPr txBox="1"/>
            <p:nvPr/>
          </p:nvSpPr>
          <p:spPr>
            <a:xfrm>
              <a:off x="9193612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9BD3B3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00A042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RBG 155, 211, 179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869230E-2142-F51D-0FD0-64A78B69E64B}"/>
              </a:ext>
            </a:extLst>
          </p:cNvPr>
          <p:cNvGrpSpPr/>
          <p:nvPr userDrawn="1"/>
        </p:nvGrpSpPr>
        <p:grpSpPr>
          <a:xfrm>
            <a:off x="6240609" y="3728247"/>
            <a:ext cx="1180805" cy="1157751"/>
            <a:chOff x="10657810" y="3728247"/>
            <a:chExt cx="1180805" cy="1157751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F1B82D66-E377-EBDA-E8B9-F5C832CD7F6B}"/>
                </a:ext>
              </a:extLst>
            </p:cNvPr>
            <p:cNvSpPr/>
            <p:nvPr/>
          </p:nvSpPr>
          <p:spPr>
            <a:xfrm>
              <a:off x="10680864" y="3728247"/>
              <a:ext cx="1157751" cy="1157751"/>
            </a:xfrm>
            <a:prstGeom prst="rect">
              <a:avLst/>
            </a:prstGeom>
            <a:solidFill>
              <a:srgbClr val="A0B2D4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FCBB728-3951-5C1C-62F5-26C1AE97F0C0}"/>
                </a:ext>
              </a:extLst>
            </p:cNvPr>
            <p:cNvSpPr txBox="1"/>
            <p:nvPr/>
          </p:nvSpPr>
          <p:spPr>
            <a:xfrm>
              <a:off x="10657810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A1B2D5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RBG 161, 178, 213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23DB28C-ABC4-2C05-2DAE-6A29628DFCC3}"/>
              </a:ext>
            </a:extLst>
          </p:cNvPr>
          <p:cNvGrpSpPr/>
          <p:nvPr userDrawn="1"/>
        </p:nvGrpSpPr>
        <p:grpSpPr>
          <a:xfrm>
            <a:off x="7727993" y="5166063"/>
            <a:ext cx="1157989" cy="1157751"/>
            <a:chOff x="6246746" y="5166063"/>
            <a:chExt cx="1157989" cy="1157751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4B0CDA3E-5E9E-055D-CAC4-8B4ED630879B}"/>
                </a:ext>
              </a:extLst>
            </p:cNvPr>
            <p:cNvSpPr/>
            <p:nvPr/>
          </p:nvSpPr>
          <p:spPr>
            <a:xfrm>
              <a:off x="6246984" y="5166063"/>
              <a:ext cx="1157751" cy="1157751"/>
            </a:xfrm>
            <a:prstGeom prst="rect">
              <a:avLst/>
            </a:prstGeom>
            <a:solidFill>
              <a:srgbClr val="FDE3E6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533C72BC-C7BF-6DC4-74A6-01E3A6C05957}"/>
                </a:ext>
              </a:extLst>
            </p:cNvPr>
            <p:cNvSpPr txBox="1"/>
            <p:nvPr/>
          </p:nvSpPr>
          <p:spPr>
            <a:xfrm>
              <a:off x="6246746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FCE3E6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RBG 252, 227, 230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7DB6025-8834-49DA-097D-5ED53D43A56E}"/>
              </a:ext>
            </a:extLst>
          </p:cNvPr>
          <p:cNvGrpSpPr/>
          <p:nvPr userDrawn="1"/>
        </p:nvGrpSpPr>
        <p:grpSpPr>
          <a:xfrm>
            <a:off x="10675254" y="5166063"/>
            <a:ext cx="1157752" cy="1157751"/>
            <a:chOff x="7724864" y="5166063"/>
            <a:chExt cx="1157752" cy="1157751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187A1F1-6851-A6A0-B99F-B743F3DDB93E}"/>
                </a:ext>
              </a:extLst>
            </p:cNvPr>
            <p:cNvSpPr/>
            <p:nvPr/>
          </p:nvSpPr>
          <p:spPr>
            <a:xfrm>
              <a:off x="7724865" y="5166063"/>
              <a:ext cx="1157751" cy="1157751"/>
            </a:xfrm>
            <a:prstGeom prst="rect">
              <a:avLst/>
            </a:prstGeom>
            <a:solidFill>
              <a:srgbClr val="FEF4CE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54B9D6B-3130-FC8F-1CA0-995392C9BEDE}"/>
                </a:ext>
              </a:extLst>
            </p:cNvPr>
            <p:cNvSpPr txBox="1"/>
            <p:nvPr/>
          </p:nvSpPr>
          <p:spPr>
            <a:xfrm>
              <a:off x="7724864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FEF4CF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BB60C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RBG 252, 244, 207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1DFDE82-8AC3-129D-9AD2-786B5D303298}"/>
              </a:ext>
            </a:extLst>
          </p:cNvPr>
          <p:cNvGrpSpPr/>
          <p:nvPr userDrawn="1"/>
        </p:nvGrpSpPr>
        <p:grpSpPr>
          <a:xfrm>
            <a:off x="9183274" y="5166063"/>
            <a:ext cx="1166884" cy="1157751"/>
            <a:chOff x="9193612" y="5166063"/>
            <a:chExt cx="1166884" cy="1157751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BCC0CEC-82BC-8865-EAF3-4F5C0B8B2D80}"/>
                </a:ext>
              </a:extLst>
            </p:cNvPr>
            <p:cNvSpPr/>
            <p:nvPr/>
          </p:nvSpPr>
          <p:spPr>
            <a:xfrm>
              <a:off x="9202745" y="5166063"/>
              <a:ext cx="1157751" cy="1157751"/>
            </a:xfrm>
            <a:prstGeom prst="rect">
              <a:avLst/>
            </a:prstGeom>
            <a:solidFill>
              <a:srgbClr val="D2EFDC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4E3C415-5EFB-9DC5-8CEB-21D7C9034C30}"/>
                </a:ext>
              </a:extLst>
            </p:cNvPr>
            <p:cNvSpPr txBox="1"/>
            <p:nvPr/>
          </p:nvSpPr>
          <p:spPr>
            <a:xfrm>
              <a:off x="9193612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D1EAD9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00A042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RBG 209, 234, 217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1C63C23-5AA2-310A-D204-F2CB361979F9}"/>
              </a:ext>
            </a:extLst>
          </p:cNvPr>
          <p:cNvGrpSpPr/>
          <p:nvPr userDrawn="1"/>
        </p:nvGrpSpPr>
        <p:grpSpPr>
          <a:xfrm>
            <a:off x="6240609" y="5166063"/>
            <a:ext cx="1180805" cy="1157751"/>
            <a:chOff x="10657810" y="5166063"/>
            <a:chExt cx="1180805" cy="1157751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04BC2A1-D5F2-F6FB-86E9-6EDB478030EA}"/>
                </a:ext>
              </a:extLst>
            </p:cNvPr>
            <p:cNvSpPr/>
            <p:nvPr/>
          </p:nvSpPr>
          <p:spPr>
            <a:xfrm>
              <a:off x="10680864" y="5166063"/>
              <a:ext cx="1157751" cy="1157751"/>
            </a:xfrm>
            <a:prstGeom prst="rect">
              <a:avLst/>
            </a:prstGeom>
            <a:solidFill>
              <a:srgbClr val="D4DCEB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9CA65C7-2085-FBBA-8AF6-F6240BCCF342}"/>
                </a:ext>
              </a:extLst>
            </p:cNvPr>
            <p:cNvSpPr txBox="1"/>
            <p:nvPr/>
          </p:nvSpPr>
          <p:spPr>
            <a:xfrm>
              <a:off x="10657810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D5DBEC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RBG 213, 219, 236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8BE84A4-5356-F112-1276-A189ABCDFF1F}"/>
              </a:ext>
            </a:extLst>
          </p:cNvPr>
          <p:cNvGrpSpPr/>
          <p:nvPr userDrawn="1"/>
        </p:nvGrpSpPr>
        <p:grpSpPr>
          <a:xfrm>
            <a:off x="1836087" y="853399"/>
            <a:ext cx="1157751" cy="1157586"/>
            <a:chOff x="376439" y="853399"/>
            <a:chExt cx="1157751" cy="1157586"/>
          </a:xfrm>
          <a:solidFill>
            <a:srgbClr val="ED631C"/>
          </a:solidFill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CA3E6DD-C25E-5425-FE61-EBCD7F2C2CCA}"/>
                </a:ext>
              </a:extLst>
            </p:cNvPr>
            <p:cNvSpPr/>
            <p:nvPr/>
          </p:nvSpPr>
          <p:spPr>
            <a:xfrm>
              <a:off x="376439" y="853399"/>
              <a:ext cx="1157585" cy="1157586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62526494-F7B5-DB10-576E-A926A6DB464B}"/>
                </a:ext>
              </a:extLst>
            </p:cNvPr>
            <p:cNvSpPr txBox="1"/>
            <p:nvPr/>
          </p:nvSpPr>
          <p:spPr>
            <a:xfrm>
              <a:off x="376439" y="923659"/>
              <a:ext cx="1157751" cy="5078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Orange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EC6523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236, 101, 35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9FB0C566-C72E-E547-F3EC-7593458834E5}"/>
              </a:ext>
            </a:extLst>
          </p:cNvPr>
          <p:cNvGrpSpPr/>
          <p:nvPr userDrawn="1"/>
        </p:nvGrpSpPr>
        <p:grpSpPr>
          <a:xfrm>
            <a:off x="370600" y="853399"/>
            <a:ext cx="1171671" cy="1157586"/>
            <a:chOff x="1840637" y="853399"/>
            <a:chExt cx="1171671" cy="1157586"/>
          </a:xfrm>
          <a:solidFill>
            <a:srgbClr val="01A2A6"/>
          </a:solidFill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D4158118-CA67-7346-5541-45893722E9B6}"/>
                </a:ext>
              </a:extLst>
            </p:cNvPr>
            <p:cNvSpPr/>
            <p:nvPr/>
          </p:nvSpPr>
          <p:spPr>
            <a:xfrm>
              <a:off x="1840637" y="853399"/>
              <a:ext cx="1157585" cy="1157586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34E2B194-49B2-0E16-FEB7-A9090B505705}"/>
                </a:ext>
              </a:extLst>
            </p:cNvPr>
            <p:cNvSpPr txBox="1"/>
            <p:nvPr/>
          </p:nvSpPr>
          <p:spPr>
            <a:xfrm>
              <a:off x="1854557" y="923659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Aqua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02A2A7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2, 162, 167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544D0E7-2034-C616-E0D2-968F4754DF2C}"/>
              </a:ext>
            </a:extLst>
          </p:cNvPr>
          <p:cNvGrpSpPr/>
          <p:nvPr userDrawn="1"/>
        </p:nvGrpSpPr>
        <p:grpSpPr>
          <a:xfrm>
            <a:off x="3304834" y="853399"/>
            <a:ext cx="1176222" cy="1157586"/>
            <a:chOff x="3304834" y="853399"/>
            <a:chExt cx="1176222" cy="1157586"/>
          </a:xfrm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1EBB3453-6E71-7237-4A8C-1CF311539BF9}"/>
                </a:ext>
              </a:extLst>
            </p:cNvPr>
            <p:cNvSpPr/>
            <p:nvPr/>
          </p:nvSpPr>
          <p:spPr>
            <a:xfrm>
              <a:off x="3304834" y="853399"/>
              <a:ext cx="1157585" cy="1157586"/>
            </a:xfrm>
            <a:prstGeom prst="rect">
              <a:avLst/>
            </a:prstGeom>
            <a:solidFill>
              <a:srgbClr val="68398E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C5EA518-1EE0-15FF-2F3C-5B211954AB69}"/>
                </a:ext>
              </a:extLst>
            </p:cNvPr>
            <p:cNvSpPr txBox="1"/>
            <p:nvPr/>
          </p:nvSpPr>
          <p:spPr>
            <a:xfrm>
              <a:off x="3323305" y="923659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Purple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693A91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105, 58, 145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6213278-3DD3-93F9-8010-A3BFC6B1133F}"/>
              </a:ext>
            </a:extLst>
          </p:cNvPr>
          <p:cNvGrpSpPr/>
          <p:nvPr userDrawn="1"/>
        </p:nvGrpSpPr>
        <p:grpSpPr>
          <a:xfrm>
            <a:off x="4769032" y="853399"/>
            <a:ext cx="1176222" cy="1157586"/>
            <a:chOff x="4769032" y="853399"/>
            <a:chExt cx="1176222" cy="1157586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D32ED0CB-4AE3-1661-7B0C-A74CE2F6DF3C}"/>
                </a:ext>
              </a:extLst>
            </p:cNvPr>
            <p:cNvSpPr/>
            <p:nvPr/>
          </p:nvSpPr>
          <p:spPr>
            <a:xfrm>
              <a:off x="4769032" y="853399"/>
              <a:ext cx="1157585" cy="1157586"/>
            </a:xfrm>
            <a:prstGeom prst="rect">
              <a:avLst/>
            </a:prstGeom>
            <a:solidFill>
              <a:srgbClr val="14274C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CDF27954-9E14-C213-CCFC-68AC2BFBA64F}"/>
                </a:ext>
              </a:extLst>
            </p:cNvPr>
            <p:cNvSpPr txBox="1"/>
            <p:nvPr/>
          </p:nvSpPr>
          <p:spPr>
            <a:xfrm>
              <a:off x="4787503" y="923659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Navy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14274C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20, 39, 76</a:t>
              </a: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690DB03-8432-6690-25C5-9FFFAA86A3E2}"/>
              </a:ext>
            </a:extLst>
          </p:cNvPr>
          <p:cNvGrpSpPr/>
          <p:nvPr userDrawn="1"/>
        </p:nvGrpSpPr>
        <p:grpSpPr>
          <a:xfrm>
            <a:off x="1836087" y="2291009"/>
            <a:ext cx="1157751" cy="1157586"/>
            <a:chOff x="376439" y="2291009"/>
            <a:chExt cx="1157751" cy="1157586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38EE2C4A-49E0-DD2E-8410-80F1BE1DCCAC}"/>
                </a:ext>
              </a:extLst>
            </p:cNvPr>
            <p:cNvSpPr/>
            <p:nvPr/>
          </p:nvSpPr>
          <p:spPr>
            <a:xfrm>
              <a:off x="376439" y="2291009"/>
              <a:ext cx="1157585" cy="1157586"/>
            </a:xfrm>
            <a:prstGeom prst="rect">
              <a:avLst/>
            </a:prstGeom>
            <a:solidFill>
              <a:srgbClr val="E97438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ED0D9642-3715-34AF-F018-A2492A410634}"/>
                </a:ext>
              </a:extLst>
            </p:cNvPr>
            <p:cNvSpPr txBox="1"/>
            <p:nvPr/>
          </p:nvSpPr>
          <p:spPr>
            <a:xfrm>
              <a:off x="376439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EF7739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239, 119, 57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F7E330F-BBAB-F949-B3ED-C5429A2E46EF}"/>
              </a:ext>
            </a:extLst>
          </p:cNvPr>
          <p:cNvGrpSpPr/>
          <p:nvPr userDrawn="1"/>
        </p:nvGrpSpPr>
        <p:grpSpPr>
          <a:xfrm>
            <a:off x="370600" y="2291009"/>
            <a:ext cx="1171671" cy="1157586"/>
            <a:chOff x="1840637" y="2291009"/>
            <a:chExt cx="1171671" cy="1157586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17C1CA45-88AD-7B1E-EAE6-5AD992FEEB78}"/>
                </a:ext>
              </a:extLst>
            </p:cNvPr>
            <p:cNvSpPr/>
            <p:nvPr/>
          </p:nvSpPr>
          <p:spPr>
            <a:xfrm>
              <a:off x="1840637" y="2291009"/>
              <a:ext cx="1157585" cy="1157586"/>
            </a:xfrm>
            <a:prstGeom prst="rect">
              <a:avLst/>
            </a:prstGeom>
            <a:solidFill>
              <a:srgbClr val="31B5B8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A38D979B-FD0B-5D36-EA69-305796F87234}"/>
                </a:ext>
              </a:extLst>
            </p:cNvPr>
            <p:cNvSpPr txBox="1"/>
            <p:nvPr/>
          </p:nvSpPr>
          <p:spPr>
            <a:xfrm>
              <a:off x="1854557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29B3B8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41, 179, 184</a:t>
              </a: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B990B448-1F0E-2C07-995D-48A5D3A38D8C}"/>
              </a:ext>
            </a:extLst>
          </p:cNvPr>
          <p:cNvGrpSpPr/>
          <p:nvPr userDrawn="1"/>
        </p:nvGrpSpPr>
        <p:grpSpPr>
          <a:xfrm>
            <a:off x="3304834" y="2291009"/>
            <a:ext cx="1176222" cy="1157586"/>
            <a:chOff x="3304834" y="2291009"/>
            <a:chExt cx="1176222" cy="1157586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B9BCE863-2EC9-F5D7-4061-23C9141B41BD}"/>
                </a:ext>
              </a:extLst>
            </p:cNvPr>
            <p:cNvSpPr/>
            <p:nvPr/>
          </p:nvSpPr>
          <p:spPr>
            <a:xfrm>
              <a:off x="3304834" y="2291009"/>
              <a:ext cx="1157585" cy="1157586"/>
            </a:xfrm>
            <a:prstGeom prst="rect">
              <a:avLst/>
            </a:prstGeom>
            <a:solidFill>
              <a:srgbClr val="784B9B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B4CB55E9-93D5-67D8-72BD-FDE40B121F5E}"/>
                </a:ext>
              </a:extLst>
            </p:cNvPr>
            <p:cNvSpPr txBox="1"/>
            <p:nvPr/>
          </p:nvSpPr>
          <p:spPr>
            <a:xfrm>
              <a:off x="3323305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784B9A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120, 75, 154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2765C52-3FE8-D4BE-1FBD-CC7F546F11B8}"/>
              </a:ext>
            </a:extLst>
          </p:cNvPr>
          <p:cNvGrpSpPr/>
          <p:nvPr userDrawn="1"/>
        </p:nvGrpSpPr>
        <p:grpSpPr>
          <a:xfrm>
            <a:off x="1836087" y="3728619"/>
            <a:ext cx="1157751" cy="1157586"/>
            <a:chOff x="376439" y="3728619"/>
            <a:chExt cx="1157751" cy="1157586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6A22ED64-8ABB-762E-EE0B-77B66C15AE6E}"/>
                </a:ext>
              </a:extLst>
            </p:cNvPr>
            <p:cNvSpPr/>
            <p:nvPr/>
          </p:nvSpPr>
          <p:spPr>
            <a:xfrm>
              <a:off x="376439" y="3728619"/>
              <a:ext cx="1157585" cy="1157586"/>
            </a:xfrm>
            <a:prstGeom prst="rect">
              <a:avLst/>
            </a:prstGeom>
            <a:solidFill>
              <a:srgbClr val="F9C1A4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9751C58B-ED92-28A5-D053-FBD1FDE77364}"/>
                </a:ext>
              </a:extLst>
            </p:cNvPr>
            <p:cNvSpPr txBox="1"/>
            <p:nvPr/>
          </p:nvSpPr>
          <p:spPr>
            <a:xfrm>
              <a:off x="376439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F7C1A3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RBG 247, 193, 163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E537229-79E4-DB2A-7A02-D05CD44ED788}"/>
              </a:ext>
            </a:extLst>
          </p:cNvPr>
          <p:cNvGrpSpPr/>
          <p:nvPr userDrawn="1"/>
        </p:nvGrpSpPr>
        <p:grpSpPr>
          <a:xfrm>
            <a:off x="370600" y="3728619"/>
            <a:ext cx="1171671" cy="1157586"/>
            <a:chOff x="1840637" y="3728619"/>
            <a:chExt cx="1171671" cy="1157586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E74B36FB-E86D-46C6-18B7-600A8187227B}"/>
                </a:ext>
              </a:extLst>
            </p:cNvPr>
            <p:cNvSpPr/>
            <p:nvPr/>
          </p:nvSpPr>
          <p:spPr>
            <a:xfrm>
              <a:off x="1840637" y="3728619"/>
              <a:ext cx="1157585" cy="1157586"/>
            </a:xfrm>
            <a:prstGeom prst="rect">
              <a:avLst/>
            </a:prstGeom>
            <a:solidFill>
              <a:srgbClr val="9ADADA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76F86DF7-38F4-2F3D-BA0A-751189AEBA99}"/>
                </a:ext>
              </a:extLst>
            </p:cNvPr>
            <p:cNvSpPr txBox="1"/>
            <p:nvPr/>
          </p:nvSpPr>
          <p:spPr>
            <a:xfrm>
              <a:off x="1854557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99D7D6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RBG 153, 215, 214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5C6CA3C-A79C-5E2B-7D29-0F989207E639}"/>
              </a:ext>
            </a:extLst>
          </p:cNvPr>
          <p:cNvGrpSpPr/>
          <p:nvPr userDrawn="1"/>
        </p:nvGrpSpPr>
        <p:grpSpPr>
          <a:xfrm>
            <a:off x="3304834" y="3728619"/>
            <a:ext cx="1176222" cy="1157586"/>
            <a:chOff x="3304834" y="3728619"/>
            <a:chExt cx="1176222" cy="1157586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CF9984DA-8C32-8723-5C76-EE4C91F27324}"/>
                </a:ext>
              </a:extLst>
            </p:cNvPr>
            <p:cNvSpPr/>
            <p:nvPr/>
          </p:nvSpPr>
          <p:spPr>
            <a:xfrm>
              <a:off x="3304834" y="3728619"/>
              <a:ext cx="1157585" cy="1157586"/>
            </a:xfrm>
            <a:prstGeom prst="rect">
              <a:avLst/>
            </a:prstGeom>
            <a:solidFill>
              <a:srgbClr val="C4AFD3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F1ED9B7-47F0-AE53-6C13-61B83DC8DB41}"/>
                </a:ext>
              </a:extLst>
            </p:cNvPr>
            <p:cNvSpPr txBox="1"/>
            <p:nvPr/>
          </p:nvSpPr>
          <p:spPr>
            <a:xfrm>
              <a:off x="3323305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C2AFD0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68398E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RBG 194, 175, 208</a:t>
              </a: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23D0E4C7-4B16-823A-BDD0-0B5C63C1CD79}"/>
              </a:ext>
            </a:extLst>
          </p:cNvPr>
          <p:cNvGrpSpPr/>
          <p:nvPr userDrawn="1"/>
        </p:nvGrpSpPr>
        <p:grpSpPr>
          <a:xfrm>
            <a:off x="1836087" y="5166228"/>
            <a:ext cx="1157751" cy="1157586"/>
            <a:chOff x="376439" y="5166228"/>
            <a:chExt cx="1157751" cy="1157586"/>
          </a:xfrm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140E9D31-42AA-019F-A321-BDB9A910CF44}"/>
                </a:ext>
              </a:extLst>
            </p:cNvPr>
            <p:cNvSpPr/>
            <p:nvPr/>
          </p:nvSpPr>
          <p:spPr>
            <a:xfrm>
              <a:off x="376439" y="5166228"/>
              <a:ext cx="1157585" cy="1157586"/>
            </a:xfrm>
            <a:prstGeom prst="rect">
              <a:avLst/>
            </a:prstGeom>
            <a:solidFill>
              <a:srgbClr val="FEE9E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4EE826C-D34C-A7E4-7093-92F8F0E6224C}"/>
                </a:ext>
              </a:extLst>
            </p:cNvPr>
            <p:cNvSpPr txBox="1"/>
            <p:nvPr/>
          </p:nvSpPr>
          <p:spPr>
            <a:xfrm>
              <a:off x="376439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FBE8DF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RBG 251, 232, 223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20924E9-8488-7967-6482-4AD78A93DAF9}"/>
              </a:ext>
            </a:extLst>
          </p:cNvPr>
          <p:cNvGrpSpPr/>
          <p:nvPr userDrawn="1"/>
        </p:nvGrpSpPr>
        <p:grpSpPr>
          <a:xfrm>
            <a:off x="370600" y="5166228"/>
            <a:ext cx="1171671" cy="1157586"/>
            <a:chOff x="1840637" y="5166228"/>
            <a:chExt cx="1171671" cy="1157586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E60523DB-AA6A-4006-EFF6-F0863C958527}"/>
                </a:ext>
              </a:extLst>
            </p:cNvPr>
            <p:cNvSpPr/>
            <p:nvPr/>
          </p:nvSpPr>
          <p:spPr>
            <a:xfrm>
              <a:off x="1840637" y="5166228"/>
              <a:ext cx="1157585" cy="1157586"/>
            </a:xfrm>
            <a:prstGeom prst="rect">
              <a:avLst/>
            </a:prstGeom>
            <a:solidFill>
              <a:srgbClr val="CCEDED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0A00647C-510D-F21A-6810-C58A82284405}"/>
                </a:ext>
              </a:extLst>
            </p:cNvPr>
            <p:cNvSpPr txBox="1"/>
            <p:nvPr/>
          </p:nvSpPr>
          <p:spPr>
            <a:xfrm>
              <a:off x="1854557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CBEAEC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RBG 203, 234, 236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ECF0907-3618-F21F-110B-E92B78C755BD}"/>
              </a:ext>
            </a:extLst>
          </p:cNvPr>
          <p:cNvGrpSpPr/>
          <p:nvPr userDrawn="1"/>
        </p:nvGrpSpPr>
        <p:grpSpPr>
          <a:xfrm>
            <a:off x="3304834" y="5166228"/>
            <a:ext cx="1176222" cy="1157586"/>
            <a:chOff x="3304834" y="5166228"/>
            <a:chExt cx="1176222" cy="1157586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0E43BD74-6820-7F3C-C15B-32357BE46B06}"/>
                </a:ext>
              </a:extLst>
            </p:cNvPr>
            <p:cNvSpPr/>
            <p:nvPr/>
          </p:nvSpPr>
          <p:spPr>
            <a:xfrm>
              <a:off x="3304834" y="5166228"/>
              <a:ext cx="1157585" cy="1157586"/>
            </a:xfrm>
            <a:prstGeom prst="rect">
              <a:avLst/>
            </a:prstGeom>
            <a:solidFill>
              <a:srgbClr val="E5DDEC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24983622-CC50-0C9F-739C-642FD894B0F2}"/>
                </a:ext>
              </a:extLst>
            </p:cNvPr>
            <p:cNvSpPr txBox="1"/>
            <p:nvPr/>
          </p:nvSpPr>
          <p:spPr>
            <a:xfrm>
              <a:off x="3323305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E3DCEA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68398E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RBG 227, 220, 234</a:t>
              </a:r>
            </a:p>
          </p:txBody>
        </p:sp>
      </p:grpSp>
      <p:sp>
        <p:nvSpPr>
          <p:cNvPr id="179" name="Text Placeholder 12">
            <a:extLst>
              <a:ext uri="{FF2B5EF4-FFF2-40B4-BE49-F238E27FC236}">
                <a16:creationId xmlns:a16="http://schemas.microsoft.com/office/drawing/2014/main" id="{B0463925-574E-09B3-D12D-13ABC48E0164}"/>
              </a:ext>
            </a:extLst>
          </p:cNvPr>
          <p:cNvSpPr txBox="1">
            <a:spLocks/>
          </p:cNvSpPr>
          <p:nvPr userDrawn="1"/>
        </p:nvSpPr>
        <p:spPr>
          <a:xfrm>
            <a:off x="258047" y="337056"/>
            <a:ext cx="5022042" cy="51555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>
                <a:solidFill>
                  <a:srgbClr val="14274C">
                    <a:alpha val="85000"/>
                  </a:srgbClr>
                </a:solidFill>
                <a:latin typeface="Trebuchet MS"/>
              </a:rPr>
              <a:t>Primary </a:t>
            </a:r>
            <a:r>
              <a:rPr lang="en-GB" err="1">
                <a:solidFill>
                  <a:srgbClr val="14274C">
                    <a:alpha val="85000"/>
                  </a:srgbClr>
                </a:solidFill>
                <a:latin typeface="Trebuchet MS"/>
              </a:rPr>
              <a:t>color</a:t>
            </a:r>
            <a:r>
              <a:rPr lang="en-GB">
                <a:solidFill>
                  <a:srgbClr val="14274C">
                    <a:alpha val="85000"/>
                  </a:srgbClr>
                </a:solidFill>
                <a:latin typeface="Trebuchet MS"/>
              </a:rPr>
              <a:t> palette</a:t>
            </a:r>
            <a:endParaRPr lang="en-BE">
              <a:solidFill>
                <a:srgbClr val="14274C">
                  <a:alpha val="85000"/>
                </a:srgbClr>
              </a:solidFill>
              <a:latin typeface="Trebuchet MS"/>
            </a:endParaRPr>
          </a:p>
        </p:txBody>
      </p:sp>
      <p:sp>
        <p:nvSpPr>
          <p:cNvPr id="180" name="Text Placeholder 12">
            <a:extLst>
              <a:ext uri="{FF2B5EF4-FFF2-40B4-BE49-F238E27FC236}">
                <a16:creationId xmlns:a16="http://schemas.microsoft.com/office/drawing/2014/main" id="{638AA2FA-251B-58FB-2CAA-39FF8BF5166B}"/>
              </a:ext>
            </a:extLst>
          </p:cNvPr>
          <p:cNvSpPr txBox="1">
            <a:spLocks/>
          </p:cNvSpPr>
          <p:nvPr userDrawn="1"/>
        </p:nvSpPr>
        <p:spPr>
          <a:xfrm>
            <a:off x="6214643" y="337056"/>
            <a:ext cx="5022042" cy="51555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>
                <a:solidFill>
                  <a:srgbClr val="14274C">
                    <a:alpha val="85000"/>
                  </a:srgbClr>
                </a:solidFill>
                <a:latin typeface="Trebuchet MS"/>
              </a:rPr>
              <a:t>Secondary </a:t>
            </a:r>
            <a:r>
              <a:rPr lang="en-GB" err="1">
                <a:solidFill>
                  <a:srgbClr val="14274C">
                    <a:alpha val="85000"/>
                  </a:srgbClr>
                </a:solidFill>
                <a:latin typeface="Trebuchet MS"/>
              </a:rPr>
              <a:t>color</a:t>
            </a:r>
            <a:r>
              <a:rPr lang="en-GB">
                <a:solidFill>
                  <a:srgbClr val="14274C">
                    <a:alpha val="85000"/>
                  </a:srgbClr>
                </a:solidFill>
                <a:latin typeface="Trebuchet MS"/>
              </a:rPr>
              <a:t> palette</a:t>
            </a:r>
            <a:endParaRPr lang="en-BE">
              <a:solidFill>
                <a:srgbClr val="14274C">
                  <a:alpha val="85000"/>
                </a:srgbClr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080854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re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F3D3D95-8514-A990-EE8B-D97C8DC37050}"/>
              </a:ext>
            </a:extLst>
          </p:cNvPr>
          <p:cNvSpPr txBox="1">
            <a:spLocks/>
          </p:cNvSpPr>
          <p:nvPr userDrawn="1"/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3200" b="1" i="0" u="none" strike="noStrike" kern="120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Center icons</a:t>
            </a:r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FB1E0E4B-96C6-4298-BCDE-2FFFD2ECAB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93247" y="1996228"/>
            <a:ext cx="1549400" cy="15494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4494744-34B9-6390-FCC7-785EC6E304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69948" y="1996228"/>
            <a:ext cx="1549400" cy="1549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95B9A7D-B692-0AE6-2A54-5500EA2B50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211023" y="2203732"/>
            <a:ext cx="1014536" cy="105282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774F6CB-7577-DEEF-26EE-3F35AD64C9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97432" y="2203732"/>
            <a:ext cx="499700" cy="105492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DEA601F-1215-F2C8-6D36-87C6489082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034558" y="3800480"/>
            <a:ext cx="820180" cy="102406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86BAD54-6825-C301-0E82-8C28071048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883924" y="2109263"/>
            <a:ext cx="1303851" cy="1303851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3D5C64B9-A972-826B-6851-79F9CE3A90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293247" y="3537814"/>
            <a:ext cx="1549401" cy="154940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2D6ECE4-1219-E212-7464-A63ED974C4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943591" y="3537813"/>
            <a:ext cx="1549400" cy="15494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E2C7D8B-ACBC-61B9-0CDB-6D7A274B9F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564076" y="3796174"/>
            <a:ext cx="366412" cy="1128166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D3478DE1-EE8D-F47E-1650-E58E6D3A7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9942008" y="3661238"/>
            <a:ext cx="1303851" cy="118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41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libr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256DE87-30A4-1D6A-71ED-497F79139F71}"/>
              </a:ext>
            </a:extLst>
          </p:cNvPr>
          <p:cNvSpPr txBox="1">
            <a:spLocks/>
          </p:cNvSpPr>
          <p:nvPr userDrawn="1"/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3200" b="1" i="0" u="none" strike="noStrike" kern="120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Icon library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BF4877-2257-8FDE-AF24-4183DAFE7DE6}"/>
              </a:ext>
            </a:extLst>
          </p:cNvPr>
          <p:cNvSpPr txBox="1">
            <a:spLocks/>
          </p:cNvSpPr>
          <p:nvPr userDrawn="1"/>
        </p:nvSpPr>
        <p:spPr>
          <a:xfrm>
            <a:off x="792000" y="1370911"/>
            <a:ext cx="10608000" cy="361771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0" kern="1200">
                <a:solidFill>
                  <a:srgbClr val="507AC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8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07AC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07AC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Change icon color: click on graphic &gt; graphics format &gt; graphics fill</a:t>
            </a: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507AC2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9535C73-9147-3146-011B-DF2D9A6B00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9743" y="3677778"/>
            <a:ext cx="366000" cy="540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73FE5C6-E870-71E3-0B31-993F366150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31117" y="2833333"/>
            <a:ext cx="540000" cy="540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B4964F8-8290-5F1E-C0D7-BDF3239F8C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316" y="3683026"/>
            <a:ext cx="552632" cy="540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B362802-5E69-2F9C-D4D1-8A2828C043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2798" y="2833333"/>
            <a:ext cx="678427" cy="54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5E765FB-A416-FCAA-AD97-230AA749E5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68868" y="2833333"/>
            <a:ext cx="519231" cy="540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DDE9D4B-70DB-0574-4A53-1A3BFD4838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63593" y="3677778"/>
            <a:ext cx="690670" cy="540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249B999-41D8-FCE3-932E-86FF4EFDB6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12655" y="2833333"/>
            <a:ext cx="552273" cy="540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252876B-4A7D-7A08-F1AC-C121A1F790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23168" y="3677778"/>
            <a:ext cx="552632" cy="540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7DD7CDC-4BD5-6E3D-5F5A-6359CF3462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72230" y="2807993"/>
            <a:ext cx="540000" cy="540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48268AE-55F8-4FF6-09C5-EF1F6F8C47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38177" y="3683026"/>
            <a:ext cx="541031" cy="540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77A2FD2-A8C1-3971-A7DD-4F2AF5FA3C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2056" y="3669590"/>
            <a:ext cx="434562" cy="540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CA4B9BD-B762-17A0-81EE-D09DAB3914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41685" y="2833333"/>
            <a:ext cx="540000" cy="540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C18D4DD-CAEC-E156-10EB-86BD902FDC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22297" y="1990364"/>
            <a:ext cx="540000" cy="5400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067B397-090D-930E-7033-1F31F60723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26168" y="1983640"/>
            <a:ext cx="540000" cy="540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7604E81-D849-9740-4369-71A8A83CBE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22297" y="2833333"/>
            <a:ext cx="540000" cy="540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37C975E-FB0C-46DA-4E2C-D73F793D12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91839" y="2833333"/>
            <a:ext cx="540000" cy="54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323E04F-D192-BFBE-8E76-C1F3966341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04018" y="2833333"/>
            <a:ext cx="540000" cy="540000"/>
          </a:xfrm>
          <a:prstGeom prst="rect">
            <a:avLst/>
          </a:prstGeom>
        </p:spPr>
      </p:pic>
      <p:sp>
        <p:nvSpPr>
          <p:cNvPr id="22" name="Freeform 222">
            <a:extLst>
              <a:ext uri="{FF2B5EF4-FFF2-40B4-BE49-F238E27FC236}">
                <a16:creationId xmlns:a16="http://schemas.microsoft.com/office/drawing/2014/main" id="{169DBC6F-2409-990A-2242-CB3BFF5A5ECB}"/>
              </a:ext>
            </a:extLst>
          </p:cNvPr>
          <p:cNvSpPr/>
          <p:nvPr userDrawn="1"/>
        </p:nvSpPr>
        <p:spPr>
          <a:xfrm>
            <a:off x="10357645" y="1983640"/>
            <a:ext cx="540000" cy="540000"/>
          </a:xfrm>
          <a:custGeom>
            <a:avLst/>
            <a:gdLst>
              <a:gd name="connsiteX0" fmla="*/ 0 w 540000"/>
              <a:gd name="connsiteY0" fmla="*/ 0 h 540000"/>
              <a:gd name="connsiteX1" fmla="*/ 540000 w 540000"/>
              <a:gd name="connsiteY1" fmla="*/ 0 h 540000"/>
              <a:gd name="connsiteX2" fmla="*/ 540000 w 540000"/>
              <a:gd name="connsiteY2" fmla="*/ 540000 h 540000"/>
              <a:gd name="connsiteX3" fmla="*/ 0 w 540000"/>
              <a:gd name="connsiteY3" fmla="*/ 54000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0000" h="540000">
                <a:moveTo>
                  <a:pt x="0" y="0"/>
                </a:moveTo>
                <a:lnTo>
                  <a:pt x="540000" y="0"/>
                </a:lnTo>
                <a:lnTo>
                  <a:pt x="540000" y="540000"/>
                </a:lnTo>
                <a:lnTo>
                  <a:pt x="0" y="540000"/>
                </a:lnTo>
                <a:close/>
              </a:path>
            </a:pathLst>
          </a:custGeom>
          <a:noFill/>
          <a:ln w="2084" cap="flat">
            <a:noFill/>
            <a:prstDash val="solid"/>
            <a:miter/>
          </a:ln>
        </p:spPr>
        <p:txBody>
          <a:bodyPr rtlCol="0" anchor="ctr"/>
          <a:lstStyle/>
          <a:p>
            <a:endParaRPr lang="en-BE">
              <a:solidFill>
                <a:srgbClr val="14274C"/>
              </a:solidFill>
              <a:latin typeface="Trebuchet MS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3CD8C81A-16BF-DC9F-FADF-6826A8A5D8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23168" y="2833333"/>
            <a:ext cx="540000" cy="5400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6767A8B4-3092-7701-ED17-7127816706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74369" y="2011628"/>
            <a:ext cx="540000" cy="5400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20E70BE4-1914-6981-383F-7D6C226676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48372" y="1983640"/>
            <a:ext cx="540000" cy="5400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7406B4A9-2796-F7C4-30F4-A7F6B5F34B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894691" y="2011628"/>
            <a:ext cx="540000" cy="5400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A7B8F386-40E8-7760-8D2C-6FCFF01C95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763593" y="2833333"/>
            <a:ext cx="540000" cy="5400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E6AE867C-0080-AB50-3733-2A1B57EC71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405846" y="1997076"/>
            <a:ext cx="540000" cy="5400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3E63B16-9881-AEA5-F35E-6F25DE3E45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282743" y="2833333"/>
            <a:ext cx="540000" cy="5400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9ACFC39-2E3E-9711-3B65-839108DBE6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506615" y="1997076"/>
            <a:ext cx="540000" cy="5400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17F61DA-5BE8-145D-F028-8076E9AEB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027309" y="1988888"/>
            <a:ext cx="540000" cy="5400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96F9B477-0F46-C29C-273C-B7E365B816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538177" y="2833333"/>
            <a:ext cx="540000" cy="54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C38A33A8-F84F-F8C2-51C4-03DFF97180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372487" y="1985885"/>
            <a:ext cx="540000" cy="5400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E83FAD38-2AAC-A140-8715-AA35A7D5A3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767977" y="1983640"/>
            <a:ext cx="540000" cy="5400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31CB1BBF-9365-C263-9BD7-298303BFD3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538177" y="1983640"/>
            <a:ext cx="540000" cy="5400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6C6DBCDC-B654-E76C-BAB5-4150CA320D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91999" y="1983640"/>
            <a:ext cx="540000" cy="5400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ABAC4173-AC5C-C1F3-352B-353E5D71C9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282743" y="1988888"/>
            <a:ext cx="540000" cy="5400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07D000CB-65B5-92F8-A171-A3A3CBD72D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941685" y="2011628"/>
            <a:ext cx="540000" cy="5400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E74DA140-F335-4411-64D9-0E7D70B15C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2177913" y="4514035"/>
            <a:ext cx="531879" cy="5400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97806BE4-6F37-9D22-97EC-0E31937295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1555913" y="4540907"/>
            <a:ext cx="422000" cy="5400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321B798-2163-41CC-B05B-E5BB1FE4A0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821316" y="4540907"/>
            <a:ext cx="462857" cy="53999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551ECB9-0435-5BEF-5B4E-8E283E5E20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5338000" y="4514035"/>
            <a:ext cx="535846" cy="539999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62395DFF-DB0B-D99E-08C1-9C765B981B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3646552" y="4514035"/>
            <a:ext cx="677647" cy="539999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E4FE3DDC-ACF4-55B5-E546-6BC2B3E87E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2906127" y="4514035"/>
            <a:ext cx="544090" cy="5400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D19FAFF5-B120-7A07-AD16-B8B4DFC49E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9842420" y="3677779"/>
            <a:ext cx="535731" cy="539999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6689C2C2-72BF-F15F-9887-2FE24FC9E2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4524199" y="4514035"/>
            <a:ext cx="542061" cy="539999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0849E755-EF62-01EF-154D-26F940FE69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7515816" y="3677779"/>
            <a:ext cx="559133" cy="5400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4784B143-BD88-AEA4-7060-6B64E2E65F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9092780" y="3677779"/>
            <a:ext cx="561600" cy="5400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32D64D0B-9B48-671B-324E-6D2E58D99E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10566191" y="3677779"/>
            <a:ext cx="540000" cy="5400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5824E3CF-FD54-D020-0B0A-6E4DC12B2B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5264411" y="3677779"/>
            <a:ext cx="616000" cy="5400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13330217-D02A-4720-8E32-6CE8C6B81A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6750001" y="3677779"/>
            <a:ext cx="570240" cy="5400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A70D203C-2C9D-EB13-6801-CD9CA40154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8346433" y="3677779"/>
            <a:ext cx="556000" cy="5400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991ACF4D-6BDD-B027-02CA-5D5B2507BB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6027614" y="3677779"/>
            <a:ext cx="580449" cy="539999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66872561-BDB8-0F9A-2DE7-0072E6055A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4252635" y="5366668"/>
            <a:ext cx="481516" cy="539999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265FC305-7B76-A19F-2091-AAFAB385E8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3607698" y="5366668"/>
            <a:ext cx="471307" cy="539999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6EF06E6D-5B59-8F41-0AE6-2FD173CF76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6077561" y="4519213"/>
            <a:ext cx="466451" cy="5400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C0EC1F58-49D8-5664-1CE9-0C8256655D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2895791" y="5366668"/>
            <a:ext cx="541942" cy="539999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5B02FC89-116C-24C7-1063-CDFD0A50D5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2146516" y="5366668"/>
            <a:ext cx="579310" cy="539999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49A79E09-AD9E-5B12-4FDA-992D6AB1BC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8368321" y="4496215"/>
            <a:ext cx="505653" cy="54000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CF3B29A2-B956-4529-65A0-9657C25DEC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9833102" y="4624939"/>
            <a:ext cx="574217" cy="423535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62F4D89A-45B7-7A57-1229-F2B8F9065A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1420610" y="5382412"/>
            <a:ext cx="555940" cy="54000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FC15704D-5A7A-2487-C444-51CA153690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10609248" y="4496215"/>
            <a:ext cx="528387" cy="539999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663B514D-0EC6-7AC9-2AAF-50DDA32937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821316" y="5366668"/>
            <a:ext cx="429328" cy="540000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153FA5BC-1235-C453-3CED-E3DFFC3917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>
          <a:xfrm>
            <a:off x="7557040" y="4508475"/>
            <a:ext cx="540000" cy="54000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711CE033-DED1-0191-F97B-2B0F2D407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9066974" y="4523775"/>
            <a:ext cx="573882" cy="539999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19861DE0-125A-D941-8FE2-5529EB8F35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6747728" y="4519213"/>
            <a:ext cx="599294" cy="539999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6C6A825B-877B-A50D-2AB3-A3C8887ECC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6317895" y="5382412"/>
            <a:ext cx="416571" cy="54000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B86F89E7-2442-E80A-EA88-52F7C93318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5580695" y="5409043"/>
            <a:ext cx="558000" cy="54000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D5C337A9-0F57-3F90-7804-D9F187ACBC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4907781" y="5409043"/>
            <a:ext cx="493714" cy="54000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CD03E1B1-FFF8-9ECE-D6F4-B11FA6AB72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6943814" y="5396141"/>
            <a:ext cx="462032" cy="539999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70F699CE-993D-A3DA-B8C7-85FE00E165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7667288" y="5396141"/>
            <a:ext cx="450481" cy="539999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E8C56681-B07C-D89E-BEF3-4799B551E5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8379211" y="5396141"/>
            <a:ext cx="459144" cy="540000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9DC7AE10-5B1D-C30A-479B-9C664FEE0A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9099798" y="5396141"/>
            <a:ext cx="587093" cy="539999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08BC5A2B-4D7E-1441-F6D5-66435435BC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/>
        </p:blipFill>
        <p:spPr>
          <a:xfrm>
            <a:off x="9948310" y="5352541"/>
            <a:ext cx="421604" cy="539999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E5C617B2-66F8-CAD8-FA08-AEF9A22886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/>
        </p:blipFill>
        <p:spPr>
          <a:xfrm>
            <a:off x="10631333" y="5352541"/>
            <a:ext cx="540000" cy="540000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A530D250-C833-C4A2-1945-D0B5B34F7F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 t="16550"/>
          <a:stretch/>
        </p:blipFill>
        <p:spPr>
          <a:xfrm>
            <a:off x="7551433" y="2903256"/>
            <a:ext cx="623571" cy="52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111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libr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CDC8D65-3806-3384-B1C2-281EA302646A}"/>
              </a:ext>
            </a:extLst>
          </p:cNvPr>
          <p:cNvSpPr txBox="1">
            <a:spLocks/>
          </p:cNvSpPr>
          <p:nvPr userDrawn="1"/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3200" b="1" i="0" u="none" strike="noStrike" kern="120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Icon library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D4BF73C-3740-38B3-6A4E-57C482ECFD70}"/>
              </a:ext>
            </a:extLst>
          </p:cNvPr>
          <p:cNvSpPr txBox="1">
            <a:spLocks/>
          </p:cNvSpPr>
          <p:nvPr userDrawn="1"/>
        </p:nvSpPr>
        <p:spPr>
          <a:xfrm>
            <a:off x="792000" y="1370911"/>
            <a:ext cx="10608000" cy="3617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0" kern="1200">
                <a:solidFill>
                  <a:srgbClr val="507AC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8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07AC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07AC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Change icon color: </a:t>
            </a: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507AC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click on graphic &gt; graphics format &gt; graphics fill</a:t>
            </a:r>
            <a:endParaRPr kumimoji="0" lang="en-BE" sz="2000" b="1" i="1" u="none" strike="noStrike" kern="1200" cap="none" spc="0" normalizeH="0" baseline="0" noProof="0">
              <a:ln>
                <a:noFill/>
              </a:ln>
              <a:solidFill>
                <a:srgbClr val="507AC2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A9DB36A-F6C1-B0AF-56A9-64B2D48B6F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8948" y="2011369"/>
            <a:ext cx="462857" cy="540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268E66-C9E8-9855-8D76-AE8339BABF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0786" y="2011369"/>
            <a:ext cx="525789" cy="540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78B9748-BC1D-C513-245D-55777149B4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8413" y="2011369"/>
            <a:ext cx="540000" cy="540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EFCF601-0668-98B4-87A8-67B55D8FE1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1754" y="2011369"/>
            <a:ext cx="514286" cy="54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A259C0-DA6D-3520-4ADA-9DB6F049A9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18893" y="2011369"/>
            <a:ext cx="306818" cy="540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638DE6F-35FF-7B2C-4996-89201501FC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29017" y="2011369"/>
            <a:ext cx="623077" cy="540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6A2BB9C-B68C-B061-6BEC-C20FD310A8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66500" y="2011369"/>
            <a:ext cx="282857" cy="540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A1960CD-7E1F-3BF5-0BC6-555C156A0B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95931" y="2011369"/>
            <a:ext cx="490909" cy="540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47F2474-51E7-B6B7-0535-2F17A22B04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1999" y="2011369"/>
            <a:ext cx="818182" cy="540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7D7CD6B-11DF-B08D-F66A-6D2FE8810B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88133" y="2924632"/>
            <a:ext cx="540000" cy="540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352D001-A747-A3EE-2627-8B3617E0C7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1999" y="2924632"/>
            <a:ext cx="540000" cy="540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3C4D136-3986-3FF4-6613-480ADAE271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79068" y="2924632"/>
            <a:ext cx="506250" cy="540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0BAB8C3-0DC6-501B-20F6-4A95A9347C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36253" y="2924632"/>
            <a:ext cx="540000" cy="5400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E0B73EDD-150F-968D-3925-E8AB02F26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53123" y="2924632"/>
            <a:ext cx="524571" cy="540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E067D256-367D-C47E-481D-883B79D73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927188" y="2924632"/>
            <a:ext cx="375000" cy="540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258FD53-2A77-C663-9DF5-09F715BCC0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19564" y="2924632"/>
            <a:ext cx="557419" cy="54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EA8F418-76AB-0015-D4AA-8C49A36CE5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8629" y="2924632"/>
            <a:ext cx="540000" cy="5400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DC32670-9856-6FF4-F5A6-70CE280BB1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27918" y="2924632"/>
            <a:ext cx="495000" cy="540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44D05DA7-77DC-B4EF-BBB8-EBF34B4B5F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73853" y="2924632"/>
            <a:ext cx="478286" cy="5400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BC9E3ACA-B678-CF37-F50B-EC4614C51D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03074" y="2924632"/>
            <a:ext cx="523636" cy="5400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CD154156-11D3-21C8-5E07-351425902E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178489" y="2924632"/>
            <a:ext cx="555882" cy="5400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D1182DC-8D43-C55E-9875-870D501470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985316" y="2924632"/>
            <a:ext cx="557419" cy="5400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A676DDB-C663-5FA1-4E06-8663D74C3F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04921" y="2924632"/>
            <a:ext cx="720000" cy="5400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7933768B-8268-A670-E7F7-D7A8FBF360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2908" y="3748529"/>
            <a:ext cx="458182" cy="5400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3A681BC2-D72E-D95D-9729-122408B738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588133" y="3748529"/>
            <a:ext cx="540000" cy="5400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18ABBE52-3330-B277-8796-E09FFA5554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425176" y="3748529"/>
            <a:ext cx="574839" cy="5400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7F2882A-26A8-4EDF-118F-3CA3A3B424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297058" y="3748529"/>
            <a:ext cx="370286" cy="5400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3ECA148E-BB5F-3E03-914F-307750A673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964387" y="3748529"/>
            <a:ext cx="507273" cy="54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82F41B20-11C8-05EE-0380-489C51724E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768703" y="3748529"/>
            <a:ext cx="480000" cy="5400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BE771FD3-6B75-2952-AAD3-D5A9DC58EB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5538693" y="3741570"/>
            <a:ext cx="551250" cy="5400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B2BCFA6D-2BE0-F3FD-7E75-FB2C3D8ED3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332792" y="3755428"/>
            <a:ext cx="367423" cy="5400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D95AC280-CE43-8464-C7AF-5D1DF8DCEC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940845" y="3760478"/>
            <a:ext cx="540000" cy="5400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A894D721-3030-1AE6-2C45-EE50B8DA28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1508643" y="4538539"/>
            <a:ext cx="512164" cy="5400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9FA99E27-77F7-4108-DDEC-BE008F9107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2253702" y="4551740"/>
            <a:ext cx="489896" cy="5400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39DAAC89-E286-0C58-CAFC-4BE0F3DBD2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721475" y="3708740"/>
            <a:ext cx="292500" cy="5400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3678E8BD-142A-8FE4-E9D1-EF18BDB8AE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163099" y="4565044"/>
            <a:ext cx="540000" cy="5400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67211D60-904A-A8F7-D81F-B92ECAC93D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4387473" y="4538539"/>
            <a:ext cx="540000" cy="5400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B9B0A3A4-24A1-0AB9-62EC-CDF7D1995D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2974585" y="4565044"/>
            <a:ext cx="528750" cy="5400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CD2A8F98-E056-E244-C36D-B6EE588284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3734321" y="4516551"/>
            <a:ext cx="417525" cy="54000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402DEA34-7D2A-E7CA-B6FC-C2E2FA301C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10279558" y="3739449"/>
            <a:ext cx="367422" cy="5400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FB7E3579-A140-9E68-C4D2-88FFBD7B8D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9602666" y="3762864"/>
            <a:ext cx="378556" cy="5400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A00D9D68-A0AB-718E-7FF0-2CBA5A89BC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8254605" y="3736790"/>
            <a:ext cx="363673" cy="5400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FC77F7E2-CB51-D2DE-0406-32F7C63853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7443272" y="4556294"/>
            <a:ext cx="456495" cy="5400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8F38A421-88CC-2715-5659-C044F7204C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786374" y="4549407"/>
            <a:ext cx="489375" cy="5400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B3455157-B637-E258-CA0E-5ED142EF83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856439" y="3770240"/>
            <a:ext cx="511875" cy="5400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A87B48BA-F782-8F39-C4B2-0ED36657A0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10881332" y="3739449"/>
            <a:ext cx="500625" cy="5400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16AD168A-D866-BFE4-3444-2419C33C0E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8154246" y="4584010"/>
            <a:ext cx="623571" cy="5400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D9CBBFCA-9312-4CD6-955A-95C92A8EB5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8932199" y="4570422"/>
            <a:ext cx="674056" cy="5400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8B7D8B17-0813-2962-96F0-0102748CEA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823517" y="4549407"/>
            <a:ext cx="578951" cy="5400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B407CCA4-3F57-E0D6-E5C7-6311273377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8602281" y="2011369"/>
            <a:ext cx="546353" cy="5400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8997EA69-5D93-F0EA-A137-C92D398E95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7799908" y="2003089"/>
            <a:ext cx="540000" cy="54000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020AB8CF-C829-C06B-65DD-BEFA127094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0619854" y="4549407"/>
            <a:ext cx="571034" cy="5400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E7413B37-FB10-25A8-C844-D3606C5D05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938725" y="4579385"/>
            <a:ext cx="540000" cy="54000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BBCD261F-8056-E028-F0C1-9F2E9F9DC7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737021" y="4576817"/>
            <a:ext cx="447955" cy="5400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192100A1-CC92-8B00-7D02-28FFEF726B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791085" y="5362436"/>
            <a:ext cx="540000" cy="54000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CE71DF2E-2D73-0BDC-7A30-1B28240342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508643" y="5362436"/>
            <a:ext cx="540000" cy="54000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C5D56ECB-AF94-73FF-F750-744399B050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2295518" y="5369895"/>
            <a:ext cx="540000" cy="54000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D42F7C4E-E20D-0205-77B3-69C52B862E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4453425" y="5335292"/>
            <a:ext cx="540000" cy="54000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99E942FE-472A-A4CF-018C-87F3407E43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3735867" y="5342179"/>
            <a:ext cx="540000" cy="540000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132DBBBE-4204-404E-D4A4-EB8444228A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3018309" y="5342179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991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libr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446461-3D60-61DF-2DFF-4B436B306B83}"/>
              </a:ext>
            </a:extLst>
          </p:cNvPr>
          <p:cNvSpPr txBox="1">
            <a:spLocks/>
          </p:cNvSpPr>
          <p:nvPr userDrawn="1"/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3200" b="1" i="0" u="none" strike="noStrike" kern="120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Icon library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0534AC0-AB58-1AF4-4B3E-B92D35108D35}"/>
              </a:ext>
            </a:extLst>
          </p:cNvPr>
          <p:cNvSpPr txBox="1">
            <a:spLocks/>
          </p:cNvSpPr>
          <p:nvPr userDrawn="1"/>
        </p:nvSpPr>
        <p:spPr>
          <a:xfrm>
            <a:off x="792000" y="1370911"/>
            <a:ext cx="10608000" cy="3617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0" kern="1200">
                <a:solidFill>
                  <a:srgbClr val="507AC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8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07AC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07AC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Change icon color: </a:t>
            </a: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507AC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click on graphic &gt; graphics format &gt; graphics fill</a:t>
            </a:r>
            <a:endParaRPr kumimoji="0" lang="en-BE" sz="2000" b="1" i="1" u="none" strike="noStrike" kern="1200" cap="none" spc="0" normalizeH="0" baseline="0" noProof="0">
              <a:ln>
                <a:noFill/>
              </a:ln>
              <a:solidFill>
                <a:srgbClr val="507AC2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9334C77-0142-AED7-2178-9A23456161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2000" y="2185784"/>
            <a:ext cx="540000" cy="540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68BC5E2-CC5D-5E22-A4FF-29B5178A10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7194" y="2178198"/>
            <a:ext cx="540000" cy="540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8055E5C-FD40-351B-AD67-F11F066BF5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33206" y="2185784"/>
            <a:ext cx="540000" cy="540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4335F4-F018-4514-4FCD-9894C9FCE6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9218" y="2178198"/>
            <a:ext cx="540000" cy="54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DB8CB1A-F277-B6BC-1374-AD81C1243F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85230" y="2185784"/>
            <a:ext cx="540000" cy="540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9525B00-CB77-8E41-9AB3-491AD8734A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5833" y="2185784"/>
            <a:ext cx="540000" cy="540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1BE9343-E1C5-C47B-BEAC-58A20893D6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26436" y="2185784"/>
            <a:ext cx="540000" cy="540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69261E9-89CF-9002-487F-5FA4F17017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7039" y="2185784"/>
            <a:ext cx="540000" cy="540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1C4D9AA-E891-6EA4-5D26-C809692B43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67642" y="2185784"/>
            <a:ext cx="540000" cy="540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CB7492B-2024-B58B-AABE-B271D74620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88245" y="2185784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375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6B32-B4FE-C49A-FCAA-16FA6107D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4036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10515600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928581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4266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34CE09-B55D-55FB-8D4D-D437CC047A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134" y="0"/>
            <a:ext cx="5780865" cy="6858000"/>
          </a:xfrm>
          <a:prstGeom prst="rect">
            <a:avLst/>
          </a:prstGeom>
        </p:spPr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082982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34CE09-B55D-55FB-8D4D-D437CC047A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5164" y="0"/>
            <a:ext cx="5780865" cy="6858000"/>
          </a:xfrm>
          <a:prstGeom prst="rect">
            <a:avLst/>
          </a:prstGeom>
        </p:spPr>
        <p:txBody>
          <a:bodyPr/>
          <a:lstStyle/>
          <a:p>
            <a:endParaRPr lang="en-B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301" y="365125"/>
            <a:ext cx="494266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16301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07757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2BD40-8862-2BF5-57C7-5DD0CD67407D}"/>
              </a:ext>
            </a:extLst>
          </p:cNvPr>
          <p:cNvSpPr/>
          <p:nvPr userDrawn="1"/>
        </p:nvSpPr>
        <p:spPr>
          <a:xfrm>
            <a:off x="0" y="0"/>
            <a:ext cx="57757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301" y="365125"/>
            <a:ext cx="494266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16301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3296F21-DE6D-2C73-089E-A813135E54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741" y="6421126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05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C37D8072-9EE3-917B-7F33-372174E2B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1999" y="288001"/>
            <a:ext cx="914396" cy="485774"/>
          </a:xfrm>
          <a:prstGeom prst="rect">
            <a:avLst/>
          </a:prstGeom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D35E4C5-AED2-E9A8-7D65-14800B632E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16337" y="2299097"/>
            <a:ext cx="5491121" cy="228600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5CF1C14-D13B-9574-C8BD-CA3AF6086669}"/>
              </a:ext>
            </a:extLst>
          </p:cNvPr>
          <p:cNvCxnSpPr>
            <a:cxnSpLocks/>
          </p:cNvCxnSpPr>
          <p:nvPr userDrawn="1"/>
        </p:nvCxnSpPr>
        <p:spPr>
          <a:xfrm>
            <a:off x="5332687" y="2151613"/>
            <a:ext cx="0" cy="2605688"/>
          </a:xfrm>
          <a:prstGeom prst="line">
            <a:avLst/>
          </a:prstGeom>
          <a:ln>
            <a:solidFill>
              <a:srgbClr val="617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2FA6B88-2EA8-B1CD-1B6F-84AFBEAAB3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055" y="2298478"/>
            <a:ext cx="4571975" cy="2286007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 sz="4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A0560F-A4B9-6D60-DA89-678D8AA3B9FC}"/>
              </a:ext>
            </a:extLst>
          </p:cNvPr>
          <p:cNvGrpSpPr/>
          <p:nvPr userDrawn="1"/>
        </p:nvGrpSpPr>
        <p:grpSpPr>
          <a:xfrm>
            <a:off x="6505909" y="9229"/>
            <a:ext cx="5688622" cy="6861839"/>
            <a:chOff x="6476020" y="-8"/>
            <a:chExt cx="5718513" cy="6897894"/>
          </a:xfrm>
        </p:grpSpPr>
        <p:sp>
          <p:nvSpPr>
            <p:cNvPr id="13" name="Vrije vorm: vorm 9">
              <a:extLst>
                <a:ext uri="{FF2B5EF4-FFF2-40B4-BE49-F238E27FC236}">
                  <a16:creationId xmlns:a16="http://schemas.microsoft.com/office/drawing/2014/main" id="{9D7D31D0-E3AC-9AED-7DFC-600F0A869084}"/>
                </a:ext>
              </a:extLst>
            </p:cNvPr>
            <p:cNvSpPr/>
            <p:nvPr userDrawn="1"/>
          </p:nvSpPr>
          <p:spPr>
            <a:xfrm flipH="1">
              <a:off x="6476020" y="4608573"/>
              <a:ext cx="2289313" cy="228931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: vorm 18">
              <a:extLst>
                <a:ext uri="{FF2B5EF4-FFF2-40B4-BE49-F238E27FC236}">
                  <a16:creationId xmlns:a16="http://schemas.microsoft.com/office/drawing/2014/main" id="{F5FCDA4F-39E8-1B34-6039-23A6929D29CF}"/>
                </a:ext>
              </a:extLst>
            </p:cNvPr>
            <p:cNvSpPr/>
            <p:nvPr userDrawn="1"/>
          </p:nvSpPr>
          <p:spPr>
            <a:xfrm flipH="1">
              <a:off x="9893073" y="-8"/>
              <a:ext cx="2289302" cy="2289302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1">
              <a:extLst>
                <a:ext uri="{FF2B5EF4-FFF2-40B4-BE49-F238E27FC236}">
                  <a16:creationId xmlns:a16="http://schemas.microsoft.com/office/drawing/2014/main" id="{BBDB3D9B-C250-7032-0ACC-7C5B8B0FAD88}"/>
                </a:ext>
              </a:extLst>
            </p:cNvPr>
            <p:cNvSpPr/>
            <p:nvPr/>
          </p:nvSpPr>
          <p:spPr>
            <a:xfrm>
              <a:off x="8765334" y="4581825"/>
              <a:ext cx="1144651" cy="2289302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" name="Vrije vorm: vorm 16">
              <a:extLst>
                <a:ext uri="{FF2B5EF4-FFF2-40B4-BE49-F238E27FC236}">
                  <a16:creationId xmlns:a16="http://schemas.microsoft.com/office/drawing/2014/main" id="{F7A11193-8342-CC7D-4893-9DA72119E1F8}"/>
                </a:ext>
              </a:extLst>
            </p:cNvPr>
            <p:cNvSpPr/>
            <p:nvPr userDrawn="1"/>
          </p:nvSpPr>
          <p:spPr>
            <a:xfrm rot="18900000" flipH="1">
              <a:off x="7939042" y="325447"/>
              <a:ext cx="1618773" cy="1618773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7">
              <a:extLst>
                <a:ext uri="{FF2B5EF4-FFF2-40B4-BE49-F238E27FC236}">
                  <a16:creationId xmlns:a16="http://schemas.microsoft.com/office/drawing/2014/main" id="{A3F6D955-1692-3320-C7CD-A1960CC43330}"/>
                </a:ext>
              </a:extLst>
            </p:cNvPr>
            <p:cNvSpPr/>
            <p:nvPr userDrawn="1"/>
          </p:nvSpPr>
          <p:spPr>
            <a:xfrm>
              <a:off x="9905975" y="2295800"/>
              <a:ext cx="2286025" cy="2286025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8">
              <a:extLst>
                <a:ext uri="{FF2B5EF4-FFF2-40B4-BE49-F238E27FC236}">
                  <a16:creationId xmlns:a16="http://schemas.microsoft.com/office/drawing/2014/main" id="{23AF75C3-7660-CDC9-64BF-2397504B8386}"/>
                </a:ext>
              </a:extLst>
            </p:cNvPr>
            <p:cNvSpPr/>
            <p:nvPr userDrawn="1"/>
          </p:nvSpPr>
          <p:spPr>
            <a:xfrm flipH="1">
              <a:off x="9905231" y="4581825"/>
              <a:ext cx="2289302" cy="2289302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806618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titel 1">
            <a:extLst>
              <a:ext uri="{FF2B5EF4-FFF2-40B4-BE49-F238E27FC236}">
                <a16:creationId xmlns:a16="http://schemas.microsoft.com/office/drawing/2014/main" id="{752C6DDF-7D23-2B36-06F0-BF7E049D5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125A134B-4472-3C4F-313C-1F720D46F8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92000" y="1941197"/>
            <a:ext cx="10608000" cy="4605686"/>
          </a:xfrm>
        </p:spPr>
        <p:txBody>
          <a:bodyPr/>
          <a:lstStyle>
            <a:lvl1pPr>
              <a:lnSpc>
                <a:spcPct val="114000"/>
              </a:lnSpc>
              <a:buClr>
                <a:srgbClr val="507AC2"/>
              </a:buClr>
              <a:defRPr/>
            </a:lvl1pPr>
            <a:lvl2pPr>
              <a:lnSpc>
                <a:spcPct val="114000"/>
              </a:lnSpc>
              <a:buClr>
                <a:srgbClr val="507AC2"/>
              </a:buClr>
              <a:defRPr/>
            </a:lvl2pPr>
            <a:lvl3pPr>
              <a:lnSpc>
                <a:spcPct val="114000"/>
              </a:lnSpc>
              <a:buClr>
                <a:srgbClr val="507AC2"/>
              </a:buClr>
              <a:defRPr/>
            </a:lvl3pPr>
            <a:lvl4pPr>
              <a:lnSpc>
                <a:spcPct val="114000"/>
              </a:lnSpc>
              <a:buClr>
                <a:srgbClr val="507AC2"/>
              </a:buClr>
              <a:defRPr/>
            </a:lvl4pPr>
            <a:lvl5pPr>
              <a:lnSpc>
                <a:spcPct val="114000"/>
              </a:lnSpc>
              <a:buClr>
                <a:srgbClr val="507AC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4109B49-8E9B-045A-4FF2-6C1EEAF69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8069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sv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545F28-DC4B-28A7-51BA-BC4935929954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05AF0-8737-82D7-142E-59D0FFC519BB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945A52-E6A8-07C3-B9BD-AE3A6ECD9343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172458-6B96-C29B-EA5F-9CE2B2D135BF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6FC2CF-B438-16C2-A102-AADE93E4A53A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E91419-9835-2634-76CA-4E2E9245E8A6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C63BA7-16F6-CDDB-98ED-08A62D326092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DB7394-0F11-3FB2-9063-B6E1D12B493D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82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663" r:id="rId2"/>
    <p:sldLayoutId id="2147483867" r:id="rId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14000"/>
        </a:lnSpc>
        <a:spcBef>
          <a:spcPts val="10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724D2D-D2C8-9180-D5B6-796D5E78710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B8B2E6-2A4C-2DED-F3DB-5A56CADDB653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55A237-0E6F-DB45-9C0D-61CE5BC654C6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7EFD9B-20B5-4EF7-DE5E-53E9E08049EF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67539B-5AF8-265F-6303-9172BA5ECD9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85060-3668-EE9D-43C8-950CEDB8407D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822CE5-574B-2DA5-3BE3-057D1017C6F5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346EC9-3A83-7B58-D271-A207B72A9633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548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934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B73330C-98C0-1B0D-52F8-45B9299D669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373E07-4C75-D255-061A-8A962B0B8FBD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474E47-B448-ED97-4F01-A9F9D0BBF5C1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0FA137-02D5-B271-7378-A8045B1D4BEE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A26E3C-9DFD-5D6D-E082-13EF995483B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01917A-8EB8-3640-8362-1AA09C1E71AE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9F41B0F-A427-209F-11F6-27BCED46708C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58F2F93-6B04-1ED7-FDA9-4B522341BE6C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AADC2A-7985-CBAA-20D7-6B5B334A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89C4CD0-0C85-A877-E1B1-ABA52C8895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741" y="6421127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5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902" r:id="rId3"/>
    <p:sldLayoutId id="2147483903" r:id="rId4"/>
    <p:sldLayoutId id="2147483906" r:id="rId5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B73330C-98C0-1B0D-52F8-45B9299D669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373E07-4C75-D255-061A-8A962B0B8FBD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474E47-B448-ED97-4F01-A9F9D0BBF5C1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0FA137-02D5-B271-7378-A8045B1D4BEE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A26E3C-9DFD-5D6D-E082-13EF995483B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01917A-8EB8-3640-8362-1AA09C1E71AE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9F41B0F-A427-209F-11F6-27BCED46708C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58F2F93-6B04-1ED7-FDA9-4B522341BE6C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AADC2A-7985-CBAA-20D7-6B5B334A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DD854D1-0535-126B-6BA3-B3C811DEA0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741" y="6421126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67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5" r:id="rId3"/>
    <p:sldLayoutId id="2147483904" r:id="rId4"/>
    <p:sldLayoutId id="2147483907" r:id="rId5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B73330C-98C0-1B0D-52F8-45B9299D669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373E07-4C75-D255-061A-8A962B0B8FBD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474E47-B448-ED97-4F01-A9F9D0BBF5C1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0FA137-02D5-B271-7378-A8045B1D4BEE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A26E3C-9DFD-5D6D-E082-13EF995483B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01917A-8EB8-3640-8362-1AA09C1E71AE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9F41B0F-A427-209F-11F6-27BCED46708C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58F2F93-6B04-1ED7-FDA9-4B522341BE6C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AADC2A-7985-CBAA-20D7-6B5B334A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5" name="Vrije vorm: vorm 15">
            <a:extLst>
              <a:ext uri="{FF2B5EF4-FFF2-40B4-BE49-F238E27FC236}">
                <a16:creationId xmlns:a16="http://schemas.microsoft.com/office/drawing/2014/main" id="{851E3187-8BDD-D8C6-A660-FFEE5AF4A1A9}"/>
              </a:ext>
            </a:extLst>
          </p:cNvPr>
          <p:cNvSpPr/>
          <p:nvPr userDrawn="1"/>
        </p:nvSpPr>
        <p:spPr>
          <a:xfrm flipH="1">
            <a:off x="9667302" y="5606088"/>
            <a:ext cx="1262346" cy="1262346"/>
          </a:xfrm>
          <a:custGeom>
            <a:avLst/>
            <a:gdLst>
              <a:gd name="connsiteX0" fmla="*/ 2286025 w 2286025"/>
              <a:gd name="connsiteY0" fmla="*/ 1143013 h 2286025"/>
              <a:gd name="connsiteX1" fmla="*/ 1143013 w 2286025"/>
              <a:gd name="connsiteY1" fmla="*/ 2286026 h 2286025"/>
              <a:gd name="connsiteX2" fmla="*/ 1 w 2286025"/>
              <a:gd name="connsiteY2" fmla="*/ 1143013 h 2286025"/>
              <a:gd name="connsiteX3" fmla="*/ 1143013 w 2286025"/>
              <a:gd name="connsiteY3" fmla="*/ 0 h 2286025"/>
              <a:gd name="connsiteX4" fmla="*/ 2286025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5" y="1143013"/>
                </a:moveTo>
                <a:cubicBezTo>
                  <a:pt x="2286025" y="1774281"/>
                  <a:pt x="1774281" y="2286026"/>
                  <a:pt x="1143013" y="2286026"/>
                </a:cubicBezTo>
                <a:cubicBezTo>
                  <a:pt x="511744" y="2286026"/>
                  <a:pt x="1" y="1774281"/>
                  <a:pt x="1" y="1143013"/>
                </a:cubicBezTo>
                <a:cubicBezTo>
                  <a:pt x="1" y="511744"/>
                  <a:pt x="511744" y="0"/>
                  <a:pt x="1143013" y="0"/>
                </a:cubicBezTo>
                <a:cubicBezTo>
                  <a:pt x="1774281" y="0"/>
                  <a:pt x="2286025" y="511744"/>
                  <a:pt x="2286025" y="1143013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Vrije vorm: vorm 16">
            <a:extLst>
              <a:ext uri="{FF2B5EF4-FFF2-40B4-BE49-F238E27FC236}">
                <a16:creationId xmlns:a16="http://schemas.microsoft.com/office/drawing/2014/main" id="{29EEA148-D0F2-009B-9AD7-83BA87DCD1D8}"/>
              </a:ext>
            </a:extLst>
          </p:cNvPr>
          <p:cNvSpPr/>
          <p:nvPr userDrawn="1"/>
        </p:nvSpPr>
        <p:spPr>
          <a:xfrm rot="18900000" flipH="1">
            <a:off x="9852166" y="4527720"/>
            <a:ext cx="892609" cy="892609"/>
          </a:xfrm>
          <a:custGeom>
            <a:avLst/>
            <a:gdLst>
              <a:gd name="connsiteX0" fmla="*/ 0 w 1616456"/>
              <a:gd name="connsiteY0" fmla="*/ 0 h 1616456"/>
              <a:gd name="connsiteX1" fmla="*/ 1616457 w 1616456"/>
              <a:gd name="connsiteY1" fmla="*/ 0 h 1616456"/>
              <a:gd name="connsiteX2" fmla="*/ 1616457 w 1616456"/>
              <a:gd name="connsiteY2" fmla="*/ 1616457 h 1616456"/>
              <a:gd name="connsiteX3" fmla="*/ 0 w 1616456"/>
              <a:gd name="connsiteY3" fmla="*/ 1616457 h 16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6" h="1616456">
                <a:moveTo>
                  <a:pt x="0" y="0"/>
                </a:moveTo>
                <a:lnTo>
                  <a:pt x="1616457" y="0"/>
                </a:lnTo>
                <a:lnTo>
                  <a:pt x="1616457" y="1616457"/>
                </a:lnTo>
                <a:lnTo>
                  <a:pt x="0" y="1616457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18">
            <a:extLst>
              <a:ext uri="{FF2B5EF4-FFF2-40B4-BE49-F238E27FC236}">
                <a16:creationId xmlns:a16="http://schemas.microsoft.com/office/drawing/2014/main" id="{4088DB35-6CE0-CD32-44B5-3B0CACA65D85}"/>
              </a:ext>
            </a:extLst>
          </p:cNvPr>
          <p:cNvSpPr/>
          <p:nvPr userDrawn="1"/>
        </p:nvSpPr>
        <p:spPr>
          <a:xfrm flipH="1">
            <a:off x="10929641" y="3711676"/>
            <a:ext cx="1262346" cy="1262346"/>
          </a:xfrm>
          <a:custGeom>
            <a:avLst/>
            <a:gdLst>
              <a:gd name="connsiteX0" fmla="*/ 2286025 w 2286025"/>
              <a:gd name="connsiteY0" fmla="*/ 1143013 h 2286025"/>
              <a:gd name="connsiteX1" fmla="*/ 1143013 w 2286025"/>
              <a:gd name="connsiteY1" fmla="*/ 2286026 h 2286025"/>
              <a:gd name="connsiteX2" fmla="*/ 0 w 2286025"/>
              <a:gd name="connsiteY2" fmla="*/ 1143013 h 2286025"/>
              <a:gd name="connsiteX3" fmla="*/ 1143013 w 2286025"/>
              <a:gd name="connsiteY3" fmla="*/ 0 h 2286025"/>
              <a:gd name="connsiteX4" fmla="*/ 2286025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5" y="1143013"/>
                </a:moveTo>
                <a:cubicBezTo>
                  <a:pt x="2286025" y="1774281"/>
                  <a:pt x="1774281" y="2286026"/>
                  <a:pt x="1143013" y="2286026"/>
                </a:cubicBezTo>
                <a:cubicBezTo>
                  <a:pt x="511744" y="2286026"/>
                  <a:pt x="0" y="1774281"/>
                  <a:pt x="0" y="1143013"/>
                </a:cubicBezTo>
                <a:cubicBezTo>
                  <a:pt x="0" y="511744"/>
                  <a:pt x="511744" y="0"/>
                  <a:pt x="1143013" y="0"/>
                </a:cubicBezTo>
                <a:cubicBezTo>
                  <a:pt x="1774281" y="0"/>
                  <a:pt x="2286025" y="511744"/>
                  <a:pt x="2286025" y="1143013"/>
                </a:cubicBezTo>
                <a:close/>
              </a:path>
            </a:pathLst>
          </a:custGeom>
          <a:solidFill>
            <a:schemeClr val="accent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9" name="Vrije vorm: vorm 20">
            <a:extLst>
              <a:ext uri="{FF2B5EF4-FFF2-40B4-BE49-F238E27FC236}">
                <a16:creationId xmlns:a16="http://schemas.microsoft.com/office/drawing/2014/main" id="{648C79F6-74B6-DC8F-9D48-67509A77AEC1}"/>
              </a:ext>
            </a:extLst>
          </p:cNvPr>
          <p:cNvSpPr/>
          <p:nvPr userDrawn="1"/>
        </p:nvSpPr>
        <p:spPr>
          <a:xfrm rot="10800000" flipH="1">
            <a:off x="10929655" y="4978831"/>
            <a:ext cx="1262345" cy="631173"/>
          </a:xfrm>
          <a:custGeom>
            <a:avLst/>
            <a:gdLst>
              <a:gd name="connsiteX0" fmla="*/ 2286025 w 2286024"/>
              <a:gd name="connsiteY0" fmla="*/ 1143012 h 1143012"/>
              <a:gd name="connsiteX1" fmla="*/ 0 w 2286024"/>
              <a:gd name="connsiteY1" fmla="*/ 1143012 h 1143012"/>
              <a:gd name="connsiteX2" fmla="*/ 1143012 w 2286024"/>
              <a:gd name="connsiteY2" fmla="*/ 0 h 1143012"/>
              <a:gd name="connsiteX3" fmla="*/ 2286025 w 2286024"/>
              <a:gd name="connsiteY3" fmla="*/ 1143012 h 11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4" h="1143012">
                <a:moveTo>
                  <a:pt x="2286025" y="1143012"/>
                </a:moveTo>
                <a:lnTo>
                  <a:pt x="0" y="1143012"/>
                </a:lnTo>
                <a:cubicBezTo>
                  <a:pt x="0" y="511772"/>
                  <a:pt x="511784" y="0"/>
                  <a:pt x="1143012" y="0"/>
                </a:cubicBezTo>
                <a:cubicBezTo>
                  <a:pt x="1774241" y="0"/>
                  <a:pt x="2286025" y="511772"/>
                  <a:pt x="2286025" y="1143012"/>
                </a:cubicBez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0" name="Vrije vorm: vorm 21">
            <a:extLst>
              <a:ext uri="{FF2B5EF4-FFF2-40B4-BE49-F238E27FC236}">
                <a16:creationId xmlns:a16="http://schemas.microsoft.com/office/drawing/2014/main" id="{0E350ECC-C965-70E2-8B7D-38A852375892}"/>
              </a:ext>
            </a:extLst>
          </p:cNvPr>
          <p:cNvSpPr/>
          <p:nvPr userDrawn="1"/>
        </p:nvSpPr>
        <p:spPr>
          <a:xfrm rot="16200000" flipH="1">
            <a:off x="8720541" y="5919014"/>
            <a:ext cx="1262346" cy="631174"/>
          </a:xfrm>
          <a:custGeom>
            <a:avLst/>
            <a:gdLst>
              <a:gd name="connsiteX0" fmla="*/ 0 w 2286025"/>
              <a:gd name="connsiteY0" fmla="*/ 1143015 h 1143015"/>
              <a:gd name="connsiteX1" fmla="*/ 2286026 w 2286025"/>
              <a:gd name="connsiteY1" fmla="*/ 1143015 h 1143015"/>
              <a:gd name="connsiteX2" fmla="*/ 1143013 w 2286025"/>
              <a:gd name="connsiteY2" fmla="*/ 0 h 1143015"/>
              <a:gd name="connsiteX3" fmla="*/ 0 w 2286025"/>
              <a:gd name="connsiteY3" fmla="*/ 1143015 h 114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5">
                <a:moveTo>
                  <a:pt x="0" y="1143015"/>
                </a:moveTo>
                <a:lnTo>
                  <a:pt x="2286026" y="1143015"/>
                </a:lnTo>
                <a:lnTo>
                  <a:pt x="1143013" y="0"/>
                </a:lnTo>
                <a:lnTo>
                  <a:pt x="0" y="1143015"/>
                </a:lnTo>
                <a:close/>
              </a:path>
            </a:pathLst>
          </a:custGeom>
          <a:solidFill>
            <a:schemeClr val="accent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7">
            <a:extLst>
              <a:ext uri="{FF2B5EF4-FFF2-40B4-BE49-F238E27FC236}">
                <a16:creationId xmlns:a16="http://schemas.microsoft.com/office/drawing/2014/main" id="{263C9130-51EB-BCE2-4729-FCB853038622}"/>
              </a:ext>
            </a:extLst>
          </p:cNvPr>
          <p:cNvSpPr/>
          <p:nvPr userDrawn="1"/>
        </p:nvSpPr>
        <p:spPr>
          <a:xfrm flipH="1">
            <a:off x="10929649" y="5603428"/>
            <a:ext cx="1262346" cy="1262346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D61F4C-BB6A-28F1-8C85-8A03F25A07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741" y="6421127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68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489050-4EED-595E-C7B5-CA039E1CC0DF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118788-9453-90E9-1869-2A88C848F949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26DDF-7E9C-E7AB-F155-70F6201715FE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06ADF7-0704-7DD9-366F-D2D1983E2BFB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560BC5-DDFB-1127-1302-14965B4A6392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32C9A-B4A3-323E-3A3A-86C96F4FE897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714E89-7A3F-2DD9-BEF7-5A34F6E05EEC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EDFA8A-8570-C17D-EBE9-D2A26A8C956C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759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B73330C-98C0-1B0D-52F8-45B9299D669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373E07-4C75-D255-061A-8A962B0B8FBD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474E47-B448-ED97-4F01-A9F9D0BBF5C1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0FA137-02D5-B271-7378-A8045B1D4BEE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A26E3C-9DFD-5D6D-E082-13EF995483B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01917A-8EB8-3640-8362-1AA09C1E71AE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9F41B0F-A427-209F-11F6-27BCED46708C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58F2F93-6B04-1ED7-FDA9-4B522341BE6C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AADC2A-7985-CBAA-20D7-6B5B334A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pic>
        <p:nvPicPr>
          <p:cNvPr id="226" name="Graphic 225">
            <a:extLst>
              <a:ext uri="{FF2B5EF4-FFF2-40B4-BE49-F238E27FC236}">
                <a16:creationId xmlns:a16="http://schemas.microsoft.com/office/drawing/2014/main" id="{82C486C2-E734-46FB-3339-631D1C3DD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706" y="6456868"/>
            <a:ext cx="609881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2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B73330C-98C0-1B0D-52F8-45B9299D669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373E07-4C75-D255-061A-8A962B0B8FBD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474E47-B448-ED97-4F01-A9F9D0BBF5C1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0FA137-02D5-B271-7378-A8045B1D4BEE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A26E3C-9DFD-5D6D-E082-13EF995483B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01917A-8EB8-3640-8362-1AA09C1E71AE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9F41B0F-A427-209F-11F6-27BCED46708C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58F2F93-6B04-1ED7-FDA9-4B522341BE6C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AADC2A-7985-CBAA-20D7-6B5B334A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89C4CD0-0C85-A877-E1B1-ABA52C8895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741" y="6421127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899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5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6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6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7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35.png"/><Relationship Id="rId5" Type="http://schemas.openxmlformats.org/officeDocument/2006/relationships/image" Target="../media/image334.png"/><Relationship Id="rId4" Type="http://schemas.openxmlformats.org/officeDocument/2006/relationships/image" Target="../media/image3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19D0F-0E77-3B16-4E2D-6B1A156F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33D4151-BD91-BEF0-D5AE-1FB12E736B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D1A852-732D-F7AF-A027-AB37B08F3A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52376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51D7C-07F1-4EE1-A501-AE94BC55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24634-D776-3125-DEDB-43935C63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vs classification</a:t>
            </a: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08544332-255B-EE82-5EEB-500268FA8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534062" y="1908270"/>
            <a:ext cx="4152549" cy="309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61896C69-BC89-8EEE-5874-C3781855A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6726997" y="1908270"/>
            <a:ext cx="4152548" cy="309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870880-26E9-2530-4966-082EB106D788}"/>
              </a:ext>
            </a:extLst>
          </p:cNvPr>
          <p:cNvSpPr txBox="1"/>
          <p:nvPr/>
        </p:nvSpPr>
        <p:spPr>
          <a:xfrm>
            <a:off x="1744835" y="5219077"/>
            <a:ext cx="412985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REGRESSION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Output = continuous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Based on X, predict the value of 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BCC0A9-59E4-3210-8C2F-79878BBC525B}"/>
              </a:ext>
            </a:extLst>
          </p:cNvPr>
          <p:cNvSpPr txBox="1"/>
          <p:nvPr/>
        </p:nvSpPr>
        <p:spPr>
          <a:xfrm>
            <a:off x="6913171" y="5219077"/>
            <a:ext cx="419005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CLASSIFICATION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Output = discrete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Based on X and Y, predict the class</a:t>
            </a:r>
          </a:p>
        </p:txBody>
      </p:sp>
    </p:spTree>
    <p:extLst>
      <p:ext uri="{BB962C8B-B14F-4D97-AF65-F5344CB8AC3E}">
        <p14:creationId xmlns:p14="http://schemas.microsoft.com/office/powerpoint/2010/main" val="2099208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71BA0-510D-126A-2153-9D4AC976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9077E-134E-A331-8609-77CA6CD4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6DA31-2CE5-B6AF-4BD0-7E0A9CE24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396516" y="1987250"/>
            <a:ext cx="5128791" cy="382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9CB1884-10D4-6C85-4E67-F8FD905B0608}"/>
              </a:ext>
            </a:extLst>
          </p:cNvPr>
          <p:cNvSpPr txBox="1"/>
          <p:nvPr/>
        </p:nvSpPr>
        <p:spPr>
          <a:xfrm>
            <a:off x="6190062" y="2712523"/>
            <a:ext cx="344731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We need to make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assumptions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 about the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</a:b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model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that generated the data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2336C93-B39A-8D5F-4331-7408F51BB127}"/>
              </a:ext>
            </a:extLst>
          </p:cNvPr>
          <p:cNvCxnSpPr>
            <a:cxnSpLocks/>
          </p:cNvCxnSpPr>
          <p:nvPr/>
        </p:nvCxnSpPr>
        <p:spPr>
          <a:xfrm flipV="1">
            <a:off x="9637376" y="2933606"/>
            <a:ext cx="403095" cy="291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B15084C-5DA2-8912-6604-AD82595EBFAD}"/>
              </a:ext>
            </a:extLst>
          </p:cNvPr>
          <p:cNvSpPr txBox="1"/>
          <p:nvPr/>
        </p:nvSpPr>
        <p:spPr>
          <a:xfrm>
            <a:off x="9634315" y="2434578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Linear relationship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028605-EC2A-D77C-BC75-7CD7865A752F}"/>
              </a:ext>
            </a:extLst>
          </p:cNvPr>
          <p:cNvSpPr txBox="1"/>
          <p:nvPr/>
        </p:nvSpPr>
        <p:spPr>
          <a:xfrm>
            <a:off x="9838923" y="4473185"/>
            <a:ext cx="153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Linear model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B0D7DE2-D87A-67DE-C7EA-0F3E0EE2C863}"/>
              </a:ext>
            </a:extLst>
          </p:cNvPr>
          <p:cNvCxnSpPr>
            <a:cxnSpLocks/>
          </p:cNvCxnSpPr>
          <p:nvPr/>
        </p:nvCxnSpPr>
        <p:spPr>
          <a:xfrm>
            <a:off x="8993055" y="4410230"/>
            <a:ext cx="644321" cy="12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ED7BDF8-39DD-7D39-C599-BE7CB43AD550}"/>
              </a:ext>
            </a:extLst>
          </p:cNvPr>
          <p:cNvCxnSpPr>
            <a:cxnSpLocks/>
          </p:cNvCxnSpPr>
          <p:nvPr/>
        </p:nvCxnSpPr>
        <p:spPr>
          <a:xfrm flipV="1">
            <a:off x="1147482" y="2581835"/>
            <a:ext cx="4087906" cy="252804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25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186E9-F13B-82BC-EA5A-D8E11FFC8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DFC12-AEEE-6628-0CA5-DC3F2CB7D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C39DF66E-C8A7-C7D3-F5A8-F8D70BCF0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396516" y="1987250"/>
            <a:ext cx="5128791" cy="382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26B26B2-33E0-2D68-F262-57BE697BC1D8}"/>
              </a:ext>
            </a:extLst>
          </p:cNvPr>
          <p:cNvSpPr txBox="1"/>
          <p:nvPr/>
        </p:nvSpPr>
        <p:spPr>
          <a:xfrm>
            <a:off x="6276273" y="2753251"/>
            <a:ext cx="457359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Linear equation: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Y = w*X + 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Model parameters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w = weight (slope)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b = intercept (bias)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77AA5F-4136-C145-CB16-25D0E4BB4B5D}"/>
              </a:ext>
            </a:extLst>
          </p:cNvPr>
          <p:cNvCxnSpPr>
            <a:cxnSpLocks/>
          </p:cNvCxnSpPr>
          <p:nvPr/>
        </p:nvCxnSpPr>
        <p:spPr>
          <a:xfrm flipV="1">
            <a:off x="1147482" y="2581835"/>
            <a:ext cx="4087906" cy="252804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969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6102B-8DE5-A5D1-3303-1696A6E28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FC4C45-9B20-AA41-4B5A-0BE83AF0A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2590384"/>
            <a:ext cx="10608000" cy="1677231"/>
          </a:xfrm>
        </p:spPr>
        <p:txBody>
          <a:bodyPr/>
          <a:lstStyle/>
          <a:p>
            <a:pPr algn="ctr"/>
            <a:r>
              <a:rPr lang="en-US" dirty="0"/>
              <a:t>How do we optimize/evaluate our model?</a:t>
            </a:r>
          </a:p>
        </p:txBody>
      </p:sp>
    </p:spTree>
    <p:extLst>
      <p:ext uri="{BB962C8B-B14F-4D97-AF65-F5344CB8AC3E}">
        <p14:creationId xmlns:p14="http://schemas.microsoft.com/office/powerpoint/2010/main" val="4134510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AE0BC-D0A4-3FA8-1C17-883580EF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6A52-824F-21BA-0FC1-8FCB34FA2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EE8C6B-9382-5F5E-3619-BD370CDC6040}"/>
              </a:ext>
            </a:extLst>
          </p:cNvPr>
          <p:cNvGrpSpPr/>
          <p:nvPr/>
        </p:nvGrpSpPr>
        <p:grpSpPr>
          <a:xfrm>
            <a:off x="396516" y="1987250"/>
            <a:ext cx="5128791" cy="3820426"/>
            <a:chOff x="421229" y="1690688"/>
            <a:chExt cx="5957450" cy="4437692"/>
          </a:xfrm>
        </p:grpSpPr>
        <p:pic>
          <p:nvPicPr>
            <p:cNvPr id="3" name="Picture 4">
              <a:extLst>
                <a:ext uri="{FF2B5EF4-FFF2-40B4-BE49-F238E27FC236}">
                  <a16:creationId xmlns:a16="http://schemas.microsoft.com/office/drawing/2014/main" id="{FB1AC2D1-EBF1-B015-2CAA-C4D33D01B2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alphaModFix/>
            </a:blip>
            <a:srcRect/>
            <a:stretch/>
          </p:blipFill>
          <p:spPr bwMode="auto">
            <a:xfrm>
              <a:off x="421229" y="1690688"/>
              <a:ext cx="5957450" cy="4437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B3FD7D7-B6CD-2BF8-4E14-D8DC2293C9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3529" y="2381340"/>
              <a:ext cx="4748389" cy="293650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56AB830-414E-6B9A-E219-DC644BEA19C4}"/>
              </a:ext>
            </a:extLst>
          </p:cNvPr>
          <p:cNvSpPr txBox="1"/>
          <p:nvPr/>
        </p:nvSpPr>
        <p:spPr>
          <a:xfrm>
            <a:off x="5986354" y="4201941"/>
            <a:ext cx="55482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MACHINE LEARNING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“Given X, can we predict Y accurately?”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Wingdings" pitchFamily="2" charset="2"/>
              </a:rPr>
              <a:t> Predictive performance on test data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1A2A6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32B085-1817-4EA1-F7E8-6ABA9FE5AB44}"/>
              </a:ext>
            </a:extLst>
          </p:cNvPr>
          <p:cNvSpPr txBox="1"/>
          <p:nvPr/>
        </p:nvSpPr>
        <p:spPr>
          <a:xfrm>
            <a:off x="5986354" y="1987250"/>
            <a:ext cx="55482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STATISTICS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“What is the relationship between X and Y? Can we explain it?”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Wingdings" pitchFamily="2" charset="2"/>
              </a:rPr>
              <a:t> goodness-of-fit (R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Wingdings" pitchFamily="2" charset="2"/>
              </a:rPr>
              <a:t>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1A2A6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384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FCE56-1323-E009-84D6-3BB9AEB0B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CE27A-A95F-DE16-B5FB-1761FDDE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- prediction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6F5C3BE-4A53-4E3D-EF3D-98385FC18515}"/>
              </a:ext>
            </a:extLst>
          </p:cNvPr>
          <p:cNvGrpSpPr/>
          <p:nvPr/>
        </p:nvGrpSpPr>
        <p:grpSpPr>
          <a:xfrm>
            <a:off x="396516" y="1987250"/>
            <a:ext cx="5128791" cy="3820426"/>
            <a:chOff x="421229" y="1690688"/>
            <a:chExt cx="5957450" cy="4437692"/>
          </a:xfrm>
        </p:grpSpPr>
        <p:pic>
          <p:nvPicPr>
            <p:cNvPr id="3" name="Picture 4">
              <a:extLst>
                <a:ext uri="{FF2B5EF4-FFF2-40B4-BE49-F238E27FC236}">
                  <a16:creationId xmlns:a16="http://schemas.microsoft.com/office/drawing/2014/main" id="{862BB15D-3213-8F20-9D4E-0AFC09BCBE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/>
          </p:blipFill>
          <p:spPr bwMode="auto">
            <a:xfrm>
              <a:off x="421229" y="1690688"/>
              <a:ext cx="5957450" cy="4437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41905E2-5373-04D2-D4E9-77C1E321C3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3529" y="2381340"/>
              <a:ext cx="4748389" cy="293650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771C7E-8E46-628E-466C-089C172C9ABA}"/>
              </a:ext>
            </a:extLst>
          </p:cNvPr>
          <p:cNvCxnSpPr/>
          <p:nvPr/>
        </p:nvCxnSpPr>
        <p:spPr>
          <a:xfrm flipV="1">
            <a:off x="3352800" y="3783106"/>
            <a:ext cx="0" cy="1613647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E43748-34D4-9FC3-C80A-D4F4B34FCA1D}"/>
              </a:ext>
            </a:extLst>
          </p:cNvPr>
          <p:cNvCxnSpPr>
            <a:cxnSpLocks/>
          </p:cNvCxnSpPr>
          <p:nvPr/>
        </p:nvCxnSpPr>
        <p:spPr>
          <a:xfrm>
            <a:off x="838200" y="3783106"/>
            <a:ext cx="2514600" cy="0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F12C326-6A6F-2B70-E80E-E6175D7515D3}"/>
              </a:ext>
            </a:extLst>
          </p:cNvPr>
          <p:cNvSpPr>
            <a:spLocks noChangeAspect="1"/>
          </p:cNvSpPr>
          <p:nvPr/>
        </p:nvSpPr>
        <p:spPr>
          <a:xfrm>
            <a:off x="3263151" y="3681803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A124CB-7085-9FDA-3C22-3DD58E2E4DE2}"/>
              </a:ext>
            </a:extLst>
          </p:cNvPr>
          <p:cNvSpPr txBox="1"/>
          <p:nvPr/>
        </p:nvSpPr>
        <p:spPr>
          <a:xfrm>
            <a:off x="6611086" y="2435342"/>
            <a:ext cx="457359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Linear equation: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Y = w*X + 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Model parameters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w = weight (slope)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b = intercept (bias)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Predictions (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generalization!)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0DF52A-2A59-4511-0E37-3CE025BE0096}"/>
              </a:ext>
            </a:extLst>
          </p:cNvPr>
          <p:cNvSpPr txBox="1"/>
          <p:nvPr/>
        </p:nvSpPr>
        <p:spPr>
          <a:xfrm>
            <a:off x="4704665" y="2125687"/>
            <a:ext cx="164128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Y = 0.8*X + 0.5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B7F4871-6173-8EAC-18C5-F1AB0C2EEBC2}"/>
              </a:ext>
            </a:extLst>
          </p:cNvPr>
          <p:cNvCxnSpPr>
            <a:cxnSpLocks/>
          </p:cNvCxnSpPr>
          <p:nvPr/>
        </p:nvCxnSpPr>
        <p:spPr>
          <a:xfrm flipV="1">
            <a:off x="1979407" y="4622374"/>
            <a:ext cx="0" cy="774379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1137B6D-1BD2-FC48-18AF-329F72FC077A}"/>
              </a:ext>
            </a:extLst>
          </p:cNvPr>
          <p:cNvCxnSpPr>
            <a:cxnSpLocks/>
          </p:cNvCxnSpPr>
          <p:nvPr/>
        </p:nvCxnSpPr>
        <p:spPr>
          <a:xfrm>
            <a:off x="838200" y="4622374"/>
            <a:ext cx="1141207" cy="0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D9E60B9-8720-B2AD-01E0-85246DB67734}"/>
              </a:ext>
            </a:extLst>
          </p:cNvPr>
          <p:cNvSpPr>
            <a:spLocks noChangeAspect="1"/>
          </p:cNvSpPr>
          <p:nvPr/>
        </p:nvSpPr>
        <p:spPr>
          <a:xfrm>
            <a:off x="1889758" y="4521071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666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DAFFD-60B3-5E90-F7EE-626117A24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F06F8-CA4E-6046-9D12-6AEDC6DC3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- prediction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5068B66-A92D-CE35-F5BC-D1030F52EBF2}"/>
              </a:ext>
            </a:extLst>
          </p:cNvPr>
          <p:cNvGrpSpPr/>
          <p:nvPr/>
        </p:nvGrpSpPr>
        <p:grpSpPr>
          <a:xfrm>
            <a:off x="396516" y="1987250"/>
            <a:ext cx="5128791" cy="3820426"/>
            <a:chOff x="421229" y="1690688"/>
            <a:chExt cx="5957450" cy="4437692"/>
          </a:xfrm>
        </p:grpSpPr>
        <p:pic>
          <p:nvPicPr>
            <p:cNvPr id="3" name="Picture 4">
              <a:extLst>
                <a:ext uri="{FF2B5EF4-FFF2-40B4-BE49-F238E27FC236}">
                  <a16:creationId xmlns:a16="http://schemas.microsoft.com/office/drawing/2014/main" id="{92C64F43-0FD4-2E25-661A-CCDA45174E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alphaModFix amt="3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/>
          </p:blipFill>
          <p:spPr bwMode="auto">
            <a:xfrm>
              <a:off x="421229" y="1690688"/>
              <a:ext cx="5957450" cy="4437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AA37D16-6F7D-97D6-5564-C8C899B7F1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3529" y="2381340"/>
              <a:ext cx="4748389" cy="293650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F18DE3B9-EE99-DF3D-C390-3F9A560E5729}"/>
              </a:ext>
            </a:extLst>
          </p:cNvPr>
          <p:cNvSpPr>
            <a:spLocks noChangeAspect="1"/>
          </p:cNvSpPr>
          <p:nvPr/>
        </p:nvSpPr>
        <p:spPr>
          <a:xfrm>
            <a:off x="3544061" y="2915667"/>
            <a:ext cx="91440" cy="91440"/>
          </a:xfrm>
          <a:prstGeom prst="ellips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0D3CE14-E192-78D6-4187-FEB3939A9EC9}"/>
              </a:ext>
            </a:extLst>
          </p:cNvPr>
          <p:cNvCxnSpPr>
            <a:cxnSpLocks/>
            <a:stCxn id="53" idx="4"/>
          </p:cNvCxnSpPr>
          <p:nvPr/>
        </p:nvCxnSpPr>
        <p:spPr>
          <a:xfrm>
            <a:off x="3589781" y="3007107"/>
            <a:ext cx="0" cy="5868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F29268BC-F1BC-1581-9452-8F94A9B53700}"/>
              </a:ext>
            </a:extLst>
          </p:cNvPr>
          <p:cNvSpPr>
            <a:spLocks noChangeAspect="1"/>
          </p:cNvSpPr>
          <p:nvPr/>
        </p:nvSpPr>
        <p:spPr>
          <a:xfrm>
            <a:off x="3269952" y="2994232"/>
            <a:ext cx="91440" cy="91440"/>
          </a:xfrm>
          <a:prstGeom prst="ellips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26FBF63-064C-B0FC-CED3-983E4858F38C}"/>
              </a:ext>
            </a:extLst>
          </p:cNvPr>
          <p:cNvCxnSpPr>
            <a:cxnSpLocks/>
            <a:stCxn id="56" idx="4"/>
          </p:cNvCxnSpPr>
          <p:nvPr/>
        </p:nvCxnSpPr>
        <p:spPr>
          <a:xfrm flipH="1">
            <a:off x="3311958" y="3085672"/>
            <a:ext cx="3714" cy="667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EB8B5B25-5D88-6FEC-BD20-67AB7E3429B6}"/>
              </a:ext>
            </a:extLst>
          </p:cNvPr>
          <p:cNvSpPr>
            <a:spLocks noChangeAspect="1"/>
          </p:cNvSpPr>
          <p:nvPr/>
        </p:nvSpPr>
        <p:spPr>
          <a:xfrm>
            <a:off x="3345582" y="2789015"/>
            <a:ext cx="91440" cy="91440"/>
          </a:xfrm>
          <a:prstGeom prst="ellips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3975C13-1018-D980-4E48-215C06318721}"/>
              </a:ext>
            </a:extLst>
          </p:cNvPr>
          <p:cNvCxnSpPr>
            <a:cxnSpLocks/>
            <a:stCxn id="58" idx="4"/>
          </p:cNvCxnSpPr>
          <p:nvPr/>
        </p:nvCxnSpPr>
        <p:spPr>
          <a:xfrm>
            <a:off x="3391302" y="2880455"/>
            <a:ext cx="0" cy="8723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38A985F0-3E4D-1441-2C4A-BDEDF59F527B}"/>
              </a:ext>
            </a:extLst>
          </p:cNvPr>
          <p:cNvSpPr>
            <a:spLocks noChangeAspect="1"/>
          </p:cNvSpPr>
          <p:nvPr/>
        </p:nvSpPr>
        <p:spPr>
          <a:xfrm>
            <a:off x="3058384" y="2743295"/>
            <a:ext cx="91440" cy="91440"/>
          </a:xfrm>
          <a:prstGeom prst="ellips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E5ED30B-1D25-6253-5ACB-ECD31AC0F617}"/>
              </a:ext>
            </a:extLst>
          </p:cNvPr>
          <p:cNvCxnSpPr>
            <a:cxnSpLocks/>
            <a:stCxn id="60" idx="4"/>
          </p:cNvCxnSpPr>
          <p:nvPr/>
        </p:nvCxnSpPr>
        <p:spPr>
          <a:xfrm>
            <a:off x="3104104" y="2834735"/>
            <a:ext cx="0" cy="10521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9ABA08E8-B92D-3C2B-C74E-D72162A07F9C}"/>
              </a:ext>
            </a:extLst>
          </p:cNvPr>
          <p:cNvSpPr>
            <a:spLocks noChangeAspect="1"/>
          </p:cNvSpPr>
          <p:nvPr/>
        </p:nvSpPr>
        <p:spPr>
          <a:xfrm>
            <a:off x="3623645" y="2395786"/>
            <a:ext cx="91440" cy="91440"/>
          </a:xfrm>
          <a:prstGeom prst="ellips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6C38CAB-6BED-0707-503E-238546E71BAF}"/>
              </a:ext>
            </a:extLst>
          </p:cNvPr>
          <p:cNvCxnSpPr>
            <a:cxnSpLocks/>
            <a:stCxn id="62" idx="4"/>
          </p:cNvCxnSpPr>
          <p:nvPr/>
        </p:nvCxnSpPr>
        <p:spPr>
          <a:xfrm>
            <a:off x="3669365" y="2487226"/>
            <a:ext cx="0" cy="10715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D2B77860-161F-9912-B286-9B6F1ECAAF45}"/>
              </a:ext>
            </a:extLst>
          </p:cNvPr>
          <p:cNvSpPr>
            <a:spLocks noChangeAspect="1"/>
          </p:cNvSpPr>
          <p:nvPr/>
        </p:nvSpPr>
        <p:spPr>
          <a:xfrm>
            <a:off x="2950012" y="2961387"/>
            <a:ext cx="91440" cy="91440"/>
          </a:xfrm>
          <a:prstGeom prst="ellips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CD055AB-0580-34B5-4862-59F239DA68C9}"/>
              </a:ext>
            </a:extLst>
          </p:cNvPr>
          <p:cNvCxnSpPr>
            <a:cxnSpLocks/>
            <a:stCxn id="64" idx="4"/>
          </p:cNvCxnSpPr>
          <p:nvPr/>
        </p:nvCxnSpPr>
        <p:spPr>
          <a:xfrm>
            <a:off x="2995732" y="3052827"/>
            <a:ext cx="0" cy="9255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5DCAC1F3-0C84-11B0-9299-A4139A31A796}"/>
              </a:ext>
            </a:extLst>
          </p:cNvPr>
          <p:cNvSpPr>
            <a:spLocks noChangeAspect="1"/>
          </p:cNvSpPr>
          <p:nvPr/>
        </p:nvSpPr>
        <p:spPr>
          <a:xfrm>
            <a:off x="2752894" y="2715417"/>
            <a:ext cx="91440" cy="91440"/>
          </a:xfrm>
          <a:prstGeom prst="ellips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97A59C6-C316-2C0E-3BAE-60186935A5E3}"/>
              </a:ext>
            </a:extLst>
          </p:cNvPr>
          <p:cNvCxnSpPr>
            <a:cxnSpLocks/>
            <a:stCxn id="66" idx="4"/>
          </p:cNvCxnSpPr>
          <p:nvPr/>
        </p:nvCxnSpPr>
        <p:spPr>
          <a:xfrm>
            <a:off x="2798614" y="2806857"/>
            <a:ext cx="0" cy="1297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53352C11-2013-F88C-98A9-27752774689F}"/>
              </a:ext>
            </a:extLst>
          </p:cNvPr>
          <p:cNvSpPr>
            <a:spLocks noChangeAspect="1"/>
          </p:cNvSpPr>
          <p:nvPr/>
        </p:nvSpPr>
        <p:spPr>
          <a:xfrm>
            <a:off x="2611642" y="3558778"/>
            <a:ext cx="91440" cy="91440"/>
          </a:xfrm>
          <a:prstGeom prst="ellips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9D94844-8ECE-5EC0-D5CF-B11418483A59}"/>
              </a:ext>
            </a:extLst>
          </p:cNvPr>
          <p:cNvCxnSpPr>
            <a:cxnSpLocks/>
            <a:stCxn id="68" idx="4"/>
          </p:cNvCxnSpPr>
          <p:nvPr/>
        </p:nvCxnSpPr>
        <p:spPr>
          <a:xfrm>
            <a:off x="2657362" y="3650218"/>
            <a:ext cx="0" cy="4954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EC9FC8A6-BCBF-F004-CC9E-745BDDB0A178}"/>
              </a:ext>
            </a:extLst>
          </p:cNvPr>
          <p:cNvSpPr>
            <a:spLocks noChangeAspect="1"/>
          </p:cNvSpPr>
          <p:nvPr/>
        </p:nvSpPr>
        <p:spPr>
          <a:xfrm>
            <a:off x="2400074" y="3254290"/>
            <a:ext cx="91440" cy="91440"/>
          </a:xfrm>
          <a:prstGeom prst="ellips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E667C90-0441-5A8B-5ACD-A7CF52388C3F}"/>
              </a:ext>
            </a:extLst>
          </p:cNvPr>
          <p:cNvCxnSpPr>
            <a:cxnSpLocks/>
            <a:stCxn id="70" idx="4"/>
          </p:cNvCxnSpPr>
          <p:nvPr/>
        </p:nvCxnSpPr>
        <p:spPr>
          <a:xfrm>
            <a:off x="2445794" y="3345730"/>
            <a:ext cx="0" cy="9559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43F803A2-76E6-2332-1056-8663B398523E}"/>
              </a:ext>
            </a:extLst>
          </p:cNvPr>
          <p:cNvSpPr>
            <a:spLocks noChangeAspect="1"/>
          </p:cNvSpPr>
          <p:nvPr/>
        </p:nvSpPr>
        <p:spPr>
          <a:xfrm>
            <a:off x="3041458" y="3467338"/>
            <a:ext cx="91440" cy="91440"/>
          </a:xfrm>
          <a:prstGeom prst="ellips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F99FCB6-5D29-0C83-CF53-C06672E32106}"/>
              </a:ext>
            </a:extLst>
          </p:cNvPr>
          <p:cNvCxnSpPr>
            <a:cxnSpLocks/>
            <a:stCxn id="72" idx="4"/>
          </p:cNvCxnSpPr>
          <p:nvPr/>
        </p:nvCxnSpPr>
        <p:spPr>
          <a:xfrm>
            <a:off x="3087178" y="3558778"/>
            <a:ext cx="0" cy="3281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1A307126-481E-980F-ECA8-05852DDE443E}"/>
              </a:ext>
            </a:extLst>
          </p:cNvPr>
          <p:cNvSpPr>
            <a:spLocks noChangeAspect="1"/>
          </p:cNvSpPr>
          <p:nvPr/>
        </p:nvSpPr>
        <p:spPr>
          <a:xfrm>
            <a:off x="3220518" y="2387834"/>
            <a:ext cx="91440" cy="91440"/>
          </a:xfrm>
          <a:prstGeom prst="ellips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730DD30-BEFF-DABA-CA29-F76B5B86A6FC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3266238" y="2479274"/>
            <a:ext cx="0" cy="12735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0FBA949A-B3FF-17B6-94AE-F5F3D060C373}"/>
              </a:ext>
            </a:extLst>
          </p:cNvPr>
          <p:cNvSpPr>
            <a:spLocks noChangeAspect="1"/>
          </p:cNvSpPr>
          <p:nvPr/>
        </p:nvSpPr>
        <p:spPr>
          <a:xfrm>
            <a:off x="3444449" y="2581835"/>
            <a:ext cx="91440" cy="91440"/>
          </a:xfrm>
          <a:prstGeom prst="ellips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0249216-3834-FA35-8EA8-AA1B971296D8}"/>
              </a:ext>
            </a:extLst>
          </p:cNvPr>
          <p:cNvCxnSpPr>
            <a:cxnSpLocks/>
            <a:stCxn id="79" idx="4"/>
          </p:cNvCxnSpPr>
          <p:nvPr/>
        </p:nvCxnSpPr>
        <p:spPr>
          <a:xfrm>
            <a:off x="3490169" y="2673275"/>
            <a:ext cx="0" cy="999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B0E4867E-A862-3658-FC96-0418C77F53D8}"/>
              </a:ext>
            </a:extLst>
          </p:cNvPr>
          <p:cNvSpPr>
            <a:spLocks noChangeAspect="1"/>
          </p:cNvSpPr>
          <p:nvPr/>
        </p:nvSpPr>
        <p:spPr>
          <a:xfrm>
            <a:off x="3925765" y="2575967"/>
            <a:ext cx="91440" cy="91440"/>
          </a:xfrm>
          <a:prstGeom prst="ellips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3BD7C38-EA02-9F83-8214-C53B63843026}"/>
              </a:ext>
            </a:extLst>
          </p:cNvPr>
          <p:cNvCxnSpPr>
            <a:cxnSpLocks/>
            <a:stCxn id="81" idx="4"/>
          </p:cNvCxnSpPr>
          <p:nvPr/>
        </p:nvCxnSpPr>
        <p:spPr>
          <a:xfrm>
            <a:off x="3971485" y="2667407"/>
            <a:ext cx="0" cy="6783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3EB87281-A885-0E34-E48A-A564CC3B44D8}"/>
              </a:ext>
            </a:extLst>
          </p:cNvPr>
          <p:cNvSpPr>
            <a:spLocks noChangeAspect="1"/>
          </p:cNvSpPr>
          <p:nvPr/>
        </p:nvSpPr>
        <p:spPr>
          <a:xfrm>
            <a:off x="2092975" y="3886893"/>
            <a:ext cx="91440" cy="91440"/>
          </a:xfrm>
          <a:prstGeom prst="ellips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9DE60FE-AE1A-5209-27BC-1447BBB8170A}"/>
              </a:ext>
            </a:extLst>
          </p:cNvPr>
          <p:cNvCxnSpPr>
            <a:cxnSpLocks/>
            <a:stCxn id="83" idx="4"/>
          </p:cNvCxnSpPr>
          <p:nvPr/>
        </p:nvCxnSpPr>
        <p:spPr>
          <a:xfrm>
            <a:off x="2138695" y="3978333"/>
            <a:ext cx="0" cy="5141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3D5A02BE-84B9-DCB6-DD71-0918AA200D40}"/>
              </a:ext>
            </a:extLst>
          </p:cNvPr>
          <p:cNvSpPr txBox="1"/>
          <p:nvPr/>
        </p:nvSpPr>
        <p:spPr>
          <a:xfrm>
            <a:off x="2908532" y="4153363"/>
            <a:ext cx="3074108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Mismatch between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train/test data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Wingdings" pitchFamily="2" charset="2"/>
              </a:rPr>
              <a:t> poor generalization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1A2A6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C5F1392-0EC7-0035-B723-EBCF2B56B159}"/>
              </a:ext>
            </a:extLst>
          </p:cNvPr>
          <p:cNvSpPr txBox="1"/>
          <p:nvPr/>
        </p:nvSpPr>
        <p:spPr>
          <a:xfrm>
            <a:off x="6611086" y="2435342"/>
            <a:ext cx="457359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Linear equation: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Y = w*X + 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Model parameters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w = weight (slope)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b = intercept (bias)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Predictions (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generalization!)</a:t>
            </a:r>
          </a:p>
        </p:txBody>
      </p:sp>
    </p:spTree>
    <p:extLst>
      <p:ext uri="{BB962C8B-B14F-4D97-AF65-F5344CB8AC3E}">
        <p14:creationId xmlns:p14="http://schemas.microsoft.com/office/powerpoint/2010/main" val="994161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1869C-4960-C1E2-54E5-06113055F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93724-B6FD-2102-2F86-172679EE0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- fitting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2C0CCE1-59B5-1D04-3A70-95D1583E57F2}"/>
              </a:ext>
            </a:extLst>
          </p:cNvPr>
          <p:cNvGrpSpPr/>
          <p:nvPr/>
        </p:nvGrpSpPr>
        <p:grpSpPr>
          <a:xfrm>
            <a:off x="396516" y="1987250"/>
            <a:ext cx="5128791" cy="3820426"/>
            <a:chOff x="421229" y="1690688"/>
            <a:chExt cx="5957450" cy="4437692"/>
          </a:xfrm>
        </p:grpSpPr>
        <p:pic>
          <p:nvPicPr>
            <p:cNvPr id="3" name="Picture 4">
              <a:extLst>
                <a:ext uri="{FF2B5EF4-FFF2-40B4-BE49-F238E27FC236}">
                  <a16:creationId xmlns:a16="http://schemas.microsoft.com/office/drawing/2014/main" id="{F793C1CD-22AA-A176-F16D-20D2FEA499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alphaModFix/>
            </a:blip>
            <a:srcRect/>
            <a:stretch/>
          </p:blipFill>
          <p:spPr bwMode="auto">
            <a:xfrm>
              <a:off x="421229" y="1690688"/>
              <a:ext cx="5957450" cy="4437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102ACDF-4A10-22F1-5527-1D6F59E78A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3529" y="2381340"/>
              <a:ext cx="4748389" cy="293650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12D640F-947F-786C-CE0A-FF8960394BB0}"/>
              </a:ext>
            </a:extLst>
          </p:cNvPr>
          <p:cNvSpPr txBox="1"/>
          <p:nvPr/>
        </p:nvSpPr>
        <p:spPr>
          <a:xfrm>
            <a:off x="6040142" y="3066741"/>
            <a:ext cx="5440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What values for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 and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 are optimal and give the best fit to the model</a:t>
            </a:r>
            <a:r>
              <a:rPr lang="en-US" sz="2400" dirty="0">
                <a:solidFill>
                  <a:srgbClr val="14274C"/>
                </a:solidFill>
                <a:latin typeface="Trebuchet MS"/>
              </a:rPr>
              <a:t>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56B672-6CAA-6E9B-4622-0E3EE59898E0}"/>
              </a:ext>
            </a:extLst>
          </p:cNvPr>
          <p:cNvCxnSpPr/>
          <p:nvPr/>
        </p:nvCxnSpPr>
        <p:spPr>
          <a:xfrm flipV="1">
            <a:off x="1147482" y="3227294"/>
            <a:ext cx="4141694" cy="1075765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477BCEF-6F73-6FAA-1D55-6992C670FB52}"/>
              </a:ext>
            </a:extLst>
          </p:cNvPr>
          <p:cNvCxnSpPr>
            <a:cxnSpLocks/>
          </p:cNvCxnSpPr>
          <p:nvPr/>
        </p:nvCxnSpPr>
        <p:spPr>
          <a:xfrm flipV="1">
            <a:off x="1147482" y="2930732"/>
            <a:ext cx="4087906" cy="181969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78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3B6CA-CE8E-8136-4A26-809EC9B82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2D156-BE53-06DE-52A1-18FC7AB03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- fitting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4ADBAE92-D1D5-F6B4-3991-416C2427B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</a:blip>
          <a:srcRect/>
          <a:stretch/>
        </p:blipFill>
        <p:spPr bwMode="auto">
          <a:xfrm>
            <a:off x="758150" y="2454475"/>
            <a:ext cx="4767155" cy="3551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7AD9A3B-8C6D-D255-F1FB-A74996C25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</a:blip>
          <a:srcRect/>
          <a:stretch/>
        </p:blipFill>
        <p:spPr bwMode="auto">
          <a:xfrm>
            <a:off x="6276589" y="2454475"/>
            <a:ext cx="4767155" cy="3551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09B5A4-F0C4-DD57-153B-3A5DEFA167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850" y="5798159"/>
            <a:ext cx="2653394" cy="10659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2C8516-B65E-8C45-D211-6732C93AEB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8005" y="1550707"/>
            <a:ext cx="3522274" cy="9037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3F1AEA-2094-59B2-20FB-3B77A35728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4758" y="1439615"/>
            <a:ext cx="3112806" cy="102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5A574-741A-6E07-62DD-EF2F68AED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A6FD3-539F-DC2D-D281-EF5149A6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- fitting</a:t>
            </a:r>
          </a:p>
        </p:txBody>
      </p:sp>
      <p:pic>
        <p:nvPicPr>
          <p:cNvPr id="48131" name="Picture 3" descr="plot">
            <a:extLst>
              <a:ext uri="{FF2B5EF4-FFF2-40B4-BE49-F238E27FC236}">
                <a16:creationId xmlns:a16="http://schemas.microsoft.com/office/drawing/2014/main" id="{A78935C6-CEFE-872A-DFD9-C42F2411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2028451"/>
            <a:ext cx="5336309" cy="397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136" name="Picture 8" descr="plot">
            <a:extLst>
              <a:ext uri="{FF2B5EF4-FFF2-40B4-BE49-F238E27FC236}">
                <a16:creationId xmlns:a16="http://schemas.microsoft.com/office/drawing/2014/main" id="{52566CE1-2EC6-BAAF-5D15-69E8D10BC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870" y="2028451"/>
            <a:ext cx="5335894" cy="397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E80A10-1D96-6B94-346A-6C4D3DA61F1C}"/>
              </a:ext>
            </a:extLst>
          </p:cNvPr>
          <p:cNvSpPr txBox="1"/>
          <p:nvPr/>
        </p:nvSpPr>
        <p:spPr>
          <a:xfrm>
            <a:off x="838200" y="1336350"/>
            <a:ext cx="4883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 </a:t>
            </a:r>
            <a:r>
              <a:rPr lang="en-US" sz="2800" b="1" dirty="0">
                <a:solidFill>
                  <a:schemeClr val="accent2"/>
                </a:solidFill>
                <a:sym typeface="Wingdings" pitchFamily="2" charset="2"/>
              </a:rPr>
              <a:t> </a:t>
            </a:r>
            <a:r>
              <a:rPr lang="en-US" sz="2800" b="1" dirty="0">
                <a:solidFill>
                  <a:schemeClr val="accent2"/>
                </a:solidFill>
              </a:rPr>
              <a:t>Finding the “best” slope</a:t>
            </a:r>
          </a:p>
        </p:txBody>
      </p:sp>
    </p:spTree>
    <p:extLst>
      <p:ext uri="{BB962C8B-B14F-4D97-AF65-F5344CB8AC3E}">
        <p14:creationId xmlns:p14="http://schemas.microsoft.com/office/powerpoint/2010/main" val="1036111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8A25B-5D2E-39BC-6D7F-1EC835170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DFEF-3107-38F6-DBE2-570C89CF4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- fitting</a:t>
            </a:r>
          </a:p>
        </p:txBody>
      </p:sp>
      <p:pic>
        <p:nvPicPr>
          <p:cNvPr id="48131" name="Picture 3" descr="plot">
            <a:extLst>
              <a:ext uri="{FF2B5EF4-FFF2-40B4-BE49-F238E27FC236}">
                <a16:creationId xmlns:a16="http://schemas.microsoft.com/office/drawing/2014/main" id="{A253DFA7-5803-3D2B-04C4-9A892CD50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2028451"/>
            <a:ext cx="5336309" cy="397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136" name="Picture 8">
            <a:extLst>
              <a:ext uri="{FF2B5EF4-FFF2-40B4-BE49-F238E27FC236}">
                <a16:creationId xmlns:a16="http://schemas.microsoft.com/office/drawing/2014/main" id="{E8D556E0-788E-4C0E-8324-732BBF64A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t="7832"/>
          <a:stretch>
            <a:fillRect/>
          </a:stretch>
        </p:blipFill>
        <p:spPr bwMode="auto">
          <a:xfrm>
            <a:off x="6096000" y="1690688"/>
            <a:ext cx="5932139" cy="4494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1FB21D-455C-E5C1-51F0-F4D775B39660}"/>
              </a:ext>
            </a:extLst>
          </p:cNvPr>
          <p:cNvSpPr txBox="1"/>
          <p:nvPr/>
        </p:nvSpPr>
        <p:spPr>
          <a:xfrm>
            <a:off x="838200" y="1336350"/>
            <a:ext cx="9905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 </a:t>
            </a:r>
            <a:r>
              <a:rPr lang="en-US" sz="2800" b="1" dirty="0">
                <a:solidFill>
                  <a:schemeClr val="accent2"/>
                </a:solidFill>
                <a:sym typeface="Wingdings" pitchFamily="2" charset="2"/>
              </a:rPr>
              <a:t> </a:t>
            </a:r>
            <a:r>
              <a:rPr lang="en-US" sz="2800" b="1" dirty="0">
                <a:solidFill>
                  <a:schemeClr val="accent2"/>
                </a:solidFill>
              </a:rPr>
              <a:t>Finding the “best” combination of slope and intercept</a:t>
            </a:r>
          </a:p>
        </p:txBody>
      </p:sp>
    </p:spTree>
    <p:extLst>
      <p:ext uri="{BB962C8B-B14F-4D97-AF65-F5344CB8AC3E}">
        <p14:creationId xmlns:p14="http://schemas.microsoft.com/office/powerpoint/2010/main" val="1773783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5CF4-50FD-E85F-A6F6-8AE759827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7F5D-F555-2522-0572-F1CA19CA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- fitting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EFCC0-9D60-E36D-AAAC-41DA082AC366}"/>
              </a:ext>
            </a:extLst>
          </p:cNvPr>
          <p:cNvSpPr txBox="1"/>
          <p:nvPr/>
        </p:nvSpPr>
        <p:spPr>
          <a:xfrm>
            <a:off x="1003300" y="1943100"/>
            <a:ext cx="3050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Fit a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97774D-4E4A-721D-9629-937AFC838D21}"/>
                  </a:ext>
                </a:extLst>
              </p:cNvPr>
              <p:cNvSpPr txBox="1"/>
              <p:nvPr/>
            </p:nvSpPr>
            <p:spPr>
              <a:xfrm>
                <a:off x="3219892" y="2718732"/>
                <a:ext cx="62917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</m:d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 </m:t>
                      </m:r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+…+</m:t>
                      </m:r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sub>
                      </m:sSub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97774D-4E4A-721D-9629-937AFC838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892" y="2718732"/>
                <a:ext cx="6291722" cy="369332"/>
              </a:xfrm>
              <a:prstGeom prst="rect">
                <a:avLst/>
              </a:prstGeom>
              <a:blipFill>
                <a:blip r:embed="rId3"/>
                <a:stretch>
                  <a:fillRect l="-1008" t="-6667" r="-605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5029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CB63E-31D6-B420-0CA4-53F9F6AF8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2A7BB-D60C-F087-A14F-3C37FEA0F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- fitting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4DA719-5BF7-5077-709B-71E06E993601}"/>
              </a:ext>
            </a:extLst>
          </p:cNvPr>
          <p:cNvSpPr txBox="1"/>
          <p:nvPr/>
        </p:nvSpPr>
        <p:spPr>
          <a:xfrm>
            <a:off x="1003300" y="1943100"/>
            <a:ext cx="3050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Fit a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linear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179889-8501-7E3A-E591-EFBA72FF8A07}"/>
              </a:ext>
            </a:extLst>
          </p:cNvPr>
          <p:cNvSpPr txBox="1"/>
          <p:nvPr/>
        </p:nvSpPr>
        <p:spPr>
          <a:xfrm>
            <a:off x="1003300" y="3471445"/>
            <a:ext cx="692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to the dataset such that the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cost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D970B6-6D3B-90A8-9E1B-CDB775417F82}"/>
              </a:ext>
            </a:extLst>
          </p:cNvPr>
          <p:cNvSpPr txBox="1"/>
          <p:nvPr/>
        </p:nvSpPr>
        <p:spPr>
          <a:xfrm>
            <a:off x="1003300" y="4999790"/>
            <a:ext cx="1832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is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minimal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8051EE-B51C-CB8E-4BE5-76DF20EAD8E7}"/>
                  </a:ext>
                </a:extLst>
              </p:cNvPr>
              <p:cNvSpPr txBox="1"/>
              <p:nvPr/>
            </p:nvSpPr>
            <p:spPr>
              <a:xfrm>
                <a:off x="3219892" y="2718732"/>
                <a:ext cx="62917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</m:d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 </m:t>
                      </m:r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+…+</m:t>
                      </m:r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sub>
                      </m:sSub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8051EE-B51C-CB8E-4BE5-76DF20EAD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892" y="2718732"/>
                <a:ext cx="6291722" cy="369332"/>
              </a:xfrm>
              <a:prstGeom prst="rect">
                <a:avLst/>
              </a:prstGeom>
              <a:blipFill>
                <a:blip r:embed="rId3"/>
                <a:stretch>
                  <a:fillRect l="-1008" t="-6667" r="-605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46BF62-4B0E-F27B-5438-DB1DC5778BAE}"/>
                  </a:ext>
                </a:extLst>
              </p:cNvPr>
              <p:cNvSpPr txBox="1"/>
              <p:nvPr/>
            </p:nvSpPr>
            <p:spPr>
              <a:xfrm>
                <a:off x="4241646" y="4248703"/>
                <a:ext cx="3708708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d>
                        <m:d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</m:d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0" lang="fr-FR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4274C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fr-FR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4274C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fr-FR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4274C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0" lang="fr-FR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14274C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fr-FR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14274C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  <m:r>
                                        <a:rPr kumimoji="0" lang="fr-FR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14274C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kumimoji="0" lang="fr-FR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14274C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kumimoji="0" lang="fr-FR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4274C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fr-FR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4274C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0" lang="fr-FR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4274C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46BF62-4B0E-F27B-5438-DB1DC5778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646" y="4248703"/>
                <a:ext cx="3708708" cy="1008225"/>
              </a:xfrm>
              <a:prstGeom prst="rect">
                <a:avLst/>
              </a:prstGeom>
              <a:blipFill>
                <a:blip r:embed="rId4"/>
                <a:stretch>
                  <a:fillRect l="-2055" t="-121250" b="-18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173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F46F1-F22F-44F8-B842-47895F43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C9AA6-B3CF-5325-2C8D-21A58FEA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p:pic>
        <p:nvPicPr>
          <p:cNvPr id="3" name="Picture 2" descr="Gradient Descent Slope. We know that cost function of a linear… | by Ayush  Choudhary | Medium">
            <a:extLst>
              <a:ext uri="{FF2B5EF4-FFF2-40B4-BE49-F238E27FC236}">
                <a16:creationId xmlns:a16="http://schemas.microsoft.com/office/drawing/2014/main" id="{6C6FD3B1-BE6E-CB5C-405F-308F746DF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48" y="2140586"/>
            <a:ext cx="5531823" cy="296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A7A10C-BABD-A977-C092-7DAF9AFDF1D7}"/>
              </a:ext>
            </a:extLst>
          </p:cNvPr>
          <p:cNvSpPr txBox="1"/>
          <p:nvPr/>
        </p:nvSpPr>
        <p:spPr>
          <a:xfrm>
            <a:off x="6384538" y="2345237"/>
            <a:ext cx="5659025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optimization algorithm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minimize a loss function</a:t>
            </a:r>
            <a:endParaRPr lang="en-US" sz="2000" dirty="0">
              <a:solidFill>
                <a:srgbClr val="14274C"/>
              </a:solidFill>
              <a:latin typeface="Trebuchet MS"/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iteratively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updating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 model parameters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direction of the weight change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Wingdings" pitchFamily="2" charset="2"/>
              </a:rPr>
              <a:t>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the steepest descent =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negative gradient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learning rate (⍺)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 controls the step size of updates</a:t>
            </a:r>
          </a:p>
        </p:txBody>
      </p:sp>
    </p:spTree>
    <p:extLst>
      <p:ext uri="{BB962C8B-B14F-4D97-AF65-F5344CB8AC3E}">
        <p14:creationId xmlns:p14="http://schemas.microsoft.com/office/powerpoint/2010/main" val="2294911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4EA8D-A35E-AA55-1043-B67310363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F2A5E-EAEC-6C2D-A391-FA542A1E9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p:pic>
        <p:nvPicPr>
          <p:cNvPr id="54274" name="Picture 2" descr="plot">
            <a:extLst>
              <a:ext uri="{FF2B5EF4-FFF2-40B4-BE49-F238E27FC236}">
                <a16:creationId xmlns:a16="http://schemas.microsoft.com/office/drawing/2014/main" id="{6F08D742-1661-1B63-4773-B693555CF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931" y="2495550"/>
            <a:ext cx="3563030" cy="265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278" name="Picture 6" descr="plot">
            <a:extLst>
              <a:ext uri="{FF2B5EF4-FFF2-40B4-BE49-F238E27FC236}">
                <a16:creationId xmlns:a16="http://schemas.microsoft.com/office/drawing/2014/main" id="{B5A3B89F-3AB2-7588-9C9E-BF6CB1D14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9242" y="2495550"/>
            <a:ext cx="3558728" cy="265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280" name="Picture 8" descr="plot">
            <a:extLst>
              <a:ext uri="{FF2B5EF4-FFF2-40B4-BE49-F238E27FC236}">
                <a16:creationId xmlns:a16="http://schemas.microsoft.com/office/drawing/2014/main" id="{8EB2FC46-2C1B-CC4F-9E2C-596400BE9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30" y="2495550"/>
            <a:ext cx="3563030" cy="265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41E80B-0E2A-2EEE-E317-E6A49754FFCB}"/>
              </a:ext>
            </a:extLst>
          </p:cNvPr>
          <p:cNvSpPr txBox="1"/>
          <p:nvPr/>
        </p:nvSpPr>
        <p:spPr>
          <a:xfrm>
            <a:off x="1790700" y="212621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⍺=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0.00001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F931E2-C418-0685-155A-3470A10F9D95}"/>
              </a:ext>
            </a:extLst>
          </p:cNvPr>
          <p:cNvSpPr txBox="1"/>
          <p:nvPr/>
        </p:nvSpPr>
        <p:spPr>
          <a:xfrm>
            <a:off x="5672500" y="2126218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⍺=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0.0001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894027-B0FE-EBEE-DC81-539C8A926DBD}"/>
              </a:ext>
            </a:extLst>
          </p:cNvPr>
          <p:cNvSpPr txBox="1"/>
          <p:nvPr/>
        </p:nvSpPr>
        <p:spPr>
          <a:xfrm>
            <a:off x="9612660" y="2126218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⍺=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0.0005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5255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lot">
            <a:extLst>
              <a:ext uri="{FF2B5EF4-FFF2-40B4-BE49-F238E27FC236}">
                <a16:creationId xmlns:a16="http://schemas.microsoft.com/office/drawing/2014/main" id="{B904A9CA-4920-0D5C-3C33-299D822FE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701" y="1332471"/>
            <a:ext cx="5628598" cy="419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895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84D56-18F8-F49D-C0FC-A8F527103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BFD32-188E-3586-527A-03E526F9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regression</a:t>
            </a:r>
          </a:p>
        </p:txBody>
      </p:sp>
      <p:pic>
        <p:nvPicPr>
          <p:cNvPr id="57346" name="Picture 2" descr="plot">
            <a:extLst>
              <a:ext uri="{FF2B5EF4-FFF2-40B4-BE49-F238E27FC236}">
                <a16:creationId xmlns:a16="http://schemas.microsoft.com/office/drawing/2014/main" id="{E9B6151C-D881-A725-B363-BC8A969F1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1" y="1690688"/>
            <a:ext cx="5628598" cy="419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D7FC32-5CA7-BCA9-926D-115F966459F0}"/>
              </a:ext>
            </a:extLst>
          </p:cNvPr>
          <p:cNvSpPr txBox="1"/>
          <p:nvPr/>
        </p:nvSpPr>
        <p:spPr>
          <a:xfrm>
            <a:off x="6190062" y="2712523"/>
            <a:ext cx="344731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We need to make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assumptions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 about the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</a:b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model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that generated the data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1637953-FFF2-AEB6-ADD8-D3378DAB771D}"/>
              </a:ext>
            </a:extLst>
          </p:cNvPr>
          <p:cNvCxnSpPr>
            <a:cxnSpLocks/>
          </p:cNvCxnSpPr>
          <p:nvPr/>
        </p:nvCxnSpPr>
        <p:spPr>
          <a:xfrm flipV="1">
            <a:off x="9637376" y="2933606"/>
            <a:ext cx="403095" cy="291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87DF1DC-6AB7-522B-A052-1CD3C45D5A52}"/>
              </a:ext>
            </a:extLst>
          </p:cNvPr>
          <p:cNvSpPr txBox="1"/>
          <p:nvPr/>
        </p:nvSpPr>
        <p:spPr>
          <a:xfrm>
            <a:off x="9456515" y="2447770"/>
            <a:ext cx="2638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Non-linear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 relationship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51C6C0-BFC3-49C6-A812-ABFF48D1AE3C}"/>
              </a:ext>
            </a:extLst>
          </p:cNvPr>
          <p:cNvSpPr txBox="1"/>
          <p:nvPr/>
        </p:nvSpPr>
        <p:spPr>
          <a:xfrm>
            <a:off x="9838923" y="4473185"/>
            <a:ext cx="2028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Non-linear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 model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5CE426-222C-6FA5-A51F-0FCDF012E8F8}"/>
              </a:ext>
            </a:extLst>
          </p:cNvPr>
          <p:cNvCxnSpPr>
            <a:cxnSpLocks/>
          </p:cNvCxnSpPr>
          <p:nvPr/>
        </p:nvCxnSpPr>
        <p:spPr>
          <a:xfrm>
            <a:off x="8993055" y="4410230"/>
            <a:ext cx="644321" cy="12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79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FCDD3-FBDD-ABF4-8B25-9658FB38C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A2994-FE42-9E86-F137-2209F5BB5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regression</a:t>
            </a:r>
          </a:p>
        </p:txBody>
      </p:sp>
      <p:pic>
        <p:nvPicPr>
          <p:cNvPr id="57346" name="Picture 2">
            <a:extLst>
              <a:ext uri="{FF2B5EF4-FFF2-40B4-BE49-F238E27FC236}">
                <a16:creationId xmlns:a16="http://schemas.microsoft.com/office/drawing/2014/main" id="{C6EB74DB-6AE1-3A43-C083-92D360A56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88423" y="1915777"/>
            <a:ext cx="5342195" cy="3979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E2412E-9492-A129-DB81-115EF8FA32AE}"/>
              </a:ext>
            </a:extLst>
          </p:cNvPr>
          <p:cNvSpPr txBox="1"/>
          <p:nvPr/>
        </p:nvSpPr>
        <p:spPr>
          <a:xfrm>
            <a:off x="5852160" y="1690688"/>
            <a:ext cx="59262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Polynomial transformation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Include higher-order features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Allows to fit a linear model to non-linear relationships in the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6261C9-1512-5812-F71C-B705B26179A4}"/>
                  </a:ext>
                </a:extLst>
              </p:cNvPr>
              <p:cNvSpPr txBox="1"/>
              <p:nvPr/>
            </p:nvSpPr>
            <p:spPr>
              <a:xfrm>
                <a:off x="6197601" y="3530048"/>
                <a:ext cx="5580823" cy="375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</m:d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kumimoji="0" lang="fr-F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p>
                      </m:sSubSup>
                      <m:r>
                        <a:rPr kumimoji="0" lang="fr-FR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+…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6261C9-1512-5812-F71C-B705B2617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601" y="3530048"/>
                <a:ext cx="5580823" cy="375424"/>
              </a:xfrm>
              <a:prstGeom prst="rect">
                <a:avLst/>
              </a:prstGeom>
              <a:blipFill>
                <a:blip r:embed="rId4"/>
                <a:stretch>
                  <a:fillRect l="-1364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31A7B53-181D-1D7F-1BC5-AAF0F5EE0168}"/>
              </a:ext>
            </a:extLst>
          </p:cNvPr>
          <p:cNvSpPr txBox="1"/>
          <p:nvPr/>
        </p:nvSpPr>
        <p:spPr>
          <a:xfrm>
            <a:off x="5852160" y="4295163"/>
            <a:ext cx="68829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Increasing the polynomial degree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Wingdings" pitchFamily="2" charset="2"/>
              </a:rPr>
              <a:t> allows to fit more complex relationships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Wingdings" pitchFamily="2" charset="2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  <a:sym typeface="Wingdings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Wingdings" pitchFamily="2" charset="2"/>
              </a:rPr>
              <a:t>But …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à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Wingdings" pitchFamily="2" charset="2"/>
              </a:rPr>
              <a:t> Requires more data (more model parameters)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à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 Can lead to poor generalization (overfitting)</a:t>
            </a:r>
          </a:p>
        </p:txBody>
      </p:sp>
    </p:spTree>
    <p:extLst>
      <p:ext uri="{BB962C8B-B14F-4D97-AF65-F5344CB8AC3E}">
        <p14:creationId xmlns:p14="http://schemas.microsoft.com/office/powerpoint/2010/main" val="154754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ABD27-A465-48E5-E65A-DDB048D08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93C5B-9C64-C1EC-B658-27EB19BE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 &amp; overfitting</a:t>
            </a:r>
          </a:p>
        </p:txBody>
      </p:sp>
      <p:pic>
        <p:nvPicPr>
          <p:cNvPr id="59394" name="Picture 2" descr="plot">
            <a:extLst>
              <a:ext uri="{FF2B5EF4-FFF2-40B4-BE49-F238E27FC236}">
                <a16:creationId xmlns:a16="http://schemas.microsoft.com/office/drawing/2014/main" id="{FA265D75-ED38-4713-A7B3-E7FBCB339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295525"/>
            <a:ext cx="11137900" cy="3022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311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AD10B-11A0-6D1F-2A52-ABEB6BE0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E5EAB1-16FD-CE12-506B-4E163917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Train-test splitting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438C606-5B32-3AE5-6D0F-162B3339A34D}"/>
              </a:ext>
            </a:extLst>
          </p:cNvPr>
          <p:cNvGrpSpPr/>
          <p:nvPr/>
        </p:nvGrpSpPr>
        <p:grpSpPr>
          <a:xfrm>
            <a:off x="3543300" y="1690688"/>
            <a:ext cx="5105400" cy="3632798"/>
            <a:chOff x="987552" y="1901924"/>
            <a:chExt cx="3657600" cy="314556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1A01C0B3-06EE-7953-266F-1D3564B116AC}"/>
                </a:ext>
              </a:extLst>
            </p:cNvPr>
            <p:cNvCxnSpPr/>
            <p:nvPr/>
          </p:nvCxnSpPr>
          <p:spPr>
            <a:xfrm flipV="1">
              <a:off x="987552" y="2121408"/>
              <a:ext cx="0" cy="29260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42CB974-841B-1A38-15C4-A111B0B333C4}"/>
                </a:ext>
              </a:extLst>
            </p:cNvPr>
            <p:cNvCxnSpPr>
              <a:cxnSpLocks/>
            </p:cNvCxnSpPr>
            <p:nvPr/>
          </p:nvCxnSpPr>
          <p:spPr>
            <a:xfrm>
              <a:off x="987552" y="5047488"/>
              <a:ext cx="36576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1BA11C9-DAFC-DBE7-C552-C1E53551E2A4}"/>
                </a:ext>
              </a:extLst>
            </p:cNvPr>
            <p:cNvSpPr/>
            <p:nvPr/>
          </p:nvSpPr>
          <p:spPr>
            <a:xfrm>
              <a:off x="1152144" y="2395728"/>
              <a:ext cx="3090672" cy="2359152"/>
            </a:xfrm>
            <a:custGeom>
              <a:avLst/>
              <a:gdLst>
                <a:gd name="csX0" fmla="*/ 0 w 3090672"/>
                <a:gd name="csY0" fmla="*/ 0 h 2359152"/>
                <a:gd name="csX1" fmla="*/ 713232 w 3090672"/>
                <a:gd name="csY1" fmla="*/ 1682496 h 2359152"/>
                <a:gd name="csX2" fmla="*/ 3090672 w 3090672"/>
                <a:gd name="csY2" fmla="*/ 2359152 h 2359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090672" h="2359152">
                  <a:moveTo>
                    <a:pt x="0" y="0"/>
                  </a:moveTo>
                  <a:cubicBezTo>
                    <a:pt x="99060" y="644652"/>
                    <a:pt x="198120" y="1289304"/>
                    <a:pt x="713232" y="1682496"/>
                  </a:cubicBezTo>
                  <a:cubicBezTo>
                    <a:pt x="1228344" y="2075688"/>
                    <a:pt x="2159508" y="2217420"/>
                    <a:pt x="3090672" y="235915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6521DEC-02D7-555E-64F5-487D1699E3A6}"/>
                </a:ext>
              </a:extLst>
            </p:cNvPr>
            <p:cNvSpPr/>
            <p:nvPr/>
          </p:nvSpPr>
          <p:spPr>
            <a:xfrm>
              <a:off x="1207008" y="2340864"/>
              <a:ext cx="3127248" cy="1494331"/>
            </a:xfrm>
            <a:custGeom>
              <a:avLst/>
              <a:gdLst>
                <a:gd name="csX0" fmla="*/ 0 w 3127248"/>
                <a:gd name="csY0" fmla="*/ 0 h 1494331"/>
                <a:gd name="csX1" fmla="*/ 1225296 w 3127248"/>
                <a:gd name="csY1" fmla="*/ 1426464 h 1494331"/>
                <a:gd name="csX2" fmla="*/ 3127248 w 3127248"/>
                <a:gd name="csY2" fmla="*/ 1133856 h 14943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127248" h="1494331">
                  <a:moveTo>
                    <a:pt x="0" y="0"/>
                  </a:moveTo>
                  <a:cubicBezTo>
                    <a:pt x="352044" y="618744"/>
                    <a:pt x="704088" y="1237488"/>
                    <a:pt x="1225296" y="1426464"/>
                  </a:cubicBezTo>
                  <a:cubicBezTo>
                    <a:pt x="1746504" y="1615440"/>
                    <a:pt x="2436876" y="1374648"/>
                    <a:pt x="3127248" y="1133856"/>
                  </a:cubicBez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636DD95-DFC1-44BB-D051-0CBB377B0829}"/>
                </a:ext>
              </a:extLst>
            </p:cNvPr>
            <p:cNvCxnSpPr/>
            <p:nvPr/>
          </p:nvCxnSpPr>
          <p:spPr>
            <a:xfrm>
              <a:off x="2756848" y="2327916"/>
              <a:ext cx="0" cy="2719572"/>
            </a:xfrm>
            <a:prstGeom prst="line">
              <a:avLst/>
            </a:prstGeom>
            <a:ln w="28575">
              <a:solidFill>
                <a:schemeClr val="accent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BDB484C-2721-D28C-376A-BE7F0679809D}"/>
                </a:ext>
              </a:extLst>
            </p:cNvPr>
            <p:cNvSpPr txBox="1"/>
            <p:nvPr/>
          </p:nvSpPr>
          <p:spPr>
            <a:xfrm>
              <a:off x="2756848" y="1901924"/>
              <a:ext cx="749000" cy="3464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Best fit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084FB4B-123C-E21C-2197-FED9E8499F42}"/>
                </a:ext>
              </a:extLst>
            </p:cNvPr>
            <p:cNvSpPr txBox="1"/>
            <p:nvPr/>
          </p:nvSpPr>
          <p:spPr>
            <a:xfrm>
              <a:off x="3147840" y="2300734"/>
              <a:ext cx="1039550" cy="3464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overfitting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D2D70AD-FA37-1336-F9A3-8A2FAF2E2F89}"/>
                </a:ext>
              </a:extLst>
            </p:cNvPr>
            <p:cNvSpPr txBox="1"/>
            <p:nvPr/>
          </p:nvSpPr>
          <p:spPr>
            <a:xfrm>
              <a:off x="1470848" y="2300734"/>
              <a:ext cx="1194555" cy="346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underfitting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79F4E13-9801-8D19-3C72-E5341A1789BB}"/>
              </a:ext>
            </a:extLst>
          </p:cNvPr>
          <p:cNvSpPr txBox="1"/>
          <p:nvPr/>
        </p:nvSpPr>
        <p:spPr>
          <a:xfrm>
            <a:off x="6975293" y="4389430"/>
            <a:ext cx="18335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Training error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DB1C6A-A362-39D0-647F-FC6E31131909}"/>
              </a:ext>
            </a:extLst>
          </p:cNvPr>
          <p:cNvSpPr txBox="1"/>
          <p:nvPr/>
        </p:nvSpPr>
        <p:spPr>
          <a:xfrm>
            <a:off x="6922085" y="3114289"/>
            <a:ext cx="1369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Test error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AF143F-C60A-7008-1720-7E0388D68E11}"/>
              </a:ext>
            </a:extLst>
          </p:cNvPr>
          <p:cNvSpPr txBox="1"/>
          <p:nvPr/>
        </p:nvSpPr>
        <p:spPr>
          <a:xfrm>
            <a:off x="4673476" y="5575865"/>
            <a:ext cx="2717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Model complexity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88A499-39D4-2BD6-DD7D-C5D3BE4497A1}"/>
              </a:ext>
            </a:extLst>
          </p:cNvPr>
          <p:cNvSpPr txBox="1"/>
          <p:nvPr/>
        </p:nvSpPr>
        <p:spPr>
          <a:xfrm rot="16200000">
            <a:off x="2764144" y="3518645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Error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F0DF75-6797-F1DD-705D-51F1737925F7}"/>
              </a:ext>
            </a:extLst>
          </p:cNvPr>
          <p:cNvSpPr txBox="1"/>
          <p:nvPr/>
        </p:nvSpPr>
        <p:spPr>
          <a:xfrm>
            <a:off x="2585263" y="6028298"/>
            <a:ext cx="702147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How can we limit the model complexity?</a:t>
            </a:r>
          </a:p>
        </p:txBody>
      </p:sp>
    </p:spTree>
    <p:extLst>
      <p:ext uri="{BB962C8B-B14F-4D97-AF65-F5344CB8AC3E}">
        <p14:creationId xmlns:p14="http://schemas.microsoft.com/office/powerpoint/2010/main" val="261964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36C70-DAE1-46E2-1983-D45CBA623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93A1F-330F-E6BA-1C3C-1386481C4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regularization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39A1F1-8DD3-20F5-0AED-AC1B459B81EB}"/>
              </a:ext>
            </a:extLst>
          </p:cNvPr>
          <p:cNvSpPr txBox="1"/>
          <p:nvPr/>
        </p:nvSpPr>
        <p:spPr>
          <a:xfrm>
            <a:off x="1625599" y="2285128"/>
            <a:ext cx="41184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Every dataset contains noise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DA86B6-042B-FF83-42A0-BC3E15B57EEA}"/>
              </a:ext>
            </a:extLst>
          </p:cNvPr>
          <p:cNvSpPr txBox="1"/>
          <p:nvPr/>
        </p:nvSpPr>
        <p:spPr>
          <a:xfrm>
            <a:off x="2719113" y="3444935"/>
            <a:ext cx="6753773" cy="58477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Don’t try to fit the data perfectly!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26A893-1CF1-0F70-9303-FE3DD0641227}"/>
              </a:ext>
            </a:extLst>
          </p:cNvPr>
          <p:cNvSpPr txBox="1"/>
          <p:nvPr/>
        </p:nvSpPr>
        <p:spPr>
          <a:xfrm>
            <a:off x="1625599" y="4231777"/>
            <a:ext cx="8454559" cy="2154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Limit the model complexity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Skip irrelevant/correlated features (feature selection)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srgbClr val="14274C"/>
                </a:solidFill>
                <a:latin typeface="Trebuchet MS"/>
              </a:rPr>
              <a:t>Choose a simple model (linear vs non-linear)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Put a constraint on the model complexity (regularization)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Check the generalizability with a validation/test set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A8780D-7A45-74BF-67FF-93F50135D8AE}"/>
              </a:ext>
            </a:extLst>
          </p:cNvPr>
          <p:cNvCxnSpPr>
            <a:cxnSpLocks/>
          </p:cNvCxnSpPr>
          <p:nvPr/>
        </p:nvCxnSpPr>
        <p:spPr>
          <a:xfrm flipV="1">
            <a:off x="5955590" y="2255033"/>
            <a:ext cx="317500" cy="18288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AF9750-F1A1-ABB4-8524-93D4409BD228}"/>
              </a:ext>
            </a:extLst>
          </p:cNvPr>
          <p:cNvCxnSpPr>
            <a:cxnSpLocks/>
          </p:cNvCxnSpPr>
          <p:nvPr/>
        </p:nvCxnSpPr>
        <p:spPr>
          <a:xfrm>
            <a:off x="5955590" y="2645399"/>
            <a:ext cx="317500" cy="18288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3710F8E-46A5-7C06-FE7B-59BB18F1DF15}"/>
              </a:ext>
            </a:extLst>
          </p:cNvPr>
          <p:cNvSpPr txBox="1"/>
          <p:nvPr/>
        </p:nvSpPr>
        <p:spPr>
          <a:xfrm>
            <a:off x="6467313" y="1969136"/>
            <a:ext cx="1741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Label noise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1BCEAC-0039-B8B9-2522-D12E5686262C}"/>
              </a:ext>
            </a:extLst>
          </p:cNvPr>
          <p:cNvSpPr txBox="1"/>
          <p:nvPr/>
        </p:nvSpPr>
        <p:spPr>
          <a:xfrm>
            <a:off x="6467313" y="2616598"/>
            <a:ext cx="2063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Feature noise</a:t>
            </a:r>
          </a:p>
        </p:txBody>
      </p:sp>
    </p:spTree>
    <p:extLst>
      <p:ext uri="{BB962C8B-B14F-4D97-AF65-F5344CB8AC3E}">
        <p14:creationId xmlns:p14="http://schemas.microsoft.com/office/powerpoint/2010/main" val="15280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542CC-C694-10BE-C977-10FE6008C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8E877-0CED-9C82-36DA-574C539F5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regularization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5F99AD-C1C9-3FB4-8B44-93B1238D814C}"/>
              </a:ext>
            </a:extLst>
          </p:cNvPr>
          <p:cNvSpPr txBox="1"/>
          <p:nvPr/>
        </p:nvSpPr>
        <p:spPr>
          <a:xfrm>
            <a:off x="838200" y="1311785"/>
            <a:ext cx="9512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Prevents overfitting by adding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penalty term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to the loss function,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discouraging overly complex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A22321-C721-E23A-EED4-CC14FF7E2300}"/>
              </a:ext>
            </a:extLst>
          </p:cNvPr>
          <p:cNvSpPr txBox="1"/>
          <p:nvPr/>
        </p:nvSpPr>
        <p:spPr>
          <a:xfrm>
            <a:off x="1196009" y="2334930"/>
            <a:ext cx="9512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L1 regularization (Lasso)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Penalty term = sum of the absolute values of the model weights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Promotes sparsity (weights are set to zero)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4F1F1-E58C-CA59-9063-B35C244F24BC}"/>
              </a:ext>
            </a:extLst>
          </p:cNvPr>
          <p:cNvSpPr txBox="1"/>
          <p:nvPr/>
        </p:nvSpPr>
        <p:spPr>
          <a:xfrm>
            <a:off x="1196009" y="3672714"/>
            <a:ext cx="9512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L2 regularization (Ridge)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Penalty term = sum of the squared values of the model weights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Prevents large weights and ensures smooth generalization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1648F8-2E5A-97D8-7AE7-99AE9997982C}"/>
              </a:ext>
            </a:extLst>
          </p:cNvPr>
          <p:cNvSpPr txBox="1"/>
          <p:nvPr/>
        </p:nvSpPr>
        <p:spPr>
          <a:xfrm>
            <a:off x="1196009" y="5010498"/>
            <a:ext cx="9512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Elastic Net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Combination of L1 and L2 penalties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Balances feature selection and weight shrinkage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Useful for high-dimensional datasets with correlated features</a:t>
            </a:r>
          </a:p>
        </p:txBody>
      </p:sp>
    </p:spTree>
    <p:extLst>
      <p:ext uri="{BB962C8B-B14F-4D97-AF65-F5344CB8AC3E}">
        <p14:creationId xmlns:p14="http://schemas.microsoft.com/office/powerpoint/2010/main" val="3132581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34919-FBCD-0774-70BB-139A9F0BD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E299-1091-DF1D-D5EE-4CF7E4ECE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Regularized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A13A77-8D19-2D77-ED88-356161A8146E}"/>
                  </a:ext>
                </a:extLst>
              </p:cNvPr>
              <p:cNvSpPr txBox="1"/>
              <p:nvPr/>
            </p:nvSpPr>
            <p:spPr>
              <a:xfrm>
                <a:off x="2303455" y="2360119"/>
                <a:ext cx="758509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</m:d>
                      <m:r>
                        <a:rPr kumimoji="0" lang="fr-FR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fr-FR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fr-FR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fr-FR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fr-FR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fr-FR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fr-FR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fr-FR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fr-FR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…+</m:t>
                      </m:r>
                      <m:sSub>
                        <m:sSubPr>
                          <m:ctrlPr>
                            <a:rPr kumimoji="0" lang="fr-FR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kumimoji="0" lang="fr-FR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A13A77-8D19-2D77-ED88-356161A81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455" y="2360119"/>
                <a:ext cx="7585090" cy="492443"/>
              </a:xfrm>
              <a:prstGeom prst="rect">
                <a:avLst/>
              </a:prstGeom>
              <a:blipFill>
                <a:blip r:embed="rId3"/>
                <a:stretch>
                  <a:fillRect l="-1171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E5B5C7-0FFE-AC7C-7501-D25ABF961E0F}"/>
                  </a:ext>
                </a:extLst>
              </p:cNvPr>
              <p:cNvSpPr txBox="1"/>
              <p:nvPr/>
            </p:nvSpPr>
            <p:spPr>
              <a:xfrm>
                <a:off x="1263331" y="4014438"/>
                <a:ext cx="5882316" cy="13443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d>
                        <m:dPr>
                          <m:ctrlP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</m:d>
                      <m:r>
                        <a:rPr kumimoji="0" lang="fr-FR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0" lang="fr-FR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4274C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fr-FR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4274C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fr-FR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4274C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0" lang="fr-FR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14274C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0" lang="fr-FR" sz="32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14274C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fr-FR" sz="32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14274C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kumimoji="0" lang="fr-FR" sz="32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14274C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kumimoji="0" lang="fr-FR" sz="32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14274C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a:rPr kumimoji="0" lang="fr-FR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14274C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kumimoji="0" lang="fr-FR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14274C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kumimoji="0" lang="fr-FR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4274C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kumimoji="0" lang="fr-FR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14274C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fr-FR" sz="3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14274C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kumimoji="0" lang="fr-FR" sz="32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14274C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fr-FR" sz="32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14274C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kumimoji="0" lang="fr-FR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4274C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E5B5C7-0FFE-AC7C-7501-D25ABF961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331" y="4014438"/>
                <a:ext cx="5882316" cy="1344342"/>
              </a:xfrm>
              <a:prstGeom prst="rect">
                <a:avLst/>
              </a:prstGeom>
              <a:blipFill>
                <a:blip r:embed="rId4"/>
                <a:stretch>
                  <a:fillRect l="-1509" t="-121698" r="-1940" b="-183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1F6CE9-6F5C-B4D8-07A6-821AAF5FCB90}"/>
                  </a:ext>
                </a:extLst>
              </p:cNvPr>
              <p:cNvSpPr txBox="1"/>
              <p:nvPr/>
            </p:nvSpPr>
            <p:spPr>
              <a:xfrm>
                <a:off x="9072729" y="4014438"/>
                <a:ext cx="2044662" cy="1400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 </m:t>
                      </m:r>
                      <m:sSub>
                        <m:sSubPr>
                          <m:ctrlP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kumimoji="0" lang="fr-FR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4274C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fr-FR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4274C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0" lang="fr-FR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4274C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</m:sub>
                            <m:sup>
                              <m:r>
                                <a:rPr kumimoji="0" lang="fr-FR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4274C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1F6CE9-6F5C-B4D8-07A6-821AAF5FC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729" y="4014438"/>
                <a:ext cx="2044662" cy="1400063"/>
              </a:xfrm>
              <a:prstGeom prst="rect">
                <a:avLst/>
              </a:prstGeom>
              <a:blipFill>
                <a:blip r:embed="rId5"/>
                <a:stretch>
                  <a:fillRect l="-30247" t="-116216" r="-21605" b="-170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5FDA89-EC14-44AA-6366-B50EB03D8E89}"/>
                  </a:ext>
                </a:extLst>
              </p:cNvPr>
              <p:cNvSpPr txBox="1"/>
              <p:nvPr/>
            </p:nvSpPr>
            <p:spPr>
              <a:xfrm>
                <a:off x="6939132" y="4014438"/>
                <a:ext cx="2133597" cy="1400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4274C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 </m:t>
                      </m:r>
                      <m:sSub>
                        <m:sSubPr>
                          <m:ctrlP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fr-FR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4274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0" lang="fr-FR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4274C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fr-FR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4274C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4274C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0" lang="fr-FR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4274C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5FDA89-EC14-44AA-6366-B50EB03D8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132" y="4014438"/>
                <a:ext cx="2133597" cy="1400063"/>
              </a:xfrm>
              <a:prstGeom prst="rect">
                <a:avLst/>
              </a:prstGeom>
              <a:blipFill>
                <a:blip r:embed="rId6"/>
                <a:stretch>
                  <a:fillRect l="-29586" t="-116216" r="-16568" b="-170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F84DF70-998F-AD7F-B739-CD1DBE4EA021}"/>
              </a:ext>
            </a:extLst>
          </p:cNvPr>
          <p:cNvSpPr txBox="1"/>
          <p:nvPr/>
        </p:nvSpPr>
        <p:spPr>
          <a:xfrm>
            <a:off x="9459884" y="1552602"/>
            <a:ext cx="2212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linear model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E4D1B8-284A-C3F9-4D94-C7EF85EDF07C}"/>
              </a:ext>
            </a:extLst>
          </p:cNvPr>
          <p:cNvCxnSpPr/>
          <p:nvPr/>
        </p:nvCxnSpPr>
        <p:spPr>
          <a:xfrm flipV="1">
            <a:off x="8678487" y="1961804"/>
            <a:ext cx="581891" cy="21613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4B69DF-4D9C-9A3B-5ED1-366586AE7392}"/>
              </a:ext>
            </a:extLst>
          </p:cNvPr>
          <p:cNvCxnSpPr/>
          <p:nvPr/>
        </p:nvCxnSpPr>
        <p:spPr>
          <a:xfrm>
            <a:off x="2626822" y="5530877"/>
            <a:ext cx="412311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3021DB5-BA56-0740-F17A-6EE063BE03F8}"/>
              </a:ext>
            </a:extLst>
          </p:cNvPr>
          <p:cNvSpPr txBox="1"/>
          <p:nvPr/>
        </p:nvSpPr>
        <p:spPr>
          <a:xfrm>
            <a:off x="3351784" y="5802282"/>
            <a:ext cx="2417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Cost function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4EFD3D-0652-7F88-1130-DD6D3E6ACEA3}"/>
              </a:ext>
            </a:extLst>
          </p:cNvPr>
          <p:cNvCxnSpPr>
            <a:cxnSpLocks/>
          </p:cNvCxnSpPr>
          <p:nvPr/>
        </p:nvCxnSpPr>
        <p:spPr>
          <a:xfrm>
            <a:off x="7042234" y="5530877"/>
            <a:ext cx="203049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0AC6975-D5A1-82AE-3A04-8AF7EC01414C}"/>
              </a:ext>
            </a:extLst>
          </p:cNvPr>
          <p:cNvSpPr txBox="1"/>
          <p:nvPr/>
        </p:nvSpPr>
        <p:spPr>
          <a:xfrm>
            <a:off x="7760765" y="5802282"/>
            <a:ext cx="593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L1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07BA81-CF70-649F-972A-5912E335E1A1}"/>
              </a:ext>
            </a:extLst>
          </p:cNvPr>
          <p:cNvCxnSpPr>
            <a:cxnSpLocks/>
          </p:cNvCxnSpPr>
          <p:nvPr/>
        </p:nvCxnSpPr>
        <p:spPr>
          <a:xfrm>
            <a:off x="9200678" y="5530877"/>
            <a:ext cx="203049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3E0D721-D662-916C-CDED-F478D69B9937}"/>
              </a:ext>
            </a:extLst>
          </p:cNvPr>
          <p:cNvSpPr txBox="1"/>
          <p:nvPr/>
        </p:nvSpPr>
        <p:spPr>
          <a:xfrm>
            <a:off x="9919209" y="5802282"/>
            <a:ext cx="593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L2</a:t>
            </a:r>
          </a:p>
        </p:txBody>
      </p:sp>
    </p:spTree>
    <p:extLst>
      <p:ext uri="{BB962C8B-B14F-4D97-AF65-F5344CB8AC3E}">
        <p14:creationId xmlns:p14="http://schemas.microsoft.com/office/powerpoint/2010/main" val="353229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2D4F3-C1CC-5F17-9CEA-C8134E978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E65-CDE8-E7F9-959A-0207FD087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Non-regularized linear regression</a:t>
            </a:r>
          </a:p>
        </p:txBody>
      </p:sp>
      <p:pic>
        <p:nvPicPr>
          <p:cNvPr id="61442" name="Picture 2" descr="plot">
            <a:extLst>
              <a:ext uri="{FF2B5EF4-FFF2-40B4-BE49-F238E27FC236}">
                <a16:creationId xmlns:a16="http://schemas.microsoft.com/office/drawing/2014/main" id="{C5B3E08C-13CE-113C-D5C1-482FB3523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0" y="1803400"/>
            <a:ext cx="8902700" cy="4394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8937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D38B-CCBB-DE06-954B-7D3736D56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D8B45-05DA-A49F-AF7D-14426F464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Regularized linear regression (Lasso)</a:t>
            </a:r>
          </a:p>
        </p:txBody>
      </p:sp>
      <p:pic>
        <p:nvPicPr>
          <p:cNvPr id="61442" name="Picture 2">
            <a:extLst>
              <a:ext uri="{FF2B5EF4-FFF2-40B4-BE49-F238E27FC236}">
                <a16:creationId xmlns:a16="http://schemas.microsoft.com/office/drawing/2014/main" id="{BE656AC2-D768-75F2-4B00-7C27D2EA2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744027" y="1803400"/>
            <a:ext cx="8894446" cy="4394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312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201F5-94AD-A20C-C2A9-FF7612F2E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036B4-3C25-E135-1BE9-2344A144A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Regularized linear regression (Ridge)</a:t>
            </a:r>
          </a:p>
        </p:txBody>
      </p:sp>
      <p:pic>
        <p:nvPicPr>
          <p:cNvPr id="61442" name="Picture 2">
            <a:extLst>
              <a:ext uri="{FF2B5EF4-FFF2-40B4-BE49-F238E27FC236}">
                <a16:creationId xmlns:a16="http://schemas.microsoft.com/office/drawing/2014/main" id="{E2CF9FD7-FF93-7803-C6DA-8EBC06951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744027" y="1803400"/>
            <a:ext cx="8894446" cy="4394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6721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9C076-543D-2477-8E02-3D003BF12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D53D9-1054-F1CF-F6BA-A5FBCD38E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Regularized linear regression (Ridge)</a:t>
            </a:r>
          </a:p>
        </p:txBody>
      </p:sp>
      <p:pic>
        <p:nvPicPr>
          <p:cNvPr id="61442" name="Picture 2">
            <a:extLst>
              <a:ext uri="{FF2B5EF4-FFF2-40B4-BE49-F238E27FC236}">
                <a16:creationId xmlns:a16="http://schemas.microsoft.com/office/drawing/2014/main" id="{4D0A5743-8727-8E23-57D0-B3FE0E4F3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744027" y="1803400"/>
            <a:ext cx="8894446" cy="4394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E056EB-6AB6-DF44-B11C-6008BCF3BA91}"/>
              </a:ext>
            </a:extLst>
          </p:cNvPr>
          <p:cNvSpPr txBox="1"/>
          <p:nvPr/>
        </p:nvSpPr>
        <p:spPr>
          <a:xfrm>
            <a:off x="838200" y="1410158"/>
            <a:ext cx="48638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Stronger regularization (λ</a:t>
            </a:r>
            <a:r>
              <a:rPr lang="en-US" sz="2800" b="1" baseline="-25000" dirty="0">
                <a:solidFill>
                  <a:schemeClr val="accent2"/>
                </a:solidFill>
              </a:rPr>
              <a:t>2</a:t>
            </a:r>
            <a:r>
              <a:rPr lang="en-US" sz="2800" b="1" dirty="0">
                <a:solidFill>
                  <a:schemeClr val="accent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22256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BE368-A782-A98C-EF0D-A8B30CAA4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1DB5-5FFF-5BC0-8AA0-57DF8BFD7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- recap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63CC32-F0FE-1DC8-D9C1-653E0ACF136F}"/>
              </a:ext>
            </a:extLst>
          </p:cNvPr>
          <p:cNvSpPr/>
          <p:nvPr/>
        </p:nvSpPr>
        <p:spPr>
          <a:xfrm>
            <a:off x="1313343" y="4196724"/>
            <a:ext cx="1575229" cy="71305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Dataset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440B07B-6C86-610A-8CBD-02F20BEEA56A}"/>
              </a:ext>
            </a:extLst>
          </p:cNvPr>
          <p:cNvSpPr/>
          <p:nvPr/>
        </p:nvSpPr>
        <p:spPr>
          <a:xfrm>
            <a:off x="5219378" y="4196723"/>
            <a:ext cx="1575230" cy="71305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Model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839F4C9-CD40-AB75-ED19-D119F7CD232B}"/>
              </a:ext>
            </a:extLst>
          </p:cNvPr>
          <p:cNvSpPr/>
          <p:nvPr/>
        </p:nvSpPr>
        <p:spPr>
          <a:xfrm>
            <a:off x="9125414" y="4196722"/>
            <a:ext cx="1575229" cy="71305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Predictions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2A6864-1C85-AC9A-A0BA-FBB29A07C295}"/>
              </a:ext>
            </a:extLst>
          </p:cNvPr>
          <p:cNvSpPr/>
          <p:nvPr/>
        </p:nvSpPr>
        <p:spPr>
          <a:xfrm>
            <a:off x="3266361" y="3052483"/>
            <a:ext cx="1575230" cy="71305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Learning algorithm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07685976-274C-AE73-2945-C7438A1DB813}"/>
              </a:ext>
            </a:extLst>
          </p:cNvPr>
          <p:cNvCxnSpPr>
            <a:cxnSpLocks/>
            <a:stCxn id="6" idx="0"/>
            <a:endCxn id="9" idx="3"/>
          </p:cNvCxnSpPr>
          <p:nvPr/>
        </p:nvCxnSpPr>
        <p:spPr>
          <a:xfrm rot="16200000" flipV="1">
            <a:off x="5030437" y="3220167"/>
            <a:ext cx="787710" cy="116540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B40EA20D-C1BC-87D8-D7DD-2CC22AC94BB1}"/>
              </a:ext>
            </a:extLst>
          </p:cNvPr>
          <p:cNvCxnSpPr>
            <a:cxnSpLocks/>
            <a:stCxn id="9" idx="1"/>
            <a:endCxn id="5" idx="0"/>
          </p:cNvCxnSpPr>
          <p:nvPr/>
        </p:nvCxnSpPr>
        <p:spPr>
          <a:xfrm rot="10800000" flipV="1">
            <a:off x="2100959" y="3409012"/>
            <a:ext cx="1165403" cy="787711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4DA0B97D-1E27-C7A4-D67D-CB721930570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888572" y="4553253"/>
            <a:ext cx="2330806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8EB740E5-8497-9833-04C9-93357C541BAC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6794608" y="4553252"/>
            <a:ext cx="2330806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D6DB33F-BA39-6506-3D66-276E8D5905F2}"/>
              </a:ext>
            </a:extLst>
          </p:cNvPr>
          <p:cNvSpPr txBox="1"/>
          <p:nvPr/>
        </p:nvSpPr>
        <p:spPr>
          <a:xfrm>
            <a:off x="5219378" y="5108275"/>
            <a:ext cx="2218128" cy="107721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(non-)Linear Regression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(ASSUMPTIONS!)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D3B7E8-4DEF-0891-4EDA-690645725E72}"/>
              </a:ext>
            </a:extLst>
          </p:cNvPr>
          <p:cNvSpPr txBox="1"/>
          <p:nvPr/>
        </p:nvSpPr>
        <p:spPr>
          <a:xfrm>
            <a:off x="5579419" y="1506265"/>
            <a:ext cx="2430378" cy="203132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Loss function (R</a:t>
            </a:r>
            <a:r>
              <a:rPr kumimoji="0" lang="en-US" b="1" i="0" u="none" strike="noStrike" kern="1200" cap="none" spc="0" normalizeH="0" baseline="3000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2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+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Optimization strategy </a:t>
            </a:r>
            <a:b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</a:b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(gradient descent)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+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regularization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09B947-8598-FAF8-5511-1B6E4DB88A01}"/>
              </a:ext>
            </a:extLst>
          </p:cNvPr>
          <p:cNvSpPr txBox="1"/>
          <p:nvPr/>
        </p:nvSpPr>
        <p:spPr>
          <a:xfrm>
            <a:off x="9125414" y="5108275"/>
            <a:ext cx="2628782" cy="64633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Generalization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Wingdings" pitchFamily="2" charset="2"/>
              </a:rPr>
              <a:t> evaluate on test set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ED631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E27B341-655D-8E80-E9E2-9296231CB5A4}"/>
              </a:ext>
            </a:extLst>
          </p:cNvPr>
          <p:cNvCxnSpPr>
            <a:cxnSpLocks/>
          </p:cNvCxnSpPr>
          <p:nvPr/>
        </p:nvCxnSpPr>
        <p:spPr>
          <a:xfrm>
            <a:off x="8229600" y="1358900"/>
            <a:ext cx="0" cy="5318641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DC883DE8-00F9-412D-27D6-D61B4FB0FF2C}"/>
              </a:ext>
            </a:extLst>
          </p:cNvPr>
          <p:cNvSpPr txBox="1"/>
          <p:nvPr/>
        </p:nvSpPr>
        <p:spPr>
          <a:xfrm>
            <a:off x="8474480" y="6308209"/>
            <a:ext cx="119135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TESTING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D381095-7A33-97D6-9F2C-742976FC3A70}"/>
              </a:ext>
            </a:extLst>
          </p:cNvPr>
          <p:cNvSpPr txBox="1"/>
          <p:nvPr/>
        </p:nvSpPr>
        <p:spPr>
          <a:xfrm>
            <a:off x="6780545" y="6308209"/>
            <a:ext cx="131959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388336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</p:bldLst>
  </p:timing>
</p:sld>
</file>

<file path=ppt/theme/theme1.xml><?xml version="1.0" encoding="utf-8"?>
<a:theme xmlns:a="http://schemas.openxmlformats.org/drawingml/2006/main" name="1 - Title slides">
  <a:themeElements>
    <a:clrScheme name="VIB-2025">
      <a:dk1>
        <a:srgbClr val="00205F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B TCP Template 2025 + graphics" id="{AA2B34A6-0F85-B84F-ACC3-BA280C3213FB}" vid="{3D68CB49-697F-8B47-959A-B1421505CE5D}"/>
    </a:ext>
  </a:extLst>
</a:theme>
</file>

<file path=ppt/theme/theme2.xml><?xml version="1.0" encoding="utf-8"?>
<a:theme xmlns:a="http://schemas.openxmlformats.org/drawingml/2006/main" name="2 - Chapter title slid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B TCP Template 2025 + graphics" id="{AA2B34A6-0F85-B84F-ACC3-BA280C3213FB}" vid="{8F6F45BA-434E-BA4E-B772-044DD295E49D}"/>
    </a:ext>
  </a:extLst>
</a:theme>
</file>

<file path=ppt/theme/theme3.xml><?xml version="1.0" encoding="utf-8"?>
<a:theme xmlns:a="http://schemas.openxmlformats.org/drawingml/2006/main" name="3 - Light body slid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B TCP Template 2025 + graphics" id="{AA2B34A6-0F85-B84F-ACC3-BA280C3213FB}" vid="{D27D2D89-3CE4-A843-B9EC-B5BF6521A71E}"/>
    </a:ext>
  </a:extLst>
</a:theme>
</file>

<file path=ppt/theme/theme4.xml><?xml version="1.0" encoding="utf-8"?>
<a:theme xmlns:a="http://schemas.openxmlformats.org/drawingml/2006/main" name="4 - Dark body slid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B TCP Template 2025 + graphics" id="{AA2B34A6-0F85-B84F-ACC3-BA280C3213FB}" vid="{5517F60A-EB2A-754B-97EA-FE9DABEEE89A}"/>
    </a:ext>
  </a:extLst>
</a:theme>
</file>

<file path=ppt/theme/theme5.xml><?xml version="1.0" encoding="utf-8"?>
<a:theme xmlns:a="http://schemas.openxmlformats.org/drawingml/2006/main" name="5 - Colourful slid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B TCP Template 2025 + graphics" id="{AA2B34A6-0F85-B84F-ACC3-BA280C3213FB}" vid="{A266F3AC-70D4-794F-B3E7-EF1786B6AAEF}"/>
    </a:ext>
  </a:extLst>
</a:theme>
</file>

<file path=ppt/theme/theme6.xml><?xml version="1.0" encoding="utf-8"?>
<a:theme xmlns:a="http://schemas.openxmlformats.org/drawingml/2006/main" name="6 - End slides">
  <a:themeElements>
    <a:clrScheme name="Color_VIB">
      <a:dk1>
        <a:srgbClr val="002060"/>
      </a:dk1>
      <a:lt1>
        <a:srgbClr val="FFFFFF"/>
      </a:lt1>
      <a:dk2>
        <a:srgbClr val="123F93"/>
      </a:dk2>
      <a:lt2>
        <a:srgbClr val="FFFFFF"/>
      </a:lt2>
      <a:accent1>
        <a:srgbClr val="EE641C"/>
      </a:accent1>
      <a:accent2>
        <a:srgbClr val="00A3A6"/>
      </a:accent2>
      <a:accent3>
        <a:srgbClr val="68398E"/>
      </a:accent3>
      <a:accent4>
        <a:srgbClr val="E82E4F"/>
      </a:accent4>
      <a:accent5>
        <a:srgbClr val="FBB70C"/>
      </a:accent5>
      <a:accent6>
        <a:srgbClr val="00A143"/>
      </a:accent6>
      <a:hlink>
        <a:srgbClr val="EE641C"/>
      </a:hlink>
      <a:folHlink>
        <a:srgbClr val="00A3A6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B TCP Template 2025 + graphics" id="{AA2B34A6-0F85-B84F-ACC3-BA280C3213FB}" vid="{389878AE-F41A-8443-B4C4-150FA2D17A7C}"/>
    </a:ext>
  </a:extLst>
</a:theme>
</file>

<file path=ppt/theme/theme7.xml><?xml version="1.0" encoding="utf-8"?>
<a:theme xmlns:a="http://schemas.openxmlformats.org/drawingml/2006/main" name="8 - Resourc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B TCP Template 2025 + graphics" id="{AA2B34A6-0F85-B84F-ACC3-BA280C3213FB}" vid="{6750BBB3-B8E4-FA49-A3B8-9540FDE85C43}"/>
    </a:ext>
  </a:extLst>
</a:theme>
</file>

<file path=ppt/theme/theme8.xml><?xml version="1.0" encoding="utf-8"?>
<a:theme xmlns:a="http://schemas.openxmlformats.org/drawingml/2006/main" name="1_3 - Light body slid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B TCP Template 2025 + graphics" id="{AA2B34A6-0F85-B84F-ACC3-BA280C3213FB}" vid="{D27D2D89-3CE4-A843-B9EC-B5BF6521A71E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11F386D030F4B8CF7456444C35157" ma:contentTypeVersion="14" ma:contentTypeDescription="Create a new document." ma:contentTypeScope="" ma:versionID="c9daff749ba6224a5c6dc27404156dd1">
  <xsd:schema xmlns:xsd="http://www.w3.org/2001/XMLSchema" xmlns:xs="http://www.w3.org/2001/XMLSchema" xmlns:p="http://schemas.microsoft.com/office/2006/metadata/properties" xmlns:ns2="4f1e66cd-5088-4f6e-aae8-bee95240a7ff" xmlns:ns3="06909bdf-adb9-4f3a-bbc9-bbcd31ddd6aa" targetNamespace="http://schemas.microsoft.com/office/2006/metadata/properties" ma:root="true" ma:fieldsID="12faaec27776cdd80a2a2207652cd290" ns2:_="" ns3:_="">
    <xsd:import namespace="4f1e66cd-5088-4f6e-aae8-bee95240a7ff"/>
    <xsd:import namespace="06909bdf-adb9-4f3a-bbc9-bbcd31ddd6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1e66cd-5088-4f6e-aae8-bee95240a7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2a1615c-be2e-4e97-bc03-250c1a7dc1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909bdf-adb9-4f3a-bbc9-bbcd31ddd6a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a30995e-d88d-4ca4-8739-b124993aca48}" ma:internalName="TaxCatchAll" ma:showField="CatchAllData" ma:web="06909bdf-adb9-4f3a-bbc9-bbcd31ddd6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6909bdf-adb9-4f3a-bbc9-bbcd31ddd6aa" xsi:nil="true"/>
    <lcf76f155ced4ddcb4097134ff3c332f xmlns="4f1e66cd-5088-4f6e-aae8-bee95240a7f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50C8EC5-BEA5-4279-A1E6-1928F07D97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1e66cd-5088-4f6e-aae8-bee95240a7ff"/>
    <ds:schemaRef ds:uri="06909bdf-adb9-4f3a-bbc9-bbcd31ddd6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9053B1D-5265-4FE1-99E2-844AC6646F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ED3BBA-80BA-4FEB-B95D-8FDEE8AE801F}">
  <ds:schemaRefs>
    <ds:schemaRef ds:uri="06909bdf-adb9-4f3a-bbc9-bbcd31ddd6aa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f1e66cd-5088-4f6e-aae8-bee95240a7f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1 - Title slides</Template>
  <TotalTime>1737</TotalTime>
  <Words>758</Words>
  <Application>Microsoft Macintosh PowerPoint</Application>
  <PresentationFormat>Widescreen</PresentationFormat>
  <Paragraphs>169</Paragraphs>
  <Slides>29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Aptos</vt:lpstr>
      <vt:lpstr>Arial</vt:lpstr>
      <vt:lpstr>Cambria Math</vt:lpstr>
      <vt:lpstr>Trebuchet MS</vt:lpstr>
      <vt:lpstr>Wingdings</vt:lpstr>
      <vt:lpstr>1 - Title slides</vt:lpstr>
      <vt:lpstr>2 - Chapter title slides</vt:lpstr>
      <vt:lpstr>3 - Light body slides</vt:lpstr>
      <vt:lpstr>4 - Dark body slides</vt:lpstr>
      <vt:lpstr>5 - Colourful slides</vt:lpstr>
      <vt:lpstr>6 - End slides</vt:lpstr>
      <vt:lpstr>8 - Resources</vt:lpstr>
      <vt:lpstr>1_3 - Light body slides</vt:lpstr>
      <vt:lpstr>PowerPoint Presentation</vt:lpstr>
      <vt:lpstr>Regression vs classification</vt:lpstr>
      <vt:lpstr>Linear regression</vt:lpstr>
      <vt:lpstr>Linear regression</vt:lpstr>
      <vt:lpstr>How do we optimize/evaluate our model?</vt:lpstr>
      <vt:lpstr>Linear regression</vt:lpstr>
      <vt:lpstr>Linear regression - prediction</vt:lpstr>
      <vt:lpstr>Linear regression - prediction</vt:lpstr>
      <vt:lpstr>Linear regression - fitting</vt:lpstr>
      <vt:lpstr>Linear regression - fitting</vt:lpstr>
      <vt:lpstr>Linear regression - fitting</vt:lpstr>
      <vt:lpstr>Linear regression - fitting</vt:lpstr>
      <vt:lpstr>Linear regression - fitting</vt:lpstr>
      <vt:lpstr>Linear regression - fitting</vt:lpstr>
      <vt:lpstr>Gradient descent</vt:lpstr>
      <vt:lpstr>Gradient descent</vt:lpstr>
      <vt:lpstr>PowerPoint Presentation</vt:lpstr>
      <vt:lpstr>Non-linear regression</vt:lpstr>
      <vt:lpstr>Non-linear regression</vt:lpstr>
      <vt:lpstr>Underfitting &amp; overfitting</vt:lpstr>
      <vt:lpstr>Train-test splitting</vt:lpstr>
      <vt:lpstr>Model regularization</vt:lpstr>
      <vt:lpstr>Model regularization</vt:lpstr>
      <vt:lpstr>Regularized linear regression</vt:lpstr>
      <vt:lpstr>Non-regularized linear regression</vt:lpstr>
      <vt:lpstr>Regularized linear regression (Lasso)</vt:lpstr>
      <vt:lpstr>Regularized linear regression (Ridge)</vt:lpstr>
      <vt:lpstr>Regularized linear regression (Ridge)</vt:lpstr>
      <vt:lpstr>Linear regression - 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Jolan Heyse</dc:creator>
  <cp:lastModifiedBy>Jolan Heyse</cp:lastModifiedBy>
  <cp:revision>1</cp:revision>
  <dcterms:created xsi:type="dcterms:W3CDTF">2026-02-27T09:21:49Z</dcterms:created>
  <dcterms:modified xsi:type="dcterms:W3CDTF">2026-03-31T13:31:55Z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0x010100EC511F386D030F4B8CF7456444C35157</vt:lpwstr>
  </property>
  <property fmtid="{D5CDD505-2E9C-101B-9397-08002B2CF9AE}" pid="3" name="MediaServiceImageTags">
    <vt:lpwstr/>
  </property>
</Properties>
</file>