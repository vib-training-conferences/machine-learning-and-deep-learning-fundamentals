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860" r:id="rId5"/>
    <p:sldMasterId id="2147483752" r:id="rId6"/>
    <p:sldMasterId id="2147483890" r:id="rId7"/>
    <p:sldMasterId id="2147483891" r:id="rId8"/>
    <p:sldMasterId id="2147483711" r:id="rId9"/>
    <p:sldMasterId id="2147483913" r:id="rId10"/>
    <p:sldMasterId id="2147483935" r:id="rId11"/>
  </p:sldMasterIdLst>
  <p:notesMasterIdLst>
    <p:notesMasterId r:id="rId25"/>
  </p:notesMasterIdLst>
  <p:handoutMasterIdLst>
    <p:handoutMasterId r:id="rId26"/>
  </p:handoutMasterIdLst>
  <p:sldIdLst>
    <p:sldId id="383" r:id="rId12"/>
    <p:sldId id="393" r:id="rId13"/>
    <p:sldId id="478" r:id="rId14"/>
    <p:sldId id="606" r:id="rId15"/>
    <p:sldId id="613" r:id="rId16"/>
    <p:sldId id="608" r:id="rId17"/>
    <p:sldId id="506" r:id="rId18"/>
    <p:sldId id="610" r:id="rId19"/>
    <p:sldId id="612" r:id="rId20"/>
    <p:sldId id="615" r:id="rId21"/>
    <p:sldId id="616" r:id="rId22"/>
    <p:sldId id="611" r:id="rId23"/>
    <p:sldId id="618" r:id="rId2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1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2931" userDrawn="1">
          <p15:clr>
            <a:srgbClr val="A4A3A4"/>
          </p15:clr>
        </p15:guide>
        <p15:guide id="4" orient="horz" pos="2137" userDrawn="1">
          <p15:clr>
            <a:srgbClr val="A4A3A4"/>
          </p15:clr>
        </p15:guide>
        <p15:guide id="5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311BA8-933E-02E3-D02C-66D699C11360}" name="Matheus Lourenço" initials="ML" userId="S::matheus.lourenco@vib.be::d44209e8-f0d6-4c43-b6b0-f6a25df566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3B93"/>
    <a:srgbClr val="C2AFD0"/>
    <a:srgbClr val="ED4D6B"/>
    <a:srgbClr val="D1E4F7"/>
    <a:srgbClr val="617FC0"/>
    <a:srgbClr val="A1C1FF"/>
    <a:srgbClr val="CCEDED"/>
    <a:srgbClr val="E82E4F"/>
    <a:srgbClr val="00205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EB2205-03C9-2D49-A619-D8A12A5D86B7}" v="136" dt="2026-03-31T11:25:58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9"/>
    <p:restoredTop sz="83767"/>
  </p:normalViewPr>
  <p:slideViewPr>
    <p:cSldViewPr snapToGrid="0">
      <p:cViewPr varScale="1">
        <p:scale>
          <a:sx n="105" d="100"/>
          <a:sy n="105" d="100"/>
        </p:scale>
        <p:origin x="1504" y="104"/>
      </p:cViewPr>
      <p:guideLst>
        <p:guide orient="horz" pos="3521"/>
        <p:guide pos="551"/>
        <p:guide orient="horz" pos="2931"/>
        <p:guide orient="horz" pos="2137"/>
        <p:guide orient="horz" pos="107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lan Heyse" userId="960fa660-ab54-4cd3-b9d2-159a5d7ebdb8" providerId="ADAL" clId="{63D4EA39-128F-5223-85F2-0699DF93DF01}"/>
    <pc:docChg chg="undo custSel addSld delSld modSld sldOrd">
      <pc:chgData name="Jolan Heyse" userId="960fa660-ab54-4cd3-b9d2-159a5d7ebdb8" providerId="ADAL" clId="{63D4EA39-128F-5223-85F2-0699DF93DF01}" dt="2026-03-31T11:37:30.460" v="786" actId="113"/>
      <pc:docMkLst>
        <pc:docMk/>
      </pc:docMkLst>
      <pc:sldChg chg="modSp mod">
        <pc:chgData name="Jolan Heyse" userId="960fa660-ab54-4cd3-b9d2-159a5d7ebdb8" providerId="ADAL" clId="{63D4EA39-128F-5223-85F2-0699DF93DF01}" dt="2026-03-11T11:24:08.475" v="1" actId="20577"/>
        <pc:sldMkLst>
          <pc:docMk/>
          <pc:sldMk cId="3953400963" sldId="383"/>
        </pc:sldMkLst>
        <pc:spChg chg="mod">
          <ac:chgData name="Jolan Heyse" userId="960fa660-ab54-4cd3-b9d2-159a5d7ebdb8" providerId="ADAL" clId="{63D4EA39-128F-5223-85F2-0699DF93DF01}" dt="2026-03-11T11:24:08.475" v="1" actId="20577"/>
          <ac:spMkLst>
            <pc:docMk/>
            <pc:sldMk cId="3953400963" sldId="383"/>
            <ac:spMk id="3" creationId="{D90B0A10-3305-703E-7727-3C88EAF862B2}"/>
          </ac:spMkLst>
        </pc:spChg>
      </pc:sldChg>
      <pc:sldChg chg="mod modShow">
        <pc:chgData name="Jolan Heyse" userId="960fa660-ab54-4cd3-b9d2-159a5d7ebdb8" providerId="ADAL" clId="{63D4EA39-128F-5223-85F2-0699DF93DF01}" dt="2026-03-11T11:24:23.890" v="2" actId="729"/>
        <pc:sldMkLst>
          <pc:docMk/>
          <pc:sldMk cId="2273836197" sldId="393"/>
        </pc:sldMkLst>
      </pc:sldChg>
      <pc:sldChg chg="modAnim modNotesTx">
        <pc:chgData name="Jolan Heyse" userId="960fa660-ab54-4cd3-b9d2-159a5d7ebdb8" providerId="ADAL" clId="{63D4EA39-128F-5223-85F2-0699DF93DF01}" dt="2026-03-11T11:24:40.003" v="5"/>
        <pc:sldMkLst>
          <pc:docMk/>
          <pc:sldMk cId="756640528" sldId="478"/>
        </pc:sldMkLst>
      </pc:sldChg>
      <pc:sldChg chg="modSp add mod modNotesTx">
        <pc:chgData name="Jolan Heyse" userId="960fa660-ab54-4cd3-b9d2-159a5d7ebdb8" providerId="ADAL" clId="{63D4EA39-128F-5223-85F2-0699DF93DF01}" dt="2026-03-31T11:26:58.749" v="781" actId="20577"/>
        <pc:sldMkLst>
          <pc:docMk/>
          <pc:sldMk cId="4134510515" sldId="506"/>
        </pc:sldMkLst>
        <pc:spChg chg="mod">
          <ac:chgData name="Jolan Heyse" userId="960fa660-ab54-4cd3-b9d2-159a5d7ebdb8" providerId="ADAL" clId="{63D4EA39-128F-5223-85F2-0699DF93DF01}" dt="2026-03-31T11:26:58.749" v="781" actId="20577"/>
          <ac:spMkLst>
            <pc:docMk/>
            <pc:sldMk cId="4134510515" sldId="506"/>
            <ac:spMk id="4" creationId="{27FC4C45-9B20-AA41-4B5A-0BE83AF0A7E9}"/>
          </ac:spMkLst>
        </pc:spChg>
      </pc:sldChg>
      <pc:sldChg chg="modSp mod">
        <pc:chgData name="Jolan Heyse" userId="960fa660-ab54-4cd3-b9d2-159a5d7ebdb8" providerId="ADAL" clId="{63D4EA39-128F-5223-85F2-0699DF93DF01}" dt="2026-03-11T11:25:29.095" v="13" actId="207"/>
        <pc:sldMkLst>
          <pc:docMk/>
          <pc:sldMk cId="1907835854" sldId="606"/>
        </pc:sldMkLst>
        <pc:spChg chg="mod">
          <ac:chgData name="Jolan Heyse" userId="960fa660-ab54-4cd3-b9d2-159a5d7ebdb8" providerId="ADAL" clId="{63D4EA39-128F-5223-85F2-0699DF93DF01}" dt="2026-03-11T11:25:29.095" v="13" actId="207"/>
          <ac:spMkLst>
            <pc:docMk/>
            <pc:sldMk cId="1907835854" sldId="606"/>
            <ac:spMk id="6" creationId="{210B6307-A904-2B78-6453-E4B071FB55D0}"/>
          </ac:spMkLst>
        </pc:spChg>
      </pc:sldChg>
      <pc:sldChg chg="modSp mod">
        <pc:chgData name="Jolan Heyse" userId="960fa660-ab54-4cd3-b9d2-159a5d7ebdb8" providerId="ADAL" clId="{63D4EA39-128F-5223-85F2-0699DF93DF01}" dt="2026-03-31T11:25:42.269" v="640" actId="1076"/>
        <pc:sldMkLst>
          <pc:docMk/>
          <pc:sldMk cId="2118550494" sldId="608"/>
        </pc:sldMkLst>
        <pc:spChg chg="mod">
          <ac:chgData name="Jolan Heyse" userId="960fa660-ab54-4cd3-b9d2-159a5d7ebdb8" providerId="ADAL" clId="{63D4EA39-128F-5223-85F2-0699DF93DF01}" dt="2026-03-31T11:25:42.269" v="640" actId="1076"/>
          <ac:spMkLst>
            <pc:docMk/>
            <pc:sldMk cId="2118550494" sldId="608"/>
            <ac:spMk id="2" creationId="{909FF625-3125-5ADD-4307-ECF5EF6D91E6}"/>
          </ac:spMkLst>
        </pc:spChg>
      </pc:sldChg>
      <pc:sldChg chg="modSp mod ord">
        <pc:chgData name="Jolan Heyse" userId="960fa660-ab54-4cd3-b9d2-159a5d7ebdb8" providerId="ADAL" clId="{63D4EA39-128F-5223-85F2-0699DF93DF01}" dt="2026-03-31T11:36:26.447" v="785" actId="1076"/>
        <pc:sldMkLst>
          <pc:docMk/>
          <pc:sldMk cId="835273648" sldId="611"/>
        </pc:sldMkLst>
        <pc:spChg chg="mod">
          <ac:chgData name="Jolan Heyse" userId="960fa660-ab54-4cd3-b9d2-159a5d7ebdb8" providerId="ADAL" clId="{63D4EA39-128F-5223-85F2-0699DF93DF01}" dt="2026-03-31T11:36:26.447" v="785" actId="1076"/>
          <ac:spMkLst>
            <pc:docMk/>
            <pc:sldMk cId="835273648" sldId="611"/>
            <ac:spMk id="27" creationId="{A9B4324F-5A77-C685-F016-033EB750B3F8}"/>
          </ac:spMkLst>
        </pc:spChg>
      </pc:sldChg>
      <pc:sldChg chg="modSp mod">
        <pc:chgData name="Jolan Heyse" userId="960fa660-ab54-4cd3-b9d2-159a5d7ebdb8" providerId="ADAL" clId="{63D4EA39-128F-5223-85F2-0699DF93DF01}" dt="2026-03-11T11:27:12.796" v="18" actId="207"/>
        <pc:sldMkLst>
          <pc:docMk/>
          <pc:sldMk cId="1958273240" sldId="612"/>
        </pc:sldMkLst>
        <pc:spChg chg="mod">
          <ac:chgData name="Jolan Heyse" userId="960fa660-ab54-4cd3-b9d2-159a5d7ebdb8" providerId="ADAL" clId="{63D4EA39-128F-5223-85F2-0699DF93DF01}" dt="2026-03-11T11:27:12.796" v="18" actId="207"/>
          <ac:spMkLst>
            <pc:docMk/>
            <pc:sldMk cId="1958273240" sldId="612"/>
            <ac:spMk id="2" creationId="{F4E71752-0C03-B4CC-D206-E9FB661DBDB2}"/>
          </ac:spMkLst>
        </pc:spChg>
      </pc:sldChg>
      <pc:sldChg chg="modSp mod">
        <pc:chgData name="Jolan Heyse" userId="960fa660-ab54-4cd3-b9d2-159a5d7ebdb8" providerId="ADAL" clId="{63D4EA39-128F-5223-85F2-0699DF93DF01}" dt="2026-03-31T11:25:16.041" v="638" actId="14100"/>
        <pc:sldMkLst>
          <pc:docMk/>
          <pc:sldMk cId="4119166068" sldId="613"/>
        </pc:sldMkLst>
        <pc:spChg chg="mod">
          <ac:chgData name="Jolan Heyse" userId="960fa660-ab54-4cd3-b9d2-159a5d7ebdb8" providerId="ADAL" clId="{63D4EA39-128F-5223-85F2-0699DF93DF01}" dt="2026-03-31T11:25:16.041" v="638" actId="14100"/>
          <ac:spMkLst>
            <pc:docMk/>
            <pc:sldMk cId="4119166068" sldId="613"/>
            <ac:spMk id="6" creationId="{9CF2D2F7-D79D-318E-3484-8E876E1D86BE}"/>
          </ac:spMkLst>
        </pc:spChg>
        <pc:spChg chg="mod">
          <ac:chgData name="Jolan Heyse" userId="960fa660-ab54-4cd3-b9d2-159a5d7ebdb8" providerId="ADAL" clId="{63D4EA39-128F-5223-85F2-0699DF93DF01}" dt="2026-03-24T10:48:42.563" v="635" actId="1076"/>
          <ac:spMkLst>
            <pc:docMk/>
            <pc:sldMk cId="4119166068" sldId="613"/>
            <ac:spMk id="17" creationId="{446BBC0B-AF68-8DC2-349C-C6B2A1FD408D}"/>
          </ac:spMkLst>
        </pc:spChg>
        <pc:spChg chg="mod">
          <ac:chgData name="Jolan Heyse" userId="960fa660-ab54-4cd3-b9d2-159a5d7ebdb8" providerId="ADAL" clId="{63D4EA39-128F-5223-85F2-0699DF93DF01}" dt="2026-03-24T10:48:42.563" v="635" actId="1076"/>
          <ac:spMkLst>
            <pc:docMk/>
            <pc:sldMk cId="4119166068" sldId="613"/>
            <ac:spMk id="18" creationId="{5ED48D35-B2C6-CE4B-93E1-357943E4BB20}"/>
          </ac:spMkLst>
        </pc:spChg>
        <pc:spChg chg="mod">
          <ac:chgData name="Jolan Heyse" userId="960fa660-ab54-4cd3-b9d2-159a5d7ebdb8" providerId="ADAL" clId="{63D4EA39-128F-5223-85F2-0699DF93DF01}" dt="2026-03-24T10:48:42.563" v="635" actId="1076"/>
          <ac:spMkLst>
            <pc:docMk/>
            <pc:sldMk cId="4119166068" sldId="613"/>
            <ac:spMk id="19" creationId="{BC4D36EF-0A26-8E45-81E5-6EF2994E2E3E}"/>
          </ac:spMkLst>
        </pc:spChg>
        <pc:spChg chg="mod">
          <ac:chgData name="Jolan Heyse" userId="960fa660-ab54-4cd3-b9d2-159a5d7ebdb8" providerId="ADAL" clId="{63D4EA39-128F-5223-85F2-0699DF93DF01}" dt="2026-03-24T10:48:42.563" v="635" actId="1076"/>
          <ac:spMkLst>
            <pc:docMk/>
            <pc:sldMk cId="4119166068" sldId="613"/>
            <ac:spMk id="23" creationId="{02CFD1CE-5AF1-2B08-BA3E-EEE733A3E78E}"/>
          </ac:spMkLst>
        </pc:spChg>
        <pc:spChg chg="mod">
          <ac:chgData name="Jolan Heyse" userId="960fa660-ab54-4cd3-b9d2-159a5d7ebdb8" providerId="ADAL" clId="{63D4EA39-128F-5223-85F2-0699DF93DF01}" dt="2026-03-24T10:48:42.563" v="635" actId="1076"/>
          <ac:spMkLst>
            <pc:docMk/>
            <pc:sldMk cId="4119166068" sldId="613"/>
            <ac:spMk id="24" creationId="{AAE09335-39CB-B95A-D4E6-3F1EC68A6D9F}"/>
          </ac:spMkLst>
        </pc:spChg>
        <pc:grpChg chg="mod">
          <ac:chgData name="Jolan Heyse" userId="960fa660-ab54-4cd3-b9d2-159a5d7ebdb8" providerId="ADAL" clId="{63D4EA39-128F-5223-85F2-0699DF93DF01}" dt="2026-03-24T10:48:22.096" v="632" actId="1076"/>
          <ac:grpSpMkLst>
            <pc:docMk/>
            <pc:sldMk cId="4119166068" sldId="613"/>
            <ac:grpSpMk id="2" creationId="{DB02C953-A5DD-F289-2207-BD7654EDB0DF}"/>
          </ac:grpSpMkLst>
        </pc:grpChg>
        <pc:grpChg chg="mod">
          <ac:chgData name="Jolan Heyse" userId="960fa660-ab54-4cd3-b9d2-159a5d7ebdb8" providerId="ADAL" clId="{63D4EA39-128F-5223-85F2-0699DF93DF01}" dt="2026-03-24T10:48:42.563" v="635" actId="1076"/>
          <ac:grpSpMkLst>
            <pc:docMk/>
            <pc:sldMk cId="4119166068" sldId="613"/>
            <ac:grpSpMk id="16" creationId="{0D27C4AE-CDCF-F1D0-21D9-D3C1023C0547}"/>
          </ac:grpSpMkLst>
        </pc:grpChg>
        <pc:grpChg chg="mod">
          <ac:chgData name="Jolan Heyse" userId="960fa660-ab54-4cd3-b9d2-159a5d7ebdb8" providerId="ADAL" clId="{63D4EA39-128F-5223-85F2-0699DF93DF01}" dt="2026-03-24T10:48:42.563" v="635" actId="1076"/>
          <ac:grpSpMkLst>
            <pc:docMk/>
            <pc:sldMk cId="4119166068" sldId="613"/>
            <ac:grpSpMk id="21" creationId="{A0E64FB2-9538-88B1-155D-AAE6C6F7674D}"/>
          </ac:grpSpMkLst>
        </pc:grpChg>
        <pc:grpChg chg="mod">
          <ac:chgData name="Jolan Heyse" userId="960fa660-ab54-4cd3-b9d2-159a5d7ebdb8" providerId="ADAL" clId="{63D4EA39-128F-5223-85F2-0699DF93DF01}" dt="2026-03-24T10:48:42.563" v="635" actId="1076"/>
          <ac:grpSpMkLst>
            <pc:docMk/>
            <pc:sldMk cId="4119166068" sldId="613"/>
            <ac:grpSpMk id="28" creationId="{A3BDA68F-F957-F54A-20D8-8B9BF425CBB0}"/>
          </ac:grpSpMkLst>
        </pc:grpChg>
        <pc:picChg chg="mod">
          <ac:chgData name="Jolan Heyse" userId="960fa660-ab54-4cd3-b9d2-159a5d7ebdb8" providerId="ADAL" clId="{63D4EA39-128F-5223-85F2-0699DF93DF01}" dt="2026-03-24T10:48:42.563" v="635" actId="1076"/>
          <ac:picMkLst>
            <pc:docMk/>
            <pc:sldMk cId="4119166068" sldId="613"/>
            <ac:picMk id="22" creationId="{D63DDE2E-C45E-B885-AA31-CD9BBC103A4B}"/>
          </ac:picMkLst>
        </pc:picChg>
      </pc:sldChg>
      <pc:sldChg chg="addSp delSp modSp mod">
        <pc:chgData name="Jolan Heyse" userId="960fa660-ab54-4cd3-b9d2-159a5d7ebdb8" providerId="ADAL" clId="{63D4EA39-128F-5223-85F2-0699DF93DF01}" dt="2026-03-11T11:30:59.924" v="180" actId="1037"/>
        <pc:sldMkLst>
          <pc:docMk/>
          <pc:sldMk cId="1536999713" sldId="615"/>
        </pc:sldMkLst>
        <pc:spChg chg="add mod">
          <ac:chgData name="Jolan Heyse" userId="960fa660-ab54-4cd3-b9d2-159a5d7ebdb8" providerId="ADAL" clId="{63D4EA39-128F-5223-85F2-0699DF93DF01}" dt="2026-03-11T11:30:59.924" v="180" actId="1037"/>
          <ac:spMkLst>
            <pc:docMk/>
            <pc:sldMk cId="1536999713" sldId="615"/>
            <ac:spMk id="3" creationId="{B3B034E1-3B32-6D25-63B3-F14B82238C2F}"/>
          </ac:spMkLst>
        </pc:spChg>
        <pc:spChg chg="add mod">
          <ac:chgData name="Jolan Heyse" userId="960fa660-ab54-4cd3-b9d2-159a5d7ebdb8" providerId="ADAL" clId="{63D4EA39-128F-5223-85F2-0699DF93DF01}" dt="2026-03-11T11:30:53.541" v="175" actId="167"/>
          <ac:spMkLst>
            <pc:docMk/>
            <pc:sldMk cId="1536999713" sldId="615"/>
            <ac:spMk id="5" creationId="{07C50335-ABCE-04FC-67AC-794F95833131}"/>
          </ac:spMkLst>
        </pc:spChg>
        <pc:picChg chg="mod">
          <ac:chgData name="Jolan Heyse" userId="960fa660-ab54-4cd3-b9d2-159a5d7ebdb8" providerId="ADAL" clId="{63D4EA39-128F-5223-85F2-0699DF93DF01}" dt="2026-03-11T11:30:54.922" v="176" actId="167"/>
          <ac:picMkLst>
            <pc:docMk/>
            <pc:sldMk cId="1536999713" sldId="615"/>
            <ac:picMk id="19" creationId="{23A8E916-7AF7-267D-C78E-DB5045D49C9E}"/>
          </ac:picMkLst>
        </pc:picChg>
      </pc:sldChg>
      <pc:sldChg chg="modSp mod">
        <pc:chgData name="Jolan Heyse" userId="960fa660-ab54-4cd3-b9d2-159a5d7ebdb8" providerId="ADAL" clId="{63D4EA39-128F-5223-85F2-0699DF93DF01}" dt="2026-03-11T11:32:48.348" v="183" actId="1076"/>
        <pc:sldMkLst>
          <pc:docMk/>
          <pc:sldMk cId="3754178949" sldId="616"/>
        </pc:sldMkLst>
        <pc:spChg chg="mod">
          <ac:chgData name="Jolan Heyse" userId="960fa660-ab54-4cd3-b9d2-159a5d7ebdb8" providerId="ADAL" clId="{63D4EA39-128F-5223-85F2-0699DF93DF01}" dt="2026-03-11T11:32:48.348" v="183" actId="1076"/>
          <ac:spMkLst>
            <pc:docMk/>
            <pc:sldMk cId="3754178949" sldId="616"/>
            <ac:spMk id="8" creationId="{5D3C17CC-6B9C-DF90-633C-F08A2E92D854}"/>
          </ac:spMkLst>
        </pc:spChg>
      </pc:sldChg>
      <pc:sldChg chg="addSp delSp modSp mod modAnim modNotesTx">
        <pc:chgData name="Jolan Heyse" userId="960fa660-ab54-4cd3-b9d2-159a5d7ebdb8" providerId="ADAL" clId="{63D4EA39-128F-5223-85F2-0699DF93DF01}" dt="2026-03-31T11:37:30.460" v="786" actId="113"/>
        <pc:sldMkLst>
          <pc:docMk/>
          <pc:sldMk cId="2349894531" sldId="618"/>
        </pc:sldMkLst>
        <pc:spChg chg="mod">
          <ac:chgData name="Jolan Heyse" userId="960fa660-ab54-4cd3-b9d2-159a5d7ebdb8" providerId="ADAL" clId="{63D4EA39-128F-5223-85F2-0699DF93DF01}" dt="2026-03-11T11:34:39.916" v="239" actId="1036"/>
          <ac:spMkLst>
            <pc:docMk/>
            <pc:sldMk cId="2349894531" sldId="618"/>
            <ac:spMk id="5" creationId="{502365BF-8F74-B836-723C-9409BB714860}"/>
          </ac:spMkLst>
        </pc:spChg>
        <pc:spChg chg="mod">
          <ac:chgData name="Jolan Heyse" userId="960fa660-ab54-4cd3-b9d2-159a5d7ebdb8" providerId="ADAL" clId="{63D4EA39-128F-5223-85F2-0699DF93DF01}" dt="2026-03-11T11:34:39.916" v="239" actId="1036"/>
          <ac:spMkLst>
            <pc:docMk/>
            <pc:sldMk cId="2349894531" sldId="618"/>
            <ac:spMk id="6" creationId="{4E89EF83-F3D0-F663-BBE6-B9D0E9510CBE}"/>
          </ac:spMkLst>
        </pc:spChg>
        <pc:spChg chg="mod">
          <ac:chgData name="Jolan Heyse" userId="960fa660-ab54-4cd3-b9d2-159a5d7ebdb8" providerId="ADAL" clId="{63D4EA39-128F-5223-85F2-0699DF93DF01}" dt="2026-03-11T11:34:39.916" v="239" actId="1036"/>
          <ac:spMkLst>
            <pc:docMk/>
            <pc:sldMk cId="2349894531" sldId="618"/>
            <ac:spMk id="7" creationId="{87DDEE74-F43E-734F-E483-D06D10D38924}"/>
          </ac:spMkLst>
        </pc:spChg>
        <pc:spChg chg="mod">
          <ac:chgData name="Jolan Heyse" userId="960fa660-ab54-4cd3-b9d2-159a5d7ebdb8" providerId="ADAL" clId="{63D4EA39-128F-5223-85F2-0699DF93DF01}" dt="2026-03-11T11:34:39.916" v="239" actId="1036"/>
          <ac:spMkLst>
            <pc:docMk/>
            <pc:sldMk cId="2349894531" sldId="618"/>
            <ac:spMk id="8" creationId="{B8E37A3A-3BBA-ECCF-7DC3-4F3CA42B89C0}"/>
          </ac:spMkLst>
        </pc:spChg>
        <pc:spChg chg="mod">
          <ac:chgData name="Jolan Heyse" userId="960fa660-ab54-4cd3-b9d2-159a5d7ebdb8" providerId="ADAL" clId="{63D4EA39-128F-5223-85F2-0699DF93DF01}" dt="2026-03-11T11:34:39.916" v="239" actId="1036"/>
          <ac:spMkLst>
            <pc:docMk/>
            <pc:sldMk cId="2349894531" sldId="618"/>
            <ac:spMk id="9" creationId="{49115C52-3D76-AEBF-3D0D-0E18F39A99B7}"/>
          </ac:spMkLst>
        </pc:spChg>
        <pc:spChg chg="mod">
          <ac:chgData name="Jolan Heyse" userId="960fa660-ab54-4cd3-b9d2-159a5d7ebdb8" providerId="ADAL" clId="{63D4EA39-128F-5223-85F2-0699DF93DF01}" dt="2026-03-11T11:34:39.916" v="239" actId="1036"/>
          <ac:spMkLst>
            <pc:docMk/>
            <pc:sldMk cId="2349894531" sldId="618"/>
            <ac:spMk id="19" creationId="{D37B4A40-6956-F816-1DA0-D6B905FE93E7}"/>
          </ac:spMkLst>
        </pc:spChg>
        <pc:spChg chg="mod">
          <ac:chgData name="Jolan Heyse" userId="960fa660-ab54-4cd3-b9d2-159a5d7ebdb8" providerId="ADAL" clId="{63D4EA39-128F-5223-85F2-0699DF93DF01}" dt="2026-03-11T11:34:39.916" v="239" actId="1036"/>
          <ac:spMkLst>
            <pc:docMk/>
            <pc:sldMk cId="2349894531" sldId="618"/>
            <ac:spMk id="22" creationId="{9191DC96-064E-B03C-17ED-68362DB452D8}"/>
          </ac:spMkLst>
        </pc:spChg>
        <pc:spChg chg="mod">
          <ac:chgData name="Jolan Heyse" userId="960fa660-ab54-4cd3-b9d2-159a5d7ebdb8" providerId="ADAL" clId="{63D4EA39-128F-5223-85F2-0699DF93DF01}" dt="2026-03-11T11:39:22.566" v="626" actId="208"/>
          <ac:spMkLst>
            <pc:docMk/>
            <pc:sldMk cId="2349894531" sldId="618"/>
            <ac:spMk id="24" creationId="{504A47A6-317D-8F6B-A258-DEC87DDB2500}"/>
          </ac:spMkLst>
        </pc:spChg>
        <pc:spChg chg="mod">
          <ac:chgData name="Jolan Heyse" userId="960fa660-ab54-4cd3-b9d2-159a5d7ebdb8" providerId="ADAL" clId="{63D4EA39-128F-5223-85F2-0699DF93DF01}" dt="2026-03-11T11:38:42.189" v="571" actId="20577"/>
          <ac:spMkLst>
            <pc:docMk/>
            <pc:sldMk cId="2349894531" sldId="618"/>
            <ac:spMk id="25" creationId="{642B3D28-1920-FEFF-D34D-30B40F79026F}"/>
          </ac:spMkLst>
        </pc:spChg>
        <pc:spChg chg="mod">
          <ac:chgData name="Jolan Heyse" userId="960fa660-ab54-4cd3-b9d2-159a5d7ebdb8" providerId="ADAL" clId="{63D4EA39-128F-5223-85F2-0699DF93DF01}" dt="2026-03-11T11:38:13.176" v="504" actId="20577"/>
          <ac:spMkLst>
            <pc:docMk/>
            <pc:sldMk cId="2349894531" sldId="618"/>
            <ac:spMk id="28" creationId="{A362C20C-C3BA-DDA8-1B0A-A14FC10BAE9B}"/>
          </ac:spMkLst>
        </pc:spChg>
        <pc:spChg chg="mod">
          <ac:chgData name="Jolan Heyse" userId="960fa660-ab54-4cd3-b9d2-159a5d7ebdb8" providerId="ADAL" clId="{63D4EA39-128F-5223-85F2-0699DF93DF01}" dt="2026-03-31T11:37:30.460" v="786" actId="113"/>
          <ac:spMkLst>
            <pc:docMk/>
            <pc:sldMk cId="2349894531" sldId="618"/>
            <ac:spMk id="29" creationId="{C34FD4DD-29CE-A608-4FED-02147B551FED}"/>
          </ac:spMkLst>
        </pc:spChg>
        <pc:spChg chg="mod">
          <ac:chgData name="Jolan Heyse" userId="960fa660-ab54-4cd3-b9d2-159a5d7ebdb8" providerId="ADAL" clId="{63D4EA39-128F-5223-85F2-0699DF93DF01}" dt="2026-03-11T11:38:13.176" v="504" actId="20577"/>
          <ac:spMkLst>
            <pc:docMk/>
            <pc:sldMk cId="2349894531" sldId="618"/>
            <ac:spMk id="30" creationId="{578B7E51-C65B-F1B5-A0ED-B6168F1A02B2}"/>
          </ac:spMkLst>
        </pc:spChg>
        <pc:grpChg chg="add mod">
          <ac:chgData name="Jolan Heyse" userId="960fa660-ab54-4cd3-b9d2-159a5d7ebdb8" providerId="ADAL" clId="{63D4EA39-128F-5223-85F2-0699DF93DF01}" dt="2026-03-11T11:38:13.176" v="504" actId="20577"/>
          <ac:grpSpMkLst>
            <pc:docMk/>
            <pc:sldMk cId="2349894531" sldId="618"/>
            <ac:grpSpMk id="3" creationId="{03D2DA7D-1894-6A1E-9095-69C49D290574}"/>
          </ac:grpSpMkLst>
        </pc:grpChg>
        <pc:grpChg chg="add mod">
          <ac:chgData name="Jolan Heyse" userId="960fa660-ab54-4cd3-b9d2-159a5d7ebdb8" providerId="ADAL" clId="{63D4EA39-128F-5223-85F2-0699DF93DF01}" dt="2026-03-11T11:39:10.080" v="624" actId="1076"/>
          <ac:grpSpMkLst>
            <pc:docMk/>
            <pc:sldMk cId="2349894531" sldId="618"/>
            <ac:grpSpMk id="21" creationId="{FF758FC9-CB3F-E4ED-98AF-E0E1C61AA51C}"/>
          </ac:grpSpMkLst>
        </pc:grpChg>
        <pc:picChg chg="mod">
          <ac:chgData name="Jolan Heyse" userId="960fa660-ab54-4cd3-b9d2-159a5d7ebdb8" providerId="ADAL" clId="{63D4EA39-128F-5223-85F2-0699DF93DF01}" dt="2026-03-11T11:39:01.258" v="618" actId="1037"/>
          <ac:picMkLst>
            <pc:docMk/>
            <pc:sldMk cId="2349894531" sldId="618"/>
            <ac:picMk id="34" creationId="{6D66A8A7-7CB3-3F99-4D72-835B5D33ABDE}"/>
          </ac:picMkLst>
        </pc:picChg>
        <pc:cxnChg chg="mod">
          <ac:chgData name="Jolan Heyse" userId="960fa660-ab54-4cd3-b9d2-159a5d7ebdb8" providerId="ADAL" clId="{63D4EA39-128F-5223-85F2-0699DF93DF01}" dt="2026-03-11T11:34:39.916" v="239" actId="1036"/>
          <ac:cxnSpMkLst>
            <pc:docMk/>
            <pc:sldMk cId="2349894531" sldId="618"/>
            <ac:cxnSpMk id="12" creationId="{A9F438A6-BB4D-20D8-BEDD-37BAC7B2A488}"/>
          </ac:cxnSpMkLst>
        </pc:cxnChg>
        <pc:cxnChg chg="mod">
          <ac:chgData name="Jolan Heyse" userId="960fa660-ab54-4cd3-b9d2-159a5d7ebdb8" providerId="ADAL" clId="{63D4EA39-128F-5223-85F2-0699DF93DF01}" dt="2026-03-11T11:34:39.916" v="239" actId="1036"/>
          <ac:cxnSpMkLst>
            <pc:docMk/>
            <pc:sldMk cId="2349894531" sldId="618"/>
            <ac:cxnSpMk id="13" creationId="{0138DD42-C464-5E1C-3F0C-2F6BA37202EA}"/>
          </ac:cxnSpMkLst>
        </pc:cxnChg>
        <pc:cxnChg chg="mod">
          <ac:chgData name="Jolan Heyse" userId="960fa660-ab54-4cd3-b9d2-159a5d7ebdb8" providerId="ADAL" clId="{63D4EA39-128F-5223-85F2-0699DF93DF01}" dt="2026-03-11T11:34:39.916" v="239" actId="1036"/>
          <ac:cxnSpMkLst>
            <pc:docMk/>
            <pc:sldMk cId="2349894531" sldId="618"/>
            <ac:cxnSpMk id="23" creationId="{F39EDA12-8DA8-A74C-70FE-4A6B916C5C01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1281F7-D938-640D-0E4A-0855AC9ED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6DFAD-5558-4BDD-F34D-D1563E8E8F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D6ADD-B21C-E948-AA04-DCFC50B51270}" type="datetimeFigureOut">
              <a:rPr lang="en-BE" smtClean="0"/>
              <a:t>3/31/26</a:t>
            </a:fld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40D42-69DB-4AE7-F156-C620991F75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0471F-1FE7-7945-A53A-D70D6E2125E3}" type="slidenum">
              <a:rPr lang="en-BE" smtClean="0"/>
              <a:t>‹#›</a:t>
            </a:fld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8925A-4D42-40F9-6535-2110A38B0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51" t="24623" r="16868" b="24268"/>
          <a:stretch/>
        </p:blipFill>
        <p:spPr>
          <a:xfrm>
            <a:off x="138545" y="8685213"/>
            <a:ext cx="658351" cy="3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1651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71814-10B7-DF4E-B6E5-F469B8DD27A5}" type="datetimeFigureOut">
              <a:rPr lang="en-BE" smtClean="0"/>
              <a:t>3/31/26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728FA-C277-644A-B7A0-E50FFC1951C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84839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728FA-C277-644A-B7A0-E50FFC1951C0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6913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7FD28-243B-92FA-F12E-82249CEF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684FA-6273-C453-6E52-091842652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034FF-347C-182D-DD01-C9033A049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E7F1E-8E90-B790-75BC-82B9BD9DA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878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AE551-F44B-0330-DF94-F8FF130D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EF4F0-8579-C864-F225-61AD7CAC6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211FD-6B0B-44B0-7A06-ABC826F36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7016C-84BC-9063-0CE0-6A49BB8C3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105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E1D0-0E58-E4C9-81AE-4B8967BB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3A025-1CE4-8F59-84BF-414786FC7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E678F-F93F-AFF9-3704-DC1A6286B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F5E2C-72DE-EC83-37EF-9D5198864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407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1DC6-A3A1-23CC-7695-DC1DEF7B3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D2225-C311-2396-50C0-8135B101D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0F62A-CAE7-F31B-FD29-71E550C4A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40531-79DE-395A-0351-DFB55EE0F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200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046E-3AB8-7A72-877D-2F252C03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0B13C-6292-4EC1-CA81-4486B3935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EC3F4-4611-43A0-7A58-E3587B431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1B81F-CB5A-EDDE-CE5F-9E3347832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1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752E-6511-5DF9-3DF5-0DEF03E93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08F47-BA69-9EFC-D557-F9D2D47DA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AB0B4-7096-129F-85E8-8A2D887DF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5FFD2-7692-EF41-E250-6E7392747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7452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1213-E1B5-422F-3F23-1BBE417D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32E2C-212B-67FC-CF30-DC66F2376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D247B-A359-1AC0-9592-E119955C0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FA1E5-B03C-BD75-D016-D37FD630F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206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64FDD-54BD-AE97-8E37-C8013578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FA063-8916-CB9D-7C2B-5EA89B874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BEAE8-EC58-D56E-DA3C-FA3802405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6416B-17A1-16F0-D299-301EA51C8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909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06FEF-C4C5-25FF-AAA6-D8361E8B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0F0A1-A5CB-4ECD-0164-70156C0F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9687A-531C-B22F-89FC-4D7BC3716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6CDAB-2257-8CA0-9C2F-9D166669F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063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11429-87E4-F32C-F9A4-1FE6C0263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461D5-0482-DF23-D2D7-D3D964FB0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DD09F-F6C1-4C85-DC18-F3B38E9A2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FCFC2-A301-C256-4133-7FDCD0329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416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1072-863E-0D08-9F30-3369B02B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3DF5A-1D71-6B1A-1729-30660F0AD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7F166-2F09-6848-0685-4CB885A7C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DEAE2-ABE2-C360-CA6A-3E04F7601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4728FA-C277-644A-B7A0-E50FFC1951C0}" type="slidenum">
              <a:rPr kumimoji="0" lang="en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96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Layouts/_rels/slideLayout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9.svg"/><Relationship Id="rId21" Type="http://schemas.openxmlformats.org/officeDocument/2006/relationships/image" Target="../media/image34.svg"/><Relationship Id="rId42" Type="http://schemas.openxmlformats.org/officeDocument/2006/relationships/image" Target="../media/image55.svg"/><Relationship Id="rId47" Type="http://schemas.openxmlformats.org/officeDocument/2006/relationships/image" Target="../media/image60.svg"/><Relationship Id="rId63" Type="http://schemas.openxmlformats.org/officeDocument/2006/relationships/image" Target="../media/image76.svg"/><Relationship Id="rId68" Type="http://schemas.openxmlformats.org/officeDocument/2006/relationships/image" Target="../media/image81.svg"/><Relationship Id="rId7" Type="http://schemas.openxmlformats.org/officeDocument/2006/relationships/image" Target="../media/image20.svg"/><Relationship Id="rId71" Type="http://schemas.openxmlformats.org/officeDocument/2006/relationships/image" Target="../media/image84.svg"/><Relationship Id="rId2" Type="http://schemas.openxmlformats.org/officeDocument/2006/relationships/image" Target="../media/image15.svg"/><Relationship Id="rId16" Type="http://schemas.openxmlformats.org/officeDocument/2006/relationships/image" Target="../media/image29.svg"/><Relationship Id="rId29" Type="http://schemas.openxmlformats.org/officeDocument/2006/relationships/image" Target="../media/image42.svg"/><Relationship Id="rId11" Type="http://schemas.openxmlformats.org/officeDocument/2006/relationships/image" Target="../media/image24.svg"/><Relationship Id="rId24" Type="http://schemas.openxmlformats.org/officeDocument/2006/relationships/image" Target="../media/image37.svg"/><Relationship Id="rId32" Type="http://schemas.openxmlformats.org/officeDocument/2006/relationships/image" Target="../media/image45.svg"/><Relationship Id="rId37" Type="http://schemas.openxmlformats.org/officeDocument/2006/relationships/image" Target="../media/image50.svg"/><Relationship Id="rId40" Type="http://schemas.openxmlformats.org/officeDocument/2006/relationships/image" Target="../media/image53.svg"/><Relationship Id="rId45" Type="http://schemas.openxmlformats.org/officeDocument/2006/relationships/image" Target="../media/image58.svg"/><Relationship Id="rId53" Type="http://schemas.openxmlformats.org/officeDocument/2006/relationships/image" Target="../media/image66.svg"/><Relationship Id="rId58" Type="http://schemas.openxmlformats.org/officeDocument/2006/relationships/image" Target="../media/image71.svg"/><Relationship Id="rId66" Type="http://schemas.openxmlformats.org/officeDocument/2006/relationships/image" Target="../media/image79.svg"/><Relationship Id="rId5" Type="http://schemas.openxmlformats.org/officeDocument/2006/relationships/image" Target="../media/image18.svg"/><Relationship Id="rId61" Type="http://schemas.openxmlformats.org/officeDocument/2006/relationships/image" Target="../media/image74.svg"/><Relationship Id="rId19" Type="http://schemas.openxmlformats.org/officeDocument/2006/relationships/image" Target="../media/image32.svg"/><Relationship Id="rId14" Type="http://schemas.openxmlformats.org/officeDocument/2006/relationships/image" Target="../media/image27.svg"/><Relationship Id="rId22" Type="http://schemas.openxmlformats.org/officeDocument/2006/relationships/image" Target="../media/image35.svg"/><Relationship Id="rId27" Type="http://schemas.openxmlformats.org/officeDocument/2006/relationships/image" Target="../media/image40.svg"/><Relationship Id="rId30" Type="http://schemas.openxmlformats.org/officeDocument/2006/relationships/image" Target="../media/image43.svg"/><Relationship Id="rId35" Type="http://schemas.openxmlformats.org/officeDocument/2006/relationships/image" Target="../media/image48.svg"/><Relationship Id="rId43" Type="http://schemas.openxmlformats.org/officeDocument/2006/relationships/image" Target="../media/image56.svg"/><Relationship Id="rId48" Type="http://schemas.openxmlformats.org/officeDocument/2006/relationships/image" Target="../media/image61.svg"/><Relationship Id="rId56" Type="http://schemas.openxmlformats.org/officeDocument/2006/relationships/image" Target="../media/image69.svg"/><Relationship Id="rId64" Type="http://schemas.openxmlformats.org/officeDocument/2006/relationships/image" Target="../media/image77.svg"/><Relationship Id="rId69" Type="http://schemas.openxmlformats.org/officeDocument/2006/relationships/image" Target="../media/image82.svg"/><Relationship Id="rId8" Type="http://schemas.openxmlformats.org/officeDocument/2006/relationships/image" Target="../media/image21.svg"/><Relationship Id="rId51" Type="http://schemas.openxmlformats.org/officeDocument/2006/relationships/image" Target="../media/image64.svg"/><Relationship Id="rId72" Type="http://schemas.openxmlformats.org/officeDocument/2006/relationships/image" Target="../media/image85.svg"/><Relationship Id="rId3" Type="http://schemas.openxmlformats.org/officeDocument/2006/relationships/image" Target="../media/image16.svg"/><Relationship Id="rId12" Type="http://schemas.openxmlformats.org/officeDocument/2006/relationships/image" Target="../media/image25.svg"/><Relationship Id="rId17" Type="http://schemas.openxmlformats.org/officeDocument/2006/relationships/image" Target="../media/image30.svg"/><Relationship Id="rId25" Type="http://schemas.openxmlformats.org/officeDocument/2006/relationships/image" Target="../media/image38.svg"/><Relationship Id="rId33" Type="http://schemas.openxmlformats.org/officeDocument/2006/relationships/image" Target="../media/image46.svg"/><Relationship Id="rId38" Type="http://schemas.openxmlformats.org/officeDocument/2006/relationships/image" Target="../media/image51.svg"/><Relationship Id="rId46" Type="http://schemas.openxmlformats.org/officeDocument/2006/relationships/image" Target="../media/image59.svg"/><Relationship Id="rId59" Type="http://schemas.openxmlformats.org/officeDocument/2006/relationships/image" Target="../media/image72.svg"/><Relationship Id="rId67" Type="http://schemas.openxmlformats.org/officeDocument/2006/relationships/image" Target="../media/image80.svg"/><Relationship Id="rId20" Type="http://schemas.openxmlformats.org/officeDocument/2006/relationships/image" Target="../media/image33.svg"/><Relationship Id="rId41" Type="http://schemas.openxmlformats.org/officeDocument/2006/relationships/image" Target="../media/image54.svg"/><Relationship Id="rId54" Type="http://schemas.openxmlformats.org/officeDocument/2006/relationships/image" Target="../media/image67.svg"/><Relationship Id="rId62" Type="http://schemas.openxmlformats.org/officeDocument/2006/relationships/image" Target="../media/image75.svg"/><Relationship Id="rId70" Type="http://schemas.openxmlformats.org/officeDocument/2006/relationships/image" Target="../media/image83.sv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9.svg"/><Relationship Id="rId15" Type="http://schemas.openxmlformats.org/officeDocument/2006/relationships/image" Target="../media/image28.svg"/><Relationship Id="rId23" Type="http://schemas.openxmlformats.org/officeDocument/2006/relationships/image" Target="../media/image36.svg"/><Relationship Id="rId28" Type="http://schemas.openxmlformats.org/officeDocument/2006/relationships/image" Target="../media/image41.svg"/><Relationship Id="rId36" Type="http://schemas.openxmlformats.org/officeDocument/2006/relationships/image" Target="../media/image49.svg"/><Relationship Id="rId49" Type="http://schemas.openxmlformats.org/officeDocument/2006/relationships/image" Target="../media/image62.svg"/><Relationship Id="rId57" Type="http://schemas.openxmlformats.org/officeDocument/2006/relationships/image" Target="../media/image70.svg"/><Relationship Id="rId10" Type="http://schemas.openxmlformats.org/officeDocument/2006/relationships/image" Target="../media/image23.svg"/><Relationship Id="rId31" Type="http://schemas.openxmlformats.org/officeDocument/2006/relationships/image" Target="../media/image44.svg"/><Relationship Id="rId44" Type="http://schemas.openxmlformats.org/officeDocument/2006/relationships/image" Target="../media/image57.svg"/><Relationship Id="rId52" Type="http://schemas.openxmlformats.org/officeDocument/2006/relationships/image" Target="../media/image65.svg"/><Relationship Id="rId60" Type="http://schemas.openxmlformats.org/officeDocument/2006/relationships/image" Target="../media/image73.svg"/><Relationship Id="rId65" Type="http://schemas.openxmlformats.org/officeDocument/2006/relationships/image" Target="../media/image78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Relationship Id="rId13" Type="http://schemas.openxmlformats.org/officeDocument/2006/relationships/image" Target="../media/image26.svg"/><Relationship Id="rId18" Type="http://schemas.openxmlformats.org/officeDocument/2006/relationships/image" Target="../media/image31.svg"/><Relationship Id="rId39" Type="http://schemas.openxmlformats.org/officeDocument/2006/relationships/image" Target="../media/image52.svg"/><Relationship Id="rId34" Type="http://schemas.openxmlformats.org/officeDocument/2006/relationships/image" Target="../media/image47.svg"/><Relationship Id="rId50" Type="http://schemas.openxmlformats.org/officeDocument/2006/relationships/image" Target="../media/image63.svg"/><Relationship Id="rId55" Type="http://schemas.openxmlformats.org/officeDocument/2006/relationships/image" Target="../media/image68.svg"/></Relationships>
</file>

<file path=ppt/slideLayouts/_rels/slideLayout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svg"/><Relationship Id="rId18" Type="http://schemas.openxmlformats.org/officeDocument/2006/relationships/image" Target="../media/image102.svg"/><Relationship Id="rId26" Type="http://schemas.openxmlformats.org/officeDocument/2006/relationships/image" Target="../media/image110.svg"/><Relationship Id="rId39" Type="http://schemas.openxmlformats.org/officeDocument/2006/relationships/image" Target="../media/image123.svg"/><Relationship Id="rId21" Type="http://schemas.openxmlformats.org/officeDocument/2006/relationships/image" Target="../media/image105.svg"/><Relationship Id="rId34" Type="http://schemas.openxmlformats.org/officeDocument/2006/relationships/image" Target="../media/image118.svg"/><Relationship Id="rId42" Type="http://schemas.openxmlformats.org/officeDocument/2006/relationships/image" Target="../media/image126.svg"/><Relationship Id="rId47" Type="http://schemas.openxmlformats.org/officeDocument/2006/relationships/image" Target="../media/image131.svg"/><Relationship Id="rId50" Type="http://schemas.openxmlformats.org/officeDocument/2006/relationships/image" Target="../media/image134.svg"/><Relationship Id="rId55" Type="http://schemas.openxmlformats.org/officeDocument/2006/relationships/image" Target="../media/image139.svg"/><Relationship Id="rId7" Type="http://schemas.openxmlformats.org/officeDocument/2006/relationships/image" Target="../media/image91.svg"/><Relationship Id="rId2" Type="http://schemas.openxmlformats.org/officeDocument/2006/relationships/image" Target="../media/image86.svg"/><Relationship Id="rId16" Type="http://schemas.openxmlformats.org/officeDocument/2006/relationships/image" Target="../media/image100.svg"/><Relationship Id="rId29" Type="http://schemas.openxmlformats.org/officeDocument/2006/relationships/image" Target="../media/image113.svg"/><Relationship Id="rId11" Type="http://schemas.openxmlformats.org/officeDocument/2006/relationships/image" Target="../media/image95.svg"/><Relationship Id="rId24" Type="http://schemas.openxmlformats.org/officeDocument/2006/relationships/image" Target="../media/image108.svg"/><Relationship Id="rId32" Type="http://schemas.openxmlformats.org/officeDocument/2006/relationships/image" Target="../media/image116.svg"/><Relationship Id="rId37" Type="http://schemas.openxmlformats.org/officeDocument/2006/relationships/image" Target="../media/image121.svg"/><Relationship Id="rId40" Type="http://schemas.openxmlformats.org/officeDocument/2006/relationships/image" Target="../media/image124.svg"/><Relationship Id="rId45" Type="http://schemas.openxmlformats.org/officeDocument/2006/relationships/image" Target="../media/image129.svg"/><Relationship Id="rId53" Type="http://schemas.openxmlformats.org/officeDocument/2006/relationships/image" Target="../media/image137.svg"/><Relationship Id="rId58" Type="http://schemas.openxmlformats.org/officeDocument/2006/relationships/image" Target="../media/image142.svg"/><Relationship Id="rId5" Type="http://schemas.openxmlformats.org/officeDocument/2006/relationships/image" Target="../media/image89.svg"/><Relationship Id="rId61" Type="http://schemas.openxmlformats.org/officeDocument/2006/relationships/image" Target="../media/image145.svg"/><Relationship Id="rId19" Type="http://schemas.openxmlformats.org/officeDocument/2006/relationships/image" Target="../media/image103.svg"/><Relationship Id="rId14" Type="http://schemas.openxmlformats.org/officeDocument/2006/relationships/image" Target="../media/image98.svg"/><Relationship Id="rId22" Type="http://schemas.openxmlformats.org/officeDocument/2006/relationships/image" Target="../media/image106.svg"/><Relationship Id="rId27" Type="http://schemas.openxmlformats.org/officeDocument/2006/relationships/image" Target="../media/image111.svg"/><Relationship Id="rId30" Type="http://schemas.openxmlformats.org/officeDocument/2006/relationships/image" Target="../media/image114.svg"/><Relationship Id="rId35" Type="http://schemas.openxmlformats.org/officeDocument/2006/relationships/image" Target="../media/image119.svg"/><Relationship Id="rId43" Type="http://schemas.openxmlformats.org/officeDocument/2006/relationships/image" Target="../media/image127.svg"/><Relationship Id="rId48" Type="http://schemas.openxmlformats.org/officeDocument/2006/relationships/image" Target="../media/image132.svg"/><Relationship Id="rId56" Type="http://schemas.openxmlformats.org/officeDocument/2006/relationships/image" Target="../media/image140.svg"/><Relationship Id="rId8" Type="http://schemas.openxmlformats.org/officeDocument/2006/relationships/image" Target="../media/image92.svg"/><Relationship Id="rId51" Type="http://schemas.openxmlformats.org/officeDocument/2006/relationships/image" Target="../media/image135.svg"/><Relationship Id="rId3" Type="http://schemas.openxmlformats.org/officeDocument/2006/relationships/image" Target="../media/image87.svg"/><Relationship Id="rId12" Type="http://schemas.openxmlformats.org/officeDocument/2006/relationships/image" Target="../media/image96.svg"/><Relationship Id="rId17" Type="http://schemas.openxmlformats.org/officeDocument/2006/relationships/image" Target="../media/image101.svg"/><Relationship Id="rId25" Type="http://schemas.openxmlformats.org/officeDocument/2006/relationships/image" Target="../media/image109.svg"/><Relationship Id="rId33" Type="http://schemas.openxmlformats.org/officeDocument/2006/relationships/image" Target="../media/image117.svg"/><Relationship Id="rId38" Type="http://schemas.openxmlformats.org/officeDocument/2006/relationships/image" Target="../media/image122.svg"/><Relationship Id="rId46" Type="http://schemas.openxmlformats.org/officeDocument/2006/relationships/image" Target="../media/image130.svg"/><Relationship Id="rId59" Type="http://schemas.openxmlformats.org/officeDocument/2006/relationships/image" Target="../media/image143.svg"/><Relationship Id="rId20" Type="http://schemas.openxmlformats.org/officeDocument/2006/relationships/image" Target="../media/image104.svg"/><Relationship Id="rId41" Type="http://schemas.openxmlformats.org/officeDocument/2006/relationships/image" Target="../media/image125.svg"/><Relationship Id="rId54" Type="http://schemas.openxmlformats.org/officeDocument/2006/relationships/image" Target="../media/image138.sv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90.svg"/><Relationship Id="rId15" Type="http://schemas.openxmlformats.org/officeDocument/2006/relationships/image" Target="../media/image99.svg"/><Relationship Id="rId23" Type="http://schemas.openxmlformats.org/officeDocument/2006/relationships/image" Target="../media/image107.svg"/><Relationship Id="rId28" Type="http://schemas.openxmlformats.org/officeDocument/2006/relationships/image" Target="../media/image112.svg"/><Relationship Id="rId36" Type="http://schemas.openxmlformats.org/officeDocument/2006/relationships/image" Target="../media/image120.svg"/><Relationship Id="rId49" Type="http://schemas.openxmlformats.org/officeDocument/2006/relationships/image" Target="../media/image133.svg"/><Relationship Id="rId57" Type="http://schemas.openxmlformats.org/officeDocument/2006/relationships/image" Target="../media/image141.svg"/><Relationship Id="rId10" Type="http://schemas.openxmlformats.org/officeDocument/2006/relationships/image" Target="../media/image94.svg"/><Relationship Id="rId31" Type="http://schemas.openxmlformats.org/officeDocument/2006/relationships/image" Target="../media/image115.svg"/><Relationship Id="rId44" Type="http://schemas.openxmlformats.org/officeDocument/2006/relationships/image" Target="../media/image128.svg"/><Relationship Id="rId52" Type="http://schemas.openxmlformats.org/officeDocument/2006/relationships/image" Target="../media/image136.svg"/><Relationship Id="rId60" Type="http://schemas.openxmlformats.org/officeDocument/2006/relationships/image" Target="../media/image144.svg"/><Relationship Id="rId4" Type="http://schemas.openxmlformats.org/officeDocument/2006/relationships/image" Target="../media/image88.svg"/><Relationship Id="rId9" Type="http://schemas.openxmlformats.org/officeDocument/2006/relationships/image" Target="../media/image93.sv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svg"/><Relationship Id="rId3" Type="http://schemas.openxmlformats.org/officeDocument/2006/relationships/image" Target="../media/image147.svg"/><Relationship Id="rId7" Type="http://schemas.openxmlformats.org/officeDocument/2006/relationships/image" Target="../media/image151.svg"/><Relationship Id="rId2" Type="http://schemas.openxmlformats.org/officeDocument/2006/relationships/image" Target="../media/image146.sv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50.svg"/><Relationship Id="rId11" Type="http://schemas.openxmlformats.org/officeDocument/2006/relationships/image" Target="../media/image155.svg"/><Relationship Id="rId5" Type="http://schemas.openxmlformats.org/officeDocument/2006/relationships/image" Target="../media/image149.svg"/><Relationship Id="rId10" Type="http://schemas.openxmlformats.org/officeDocument/2006/relationships/image" Target="../media/image154.svg"/><Relationship Id="rId4" Type="http://schemas.openxmlformats.org/officeDocument/2006/relationships/image" Target="../media/image148.svg"/><Relationship Id="rId9" Type="http://schemas.openxmlformats.org/officeDocument/2006/relationships/image" Target="../media/image153.sv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A604E13-2276-D5DE-3D58-6EFB8E3967FB}"/>
              </a:ext>
            </a:extLst>
          </p:cNvPr>
          <p:cNvSpPr/>
          <p:nvPr/>
        </p:nvSpPr>
        <p:spPr>
          <a:xfrm>
            <a:off x="9907168" y="4571974"/>
            <a:ext cx="2286025" cy="2286025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1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1" y="1774281"/>
                  <a:pt x="1" y="1143013"/>
                </a:cubicBezTo>
                <a:cubicBezTo>
                  <a:pt x="1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50B16225-2A86-355A-C1EF-3C85ECF0C92D}"/>
              </a:ext>
            </a:extLst>
          </p:cNvPr>
          <p:cNvSpPr/>
          <p:nvPr/>
        </p:nvSpPr>
        <p:spPr>
          <a:xfrm rot="2700000">
            <a:off x="10241950" y="2620808"/>
            <a:ext cx="1616456" cy="1616456"/>
          </a:xfrm>
          <a:custGeom>
            <a:avLst/>
            <a:gdLst>
              <a:gd name="connsiteX0" fmla="*/ 0 w 1616456"/>
              <a:gd name="connsiteY0" fmla="*/ 0 h 1616456"/>
              <a:gd name="connsiteX1" fmla="*/ 1616457 w 1616456"/>
              <a:gd name="connsiteY1" fmla="*/ 0 h 1616456"/>
              <a:gd name="connsiteX2" fmla="*/ 1616457 w 1616456"/>
              <a:gd name="connsiteY2" fmla="*/ 1616457 h 1616456"/>
              <a:gd name="connsiteX3" fmla="*/ 0 w 1616456"/>
              <a:gd name="connsiteY3" fmla="*/ 1616457 h 16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6" h="1616456">
                <a:moveTo>
                  <a:pt x="0" y="0"/>
                </a:moveTo>
                <a:lnTo>
                  <a:pt x="1616457" y="0"/>
                </a:lnTo>
                <a:lnTo>
                  <a:pt x="1616457" y="1616457"/>
                </a:lnTo>
                <a:lnTo>
                  <a:pt x="0" y="1616457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5FAC88EB-12CC-AF74-3DA4-9849EEE0EF7A}"/>
              </a:ext>
            </a:extLst>
          </p:cNvPr>
          <p:cNvSpPr/>
          <p:nvPr/>
        </p:nvSpPr>
        <p:spPr>
          <a:xfrm>
            <a:off x="7621143" y="2285707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123F9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932E4208-D2A2-676D-678E-A1239FD82EAD}"/>
              </a:ext>
            </a:extLst>
          </p:cNvPr>
          <p:cNvSpPr/>
          <p:nvPr/>
        </p:nvSpPr>
        <p:spPr>
          <a:xfrm>
            <a:off x="7621143" y="0"/>
            <a:ext cx="2286025" cy="2286025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0" y="1774281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D8982F97-2479-6D1B-B7A0-953536834A38}"/>
              </a:ext>
            </a:extLst>
          </p:cNvPr>
          <p:cNvSpPr/>
          <p:nvPr/>
        </p:nvSpPr>
        <p:spPr>
          <a:xfrm>
            <a:off x="7621143" y="4571746"/>
            <a:ext cx="2286024" cy="1143012"/>
          </a:xfrm>
          <a:custGeom>
            <a:avLst/>
            <a:gdLst>
              <a:gd name="connsiteX0" fmla="*/ 2286025 w 2286024"/>
              <a:gd name="connsiteY0" fmla="*/ 1143012 h 1143012"/>
              <a:gd name="connsiteX1" fmla="*/ 0 w 2286024"/>
              <a:gd name="connsiteY1" fmla="*/ 1143012 h 1143012"/>
              <a:gd name="connsiteX2" fmla="*/ 1143012 w 2286024"/>
              <a:gd name="connsiteY2" fmla="*/ 0 h 1143012"/>
              <a:gd name="connsiteX3" fmla="*/ 2286025 w 2286024"/>
              <a:gd name="connsiteY3" fmla="*/ 1143012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4" h="1143012">
                <a:moveTo>
                  <a:pt x="2286025" y="1143012"/>
                </a:moveTo>
                <a:lnTo>
                  <a:pt x="0" y="1143012"/>
                </a:lnTo>
                <a:cubicBezTo>
                  <a:pt x="0" y="511772"/>
                  <a:pt x="511784" y="0"/>
                  <a:pt x="1143012" y="0"/>
                </a:cubicBezTo>
                <a:cubicBezTo>
                  <a:pt x="1774241" y="0"/>
                  <a:pt x="2286025" y="511772"/>
                  <a:pt x="2286025" y="1143012"/>
                </a:cubicBez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B2D793A6-2CFD-8B8D-9624-10E6E7FB2A1D}"/>
              </a:ext>
            </a:extLst>
          </p:cNvPr>
          <p:cNvSpPr/>
          <p:nvPr/>
        </p:nvSpPr>
        <p:spPr>
          <a:xfrm>
            <a:off x="9907168" y="1142451"/>
            <a:ext cx="2286025" cy="1143015"/>
          </a:xfrm>
          <a:custGeom>
            <a:avLst/>
            <a:gdLst>
              <a:gd name="connsiteX0" fmla="*/ 0 w 2286025"/>
              <a:gd name="connsiteY0" fmla="*/ 1143015 h 1143015"/>
              <a:gd name="connsiteX1" fmla="*/ 2286026 w 2286025"/>
              <a:gd name="connsiteY1" fmla="*/ 1143015 h 1143015"/>
              <a:gd name="connsiteX2" fmla="*/ 1143013 w 2286025"/>
              <a:gd name="connsiteY2" fmla="*/ 0 h 1143015"/>
              <a:gd name="connsiteX3" fmla="*/ 0 w 2286025"/>
              <a:gd name="connsiteY3" fmla="*/ 1143015 h 11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5">
                <a:moveTo>
                  <a:pt x="0" y="1143015"/>
                </a:moveTo>
                <a:lnTo>
                  <a:pt x="2286026" y="1143015"/>
                </a:lnTo>
                <a:lnTo>
                  <a:pt x="1143013" y="0"/>
                </a:lnTo>
                <a:lnTo>
                  <a:pt x="0" y="1143015"/>
                </a:ln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1CC6DF8-10D5-107D-4D76-E2F385D506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5" y="288000"/>
            <a:ext cx="914400" cy="485775"/>
          </a:xfrm>
          <a:prstGeom prst="rect">
            <a:avLst/>
          </a:prstGeom>
        </p:spPr>
      </p:pic>
      <p:sp>
        <p:nvSpPr>
          <p:cNvPr id="2" name="Picture Placeholder 342">
            <a:extLst>
              <a:ext uri="{FF2B5EF4-FFF2-40B4-BE49-F238E27FC236}">
                <a16:creationId xmlns:a16="http://schemas.microsoft.com/office/drawing/2014/main" id="{82DA0CE5-4C38-A013-901C-FB99DB1B1C8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3429" y="0"/>
            <a:ext cx="4898571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07B48C2-E188-B2EB-7A42-59DE727DD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ijdelijke aanduiding voor tekst 26">
            <a:extLst>
              <a:ext uri="{FF2B5EF4-FFF2-40B4-BE49-F238E27FC236}">
                <a16:creationId xmlns:a16="http://schemas.microsoft.com/office/drawing/2014/main" id="{8756094A-B02C-E5C7-59A4-7F504D59D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Date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AD12AD0-8108-1393-BC16-265984DF97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i="1"/>
            </a:lvl1pPr>
          </a:lstStyle>
          <a:p>
            <a:pPr lvl="0"/>
            <a:r>
              <a:rPr lang="en-US"/>
              <a:t>Name</a:t>
            </a:r>
            <a:endParaRPr lang="en-BE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30A98F02-C1F0-0EA5-9258-075410C762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5085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52EB2AD-0448-9FA2-2FA3-F449EC1693EF}"/>
              </a:ext>
            </a:extLst>
          </p:cNvPr>
          <p:cNvSpPr/>
          <p:nvPr/>
        </p:nvSpPr>
        <p:spPr>
          <a:xfrm rot="13500000">
            <a:off x="7955931" y="3763779"/>
            <a:ext cx="1616455" cy="1616455"/>
          </a:xfrm>
          <a:custGeom>
            <a:avLst/>
            <a:gdLst>
              <a:gd name="connsiteX0" fmla="*/ 0 w 1616455"/>
              <a:gd name="connsiteY0" fmla="*/ 0 h 1616455"/>
              <a:gd name="connsiteX1" fmla="*/ 1616455 w 1616455"/>
              <a:gd name="connsiteY1" fmla="*/ 0 h 1616455"/>
              <a:gd name="connsiteX2" fmla="*/ 1616455 w 1616455"/>
              <a:gd name="connsiteY2" fmla="*/ 1616455 h 1616455"/>
              <a:gd name="connsiteX3" fmla="*/ 0 w 1616455"/>
              <a:gd name="connsiteY3" fmla="*/ 1616455 h 16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5" h="1616455">
                <a:moveTo>
                  <a:pt x="0" y="0"/>
                </a:moveTo>
                <a:lnTo>
                  <a:pt x="1616455" y="0"/>
                </a:lnTo>
                <a:lnTo>
                  <a:pt x="1616455" y="1616455"/>
                </a:lnTo>
                <a:lnTo>
                  <a:pt x="0" y="1616455"/>
                </a:lnTo>
                <a:close/>
              </a:path>
            </a:pathLst>
          </a:custGeom>
          <a:solidFill>
            <a:srgbClr val="EE64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FC85976D-EE45-AE2D-287E-345B5F157F96}"/>
              </a:ext>
            </a:extLst>
          </p:cNvPr>
          <p:cNvSpPr/>
          <p:nvPr/>
        </p:nvSpPr>
        <p:spPr>
          <a:xfrm>
            <a:off x="7621148" y="2286742"/>
            <a:ext cx="2286025" cy="2286025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rgbClr val="68398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CB21A53-6FB1-525B-E4F0-F59E8EDA975E}"/>
              </a:ext>
            </a:extLst>
          </p:cNvPr>
          <p:cNvSpPr/>
          <p:nvPr/>
        </p:nvSpPr>
        <p:spPr>
          <a:xfrm>
            <a:off x="7621148" y="0"/>
            <a:ext cx="2286025" cy="2286025"/>
          </a:xfrm>
          <a:custGeom>
            <a:avLst/>
            <a:gdLst>
              <a:gd name="connsiteX0" fmla="*/ 2286026 w 2286025"/>
              <a:gd name="connsiteY0" fmla="*/ 1143013 h 2286025"/>
              <a:gd name="connsiteX1" fmla="*/ 1143012 w 2286025"/>
              <a:gd name="connsiteY1" fmla="*/ 2286026 h 2286025"/>
              <a:gd name="connsiteX2" fmla="*/ -1 w 2286025"/>
              <a:gd name="connsiteY2" fmla="*/ 1143013 h 2286025"/>
              <a:gd name="connsiteX3" fmla="*/ 1143012 w 2286025"/>
              <a:gd name="connsiteY3" fmla="*/ 0 h 2286025"/>
              <a:gd name="connsiteX4" fmla="*/ 2286026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6" y="1143013"/>
                </a:moveTo>
                <a:cubicBezTo>
                  <a:pt x="2286026" y="1774282"/>
                  <a:pt x="1774282" y="2286026"/>
                  <a:pt x="1143012" y="2286026"/>
                </a:cubicBezTo>
                <a:cubicBezTo>
                  <a:pt x="511744" y="2286026"/>
                  <a:pt x="-1" y="1774282"/>
                  <a:pt x="-1" y="1143013"/>
                </a:cubicBezTo>
                <a:cubicBezTo>
                  <a:pt x="-1" y="511744"/>
                  <a:pt x="511743" y="0"/>
                  <a:pt x="1143012" y="0"/>
                </a:cubicBezTo>
                <a:cubicBezTo>
                  <a:pt x="1774281" y="0"/>
                  <a:pt x="2286026" y="511744"/>
                  <a:pt x="2286026" y="1143013"/>
                </a:cubicBezTo>
                <a:close/>
              </a:path>
            </a:pathLst>
          </a:custGeom>
          <a:solidFill>
            <a:srgbClr val="00A3A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7835CE72-ED67-FFB3-4AF2-B219E802D267}"/>
              </a:ext>
            </a:extLst>
          </p:cNvPr>
          <p:cNvSpPr/>
          <p:nvPr/>
        </p:nvSpPr>
        <p:spPr>
          <a:xfrm>
            <a:off x="9907174" y="4571739"/>
            <a:ext cx="2286025" cy="1143013"/>
          </a:xfrm>
          <a:custGeom>
            <a:avLst/>
            <a:gdLst>
              <a:gd name="connsiteX0" fmla="*/ 2286026 w 2286025"/>
              <a:gd name="connsiteY0" fmla="*/ 1143012 h 1143013"/>
              <a:gd name="connsiteX1" fmla="*/ 0 w 2286025"/>
              <a:gd name="connsiteY1" fmla="*/ 1143014 h 1143013"/>
              <a:gd name="connsiteX2" fmla="*/ 1143012 w 2286025"/>
              <a:gd name="connsiteY2" fmla="*/ 0 h 1143013"/>
              <a:gd name="connsiteX3" fmla="*/ 2286026 w 2286025"/>
              <a:gd name="connsiteY3" fmla="*/ 1143012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2"/>
                </a:moveTo>
                <a:lnTo>
                  <a:pt x="0" y="1143014"/>
                </a:lnTo>
                <a:cubicBezTo>
                  <a:pt x="-1" y="511785"/>
                  <a:pt x="511783" y="0"/>
                  <a:pt x="1143012" y="0"/>
                </a:cubicBezTo>
                <a:cubicBezTo>
                  <a:pt x="1774241" y="0"/>
                  <a:pt x="2286026" y="511783"/>
                  <a:pt x="2286026" y="1143012"/>
                </a:cubicBez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0FB8D35-F14F-4A1B-A129-BCD790B43475}"/>
              </a:ext>
            </a:extLst>
          </p:cNvPr>
          <p:cNvSpPr/>
          <p:nvPr/>
        </p:nvSpPr>
        <p:spPr>
          <a:xfrm>
            <a:off x="9907174" y="1142451"/>
            <a:ext cx="2286025" cy="1143013"/>
          </a:xfrm>
          <a:custGeom>
            <a:avLst/>
            <a:gdLst>
              <a:gd name="connsiteX0" fmla="*/ 2286026 w 2286025"/>
              <a:gd name="connsiteY0" fmla="*/ 1143013 h 1143013"/>
              <a:gd name="connsiteX1" fmla="*/ 0 w 2286025"/>
              <a:gd name="connsiteY1" fmla="*/ 1143013 h 1143013"/>
              <a:gd name="connsiteX2" fmla="*/ 1143012 w 2286025"/>
              <a:gd name="connsiteY2" fmla="*/ 0 h 1143013"/>
              <a:gd name="connsiteX3" fmla="*/ 2286026 w 2286025"/>
              <a:gd name="connsiteY3" fmla="*/ 1143013 h 1143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3">
                <a:moveTo>
                  <a:pt x="2286026" y="1143013"/>
                </a:moveTo>
                <a:lnTo>
                  <a:pt x="0" y="1143013"/>
                </a:lnTo>
                <a:cubicBezTo>
                  <a:pt x="-1" y="511784"/>
                  <a:pt x="511784" y="0"/>
                  <a:pt x="1143012" y="0"/>
                </a:cubicBezTo>
                <a:cubicBezTo>
                  <a:pt x="1774241" y="0"/>
                  <a:pt x="2286026" y="511784"/>
                  <a:pt x="2286026" y="1143013"/>
                </a:cubicBezTo>
                <a:close/>
              </a:path>
            </a:pathLst>
          </a:custGeom>
          <a:solidFill>
            <a:srgbClr val="FBB70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DC9D5A06-4B5F-5150-061F-8455585C64F0}"/>
              </a:ext>
            </a:extLst>
          </p:cNvPr>
          <p:cNvSpPr/>
          <p:nvPr/>
        </p:nvSpPr>
        <p:spPr>
          <a:xfrm>
            <a:off x="9907168" y="2285706"/>
            <a:ext cx="2286036" cy="2286039"/>
          </a:xfrm>
          <a:custGeom>
            <a:avLst/>
            <a:gdLst>
              <a:gd name="connsiteX0" fmla="*/ 2286033 w 2286036"/>
              <a:gd name="connsiteY0" fmla="*/ 0 h 2286039"/>
              <a:gd name="connsiteX1" fmla="*/ 2286037 w 2286036"/>
              <a:gd name="connsiteY1" fmla="*/ 2286036 h 2286039"/>
              <a:gd name="connsiteX2" fmla="*/ 0 w 2286036"/>
              <a:gd name="connsiteY2" fmla="*/ 2286039 h 2286039"/>
              <a:gd name="connsiteX3" fmla="*/ 2286033 w 2286036"/>
              <a:gd name="connsiteY3" fmla="*/ 0 h 2286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36" h="2286039">
                <a:moveTo>
                  <a:pt x="2286033" y="0"/>
                </a:moveTo>
                <a:lnTo>
                  <a:pt x="2286037" y="2286036"/>
                </a:lnTo>
                <a:lnTo>
                  <a:pt x="0" y="2286039"/>
                </a:lnTo>
                <a:lnTo>
                  <a:pt x="2286033" y="0"/>
                </a:lnTo>
                <a:close/>
              </a:path>
            </a:pathLst>
          </a:custGeom>
          <a:solidFill>
            <a:srgbClr val="00A14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28156B-733A-E015-B005-B2352FABCC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5" y="281884"/>
            <a:ext cx="914400" cy="4857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D769654-84DF-F3A4-AA96-CF3AB34A9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ijdelijke aanduiding voor tekst 26">
            <a:extLst>
              <a:ext uri="{FF2B5EF4-FFF2-40B4-BE49-F238E27FC236}">
                <a16:creationId xmlns:a16="http://schemas.microsoft.com/office/drawing/2014/main" id="{B0AC4634-2567-5C02-64AA-03E99D275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Date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04F83EB-068C-DEF0-6261-68679FF0E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Name</a:t>
            </a:r>
            <a:endParaRPr lang="en-BE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2FC02C50-EA58-B185-F07D-13121035B5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D1E4F7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en-BE"/>
          </a:p>
        </p:txBody>
      </p:sp>
      <p:sp>
        <p:nvSpPr>
          <p:cNvPr id="11" name="Picture Placeholder 342">
            <a:extLst>
              <a:ext uri="{FF2B5EF4-FFF2-40B4-BE49-F238E27FC236}">
                <a16:creationId xmlns:a16="http://schemas.microsoft.com/office/drawing/2014/main" id="{1C69DBB6-CB01-17DC-A53A-3AD090FDE7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3429" y="0"/>
            <a:ext cx="4898571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02683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pictures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79E433C-0540-F01E-B1B4-534F584EE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000" y="288000"/>
            <a:ext cx="914400" cy="4857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73ABB36-7C9E-22B4-A8FC-4A2D4C716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1996" y="2206486"/>
            <a:ext cx="5616000" cy="195941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6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ijdelijke aanduiding voor tekst 26">
            <a:extLst>
              <a:ext uri="{FF2B5EF4-FFF2-40B4-BE49-F238E27FC236}">
                <a16:creationId xmlns:a16="http://schemas.microsoft.com/office/drawing/2014/main" id="{E0A99706-3A4D-14BA-CB6B-7149017AF1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996" y="6189582"/>
            <a:ext cx="5616000" cy="3865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Date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B093B80-5D4D-CA33-D2C4-4596A0F54E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2163" y="5035550"/>
            <a:ext cx="5616575" cy="969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/>
              <a:t>Name</a:t>
            </a:r>
            <a:endParaRPr lang="en-B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19F916-8174-248E-3A91-979A8C17C7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997" y="4267200"/>
            <a:ext cx="5616742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en-BE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EB486D-771C-5C25-821B-1B997BC7FCDE}"/>
              </a:ext>
            </a:extLst>
          </p:cNvPr>
          <p:cNvGrpSpPr/>
          <p:nvPr userDrawn="1"/>
        </p:nvGrpSpPr>
        <p:grpSpPr>
          <a:xfrm>
            <a:off x="7619950" y="9236"/>
            <a:ext cx="4572050" cy="6857999"/>
            <a:chOff x="3577077" y="-168237"/>
            <a:chExt cx="4572050" cy="6857999"/>
          </a:xfrm>
          <a:solidFill>
            <a:srgbClr val="D1E4F7"/>
          </a:solidFill>
        </p:grpSpPr>
        <p:sp>
          <p:nvSpPr>
            <p:cNvPr id="8" name="Vrije vorm: vorm 15">
              <a:extLst>
                <a:ext uri="{FF2B5EF4-FFF2-40B4-BE49-F238E27FC236}">
                  <a16:creationId xmlns:a16="http://schemas.microsoft.com/office/drawing/2014/main" id="{C042B0B8-8B53-2B38-1FAF-C474E63108E7}"/>
                </a:ext>
              </a:extLst>
            </p:cNvPr>
            <p:cNvSpPr/>
            <p:nvPr userDrawn="1"/>
          </p:nvSpPr>
          <p:spPr>
            <a:xfrm>
              <a:off x="5863102" y="4403737"/>
              <a:ext cx="2286025" cy="2286025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" name="Vrije vorm: vorm 16">
              <a:extLst>
                <a:ext uri="{FF2B5EF4-FFF2-40B4-BE49-F238E27FC236}">
                  <a16:creationId xmlns:a16="http://schemas.microsoft.com/office/drawing/2014/main" id="{2C5B0466-C57A-E7EC-CA5D-B38C5C776D9F}"/>
                </a:ext>
              </a:extLst>
            </p:cNvPr>
            <p:cNvSpPr/>
            <p:nvPr userDrawn="1"/>
          </p:nvSpPr>
          <p:spPr>
            <a:xfrm rot="2700000">
              <a:off x="6197884" y="2452571"/>
              <a:ext cx="1616456" cy="1616456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: vorm 17">
              <a:extLst>
                <a:ext uri="{FF2B5EF4-FFF2-40B4-BE49-F238E27FC236}">
                  <a16:creationId xmlns:a16="http://schemas.microsoft.com/office/drawing/2014/main" id="{CCD5D24D-0DA2-3139-BE82-A4A4F7D4CD99}"/>
                </a:ext>
              </a:extLst>
            </p:cNvPr>
            <p:cNvSpPr/>
            <p:nvPr userDrawn="1"/>
          </p:nvSpPr>
          <p:spPr>
            <a:xfrm>
              <a:off x="3577077" y="211747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8">
              <a:extLst>
                <a:ext uri="{FF2B5EF4-FFF2-40B4-BE49-F238E27FC236}">
                  <a16:creationId xmlns:a16="http://schemas.microsoft.com/office/drawing/2014/main" id="{A8A35A09-C43E-D801-AE38-5EDA278067AA}"/>
                </a:ext>
              </a:extLst>
            </p:cNvPr>
            <p:cNvSpPr/>
            <p:nvPr userDrawn="1"/>
          </p:nvSpPr>
          <p:spPr>
            <a:xfrm>
              <a:off x="3577077" y="-168237"/>
              <a:ext cx="2286025" cy="2286025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20">
              <a:extLst>
                <a:ext uri="{FF2B5EF4-FFF2-40B4-BE49-F238E27FC236}">
                  <a16:creationId xmlns:a16="http://schemas.microsoft.com/office/drawing/2014/main" id="{8D7284FD-E1FE-0409-EA34-0347610ED3E4}"/>
                </a:ext>
              </a:extLst>
            </p:cNvPr>
            <p:cNvSpPr/>
            <p:nvPr userDrawn="1"/>
          </p:nvSpPr>
          <p:spPr>
            <a:xfrm>
              <a:off x="3577077" y="4403509"/>
              <a:ext cx="2286024" cy="1143012"/>
            </a:xfrm>
            <a:custGeom>
              <a:avLst/>
              <a:gdLst>
                <a:gd name="connsiteX0" fmla="*/ 2286025 w 2286024"/>
                <a:gd name="connsiteY0" fmla="*/ 1143012 h 1143012"/>
                <a:gd name="connsiteX1" fmla="*/ 0 w 2286024"/>
                <a:gd name="connsiteY1" fmla="*/ 1143012 h 1143012"/>
                <a:gd name="connsiteX2" fmla="*/ 1143012 w 2286024"/>
                <a:gd name="connsiteY2" fmla="*/ 0 h 1143012"/>
                <a:gd name="connsiteX3" fmla="*/ 2286025 w 2286024"/>
                <a:gd name="connsiteY3" fmla="*/ 1143012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4" h="1143012">
                  <a:moveTo>
                    <a:pt x="2286025" y="1143012"/>
                  </a:moveTo>
                  <a:lnTo>
                    <a:pt x="0" y="1143012"/>
                  </a:lnTo>
                  <a:cubicBezTo>
                    <a:pt x="0" y="511772"/>
                    <a:pt x="511784" y="0"/>
                    <a:pt x="1143012" y="0"/>
                  </a:cubicBezTo>
                  <a:cubicBezTo>
                    <a:pt x="1774241" y="0"/>
                    <a:pt x="2286025" y="511772"/>
                    <a:pt x="2286025" y="11430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21">
              <a:extLst>
                <a:ext uri="{FF2B5EF4-FFF2-40B4-BE49-F238E27FC236}">
                  <a16:creationId xmlns:a16="http://schemas.microsoft.com/office/drawing/2014/main" id="{038B6A0A-7A61-5921-5A70-7C557AE57B1D}"/>
                </a:ext>
              </a:extLst>
            </p:cNvPr>
            <p:cNvSpPr/>
            <p:nvPr userDrawn="1"/>
          </p:nvSpPr>
          <p:spPr>
            <a:xfrm>
              <a:off x="5863102" y="974214"/>
              <a:ext cx="2286025" cy="1143015"/>
            </a:xfrm>
            <a:custGeom>
              <a:avLst/>
              <a:gdLst>
                <a:gd name="connsiteX0" fmla="*/ 0 w 2286025"/>
                <a:gd name="connsiteY0" fmla="*/ 1143015 h 1143015"/>
                <a:gd name="connsiteX1" fmla="*/ 2286026 w 2286025"/>
                <a:gd name="connsiteY1" fmla="*/ 1143015 h 1143015"/>
                <a:gd name="connsiteX2" fmla="*/ 1143013 w 2286025"/>
                <a:gd name="connsiteY2" fmla="*/ 0 h 1143015"/>
                <a:gd name="connsiteX3" fmla="*/ 0 w 2286025"/>
                <a:gd name="connsiteY3" fmla="*/ 1143015 h 114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5">
                  <a:moveTo>
                    <a:pt x="0" y="1143015"/>
                  </a:moveTo>
                  <a:lnTo>
                    <a:pt x="2286026" y="1143015"/>
                  </a:lnTo>
                  <a:lnTo>
                    <a:pt x="1143013" y="0"/>
                  </a:lnTo>
                  <a:lnTo>
                    <a:pt x="0" y="114301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6E6DB-E106-7715-009C-A38370FB6D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15356" y="2289157"/>
            <a:ext cx="2286000" cy="228600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2308350-1190-C8AD-4EE4-BFF0510A64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01356" y="4590195"/>
            <a:ext cx="2286000" cy="2286000"/>
          </a:xfrm>
          <a:prstGeom prst="ellipse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7A2888C-1ADC-4683-2DB8-9A8A33210E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01356" y="2283332"/>
            <a:ext cx="2286000" cy="2286000"/>
          </a:xfrm>
          <a:prstGeom prst="diamond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53663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172C627-6B22-1CE4-C94A-AD37FEE634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9" y="288001"/>
            <a:ext cx="914395" cy="48577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94925F7-3367-5E1C-72A7-0F7C7D509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342899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1. Click to edit chapter title</a:t>
            </a:r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9D7874E6-8F32-E150-BAF7-B511F20500C6}"/>
              </a:ext>
            </a:extLst>
          </p:cNvPr>
          <p:cNvSpPr/>
          <p:nvPr/>
        </p:nvSpPr>
        <p:spPr>
          <a:xfrm>
            <a:off x="6319232" y="979711"/>
            <a:ext cx="1959432" cy="1959432"/>
          </a:xfrm>
          <a:custGeom>
            <a:avLst/>
            <a:gdLst>
              <a:gd name="connsiteX0" fmla="*/ 1959432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2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2" y="979716"/>
                </a:moveTo>
                <a:cubicBezTo>
                  <a:pt x="1959432" y="1520798"/>
                  <a:pt x="1520799" y="1959432"/>
                  <a:pt x="979716" y="1959432"/>
                </a:cubicBezTo>
                <a:cubicBezTo>
                  <a:pt x="438634" y="1959432"/>
                  <a:pt x="0" y="1520798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2" y="438634"/>
                  <a:pt x="1959432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2086703F-1C6B-9CEE-059F-79D72CC7F7D9}"/>
              </a:ext>
            </a:extLst>
          </p:cNvPr>
          <p:cNvSpPr/>
          <p:nvPr/>
        </p:nvSpPr>
        <p:spPr>
          <a:xfrm rot="18900000">
            <a:off x="10520734" y="5185526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94737E12-FD75-B42D-8730-33325832D72C}"/>
              </a:ext>
            </a:extLst>
          </p:cNvPr>
          <p:cNvSpPr/>
          <p:nvPr/>
        </p:nvSpPr>
        <p:spPr>
          <a:xfrm>
            <a:off x="8278655" y="2939135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3 w 1959432"/>
              <a:gd name="connsiteY1" fmla="*/ 0 h 1959432"/>
              <a:gd name="connsiteX2" fmla="*/ 1959433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3" y="0"/>
                </a:lnTo>
                <a:lnTo>
                  <a:pt x="1959433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8407AF6D-9000-F733-EA84-FF76C63BD23E}"/>
              </a:ext>
            </a:extLst>
          </p:cNvPr>
          <p:cNvSpPr/>
          <p:nvPr/>
        </p:nvSpPr>
        <p:spPr>
          <a:xfrm>
            <a:off x="8278655" y="4898567"/>
            <a:ext cx="1959432" cy="1959432"/>
          </a:xfrm>
          <a:custGeom>
            <a:avLst/>
            <a:gdLst>
              <a:gd name="connsiteX0" fmla="*/ 1959433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3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3" y="979716"/>
                </a:moveTo>
                <a:cubicBezTo>
                  <a:pt x="1959433" y="1520798"/>
                  <a:pt x="1520799" y="1959432"/>
                  <a:pt x="979716" y="1959432"/>
                </a:cubicBezTo>
                <a:cubicBezTo>
                  <a:pt x="438634" y="1959432"/>
                  <a:pt x="0" y="1520799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3" y="438634"/>
                  <a:pt x="1959433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14ADAA3-453A-9C26-2FBA-422163CFD1A2}"/>
              </a:ext>
            </a:extLst>
          </p:cNvPr>
          <p:cNvSpPr/>
          <p:nvPr/>
        </p:nvSpPr>
        <p:spPr>
          <a:xfrm>
            <a:off x="8278655" y="1959427"/>
            <a:ext cx="1959432" cy="979716"/>
          </a:xfrm>
          <a:custGeom>
            <a:avLst/>
            <a:gdLst>
              <a:gd name="connsiteX0" fmla="*/ 1959432 w 1959432"/>
              <a:gd name="connsiteY0" fmla="*/ 1 h 979716"/>
              <a:gd name="connsiteX1" fmla="*/ 0 w 1959432"/>
              <a:gd name="connsiteY1" fmla="*/ 0 h 979716"/>
              <a:gd name="connsiteX2" fmla="*/ 979715 w 1959432"/>
              <a:gd name="connsiteY2" fmla="*/ 979717 h 979716"/>
              <a:gd name="connsiteX3" fmla="*/ 1959432 w 1959432"/>
              <a:gd name="connsiteY3" fmla="*/ 1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1"/>
                </a:moveTo>
                <a:lnTo>
                  <a:pt x="0" y="0"/>
                </a:lnTo>
                <a:cubicBezTo>
                  <a:pt x="0" y="541049"/>
                  <a:pt x="438667" y="979716"/>
                  <a:pt x="979715" y="979717"/>
                </a:cubicBezTo>
                <a:cubicBezTo>
                  <a:pt x="1520764" y="979717"/>
                  <a:pt x="1959432" y="541049"/>
                  <a:pt x="1959432" y="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13A82B70-3E4B-D590-C7AB-B541A730BDE4}"/>
              </a:ext>
            </a:extLst>
          </p:cNvPr>
          <p:cNvSpPr/>
          <p:nvPr/>
        </p:nvSpPr>
        <p:spPr>
          <a:xfrm>
            <a:off x="6319232" y="-4"/>
            <a:ext cx="1959432" cy="979716"/>
          </a:xfrm>
          <a:custGeom>
            <a:avLst/>
            <a:gdLst>
              <a:gd name="connsiteX0" fmla="*/ 0 w 1959432"/>
              <a:gd name="connsiteY0" fmla="*/ 979716 h 979716"/>
              <a:gd name="connsiteX1" fmla="*/ 1959432 w 1959432"/>
              <a:gd name="connsiteY1" fmla="*/ 979716 h 979716"/>
              <a:gd name="connsiteX2" fmla="*/ 979716 w 1959432"/>
              <a:gd name="connsiteY2" fmla="*/ 0 h 979716"/>
              <a:gd name="connsiteX3" fmla="*/ 0 w 1959432"/>
              <a:gd name="connsiteY3" fmla="*/ 979716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0" y="979716"/>
                </a:moveTo>
                <a:lnTo>
                  <a:pt x="1959432" y="979716"/>
                </a:lnTo>
                <a:lnTo>
                  <a:pt x="979716" y="0"/>
                </a:lnTo>
                <a:lnTo>
                  <a:pt x="0" y="9797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F269EE7-C1AF-3F62-C49F-070358B3ED1D}"/>
              </a:ext>
            </a:extLst>
          </p:cNvPr>
          <p:cNvSpPr/>
          <p:nvPr/>
        </p:nvSpPr>
        <p:spPr>
          <a:xfrm>
            <a:off x="6319241" y="2939143"/>
            <a:ext cx="1959414" cy="979707"/>
          </a:xfrm>
          <a:custGeom>
            <a:avLst/>
            <a:gdLst>
              <a:gd name="connsiteX0" fmla="*/ 1959415 w 1959414"/>
              <a:gd name="connsiteY0" fmla="*/ 0 h 979707"/>
              <a:gd name="connsiteX1" fmla="*/ 0 w 1959414"/>
              <a:gd name="connsiteY1" fmla="*/ 1 h 979707"/>
              <a:gd name="connsiteX2" fmla="*/ 979708 w 1959414"/>
              <a:gd name="connsiteY2" fmla="*/ 979708 h 979707"/>
              <a:gd name="connsiteX3" fmla="*/ 1959415 w 1959414"/>
              <a:gd name="connsiteY3" fmla="*/ 0 h 979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14" h="979707">
                <a:moveTo>
                  <a:pt x="1959415" y="0"/>
                </a:moveTo>
                <a:lnTo>
                  <a:pt x="0" y="1"/>
                </a:lnTo>
                <a:lnTo>
                  <a:pt x="979708" y="979708"/>
                </a:lnTo>
                <a:lnTo>
                  <a:pt x="1959415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BD6879C0-8027-C467-721B-B6EA184AF2D1}"/>
              </a:ext>
            </a:extLst>
          </p:cNvPr>
          <p:cNvSpPr/>
          <p:nvPr/>
        </p:nvSpPr>
        <p:spPr>
          <a:xfrm rot="8100000">
            <a:off x="4646758" y="289739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80F902A1-E45C-814F-FECF-6D8954C7AEB7}"/>
              </a:ext>
            </a:extLst>
          </p:cNvPr>
          <p:cNvSpPr/>
          <p:nvPr userDrawn="1"/>
        </p:nvSpPr>
        <p:spPr>
          <a:xfrm rot="10800000">
            <a:off x="2400367" y="2781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2 w 1959432"/>
              <a:gd name="connsiteY1" fmla="*/ 0 h 1959432"/>
              <a:gd name="connsiteX2" fmla="*/ 1959432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2" y="0"/>
                </a:lnTo>
                <a:lnTo>
                  <a:pt x="1959432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ECF82274-B301-1AF4-CC14-71F8F6BD4890}"/>
              </a:ext>
            </a:extLst>
          </p:cNvPr>
          <p:cNvSpPr/>
          <p:nvPr/>
        </p:nvSpPr>
        <p:spPr>
          <a:xfrm>
            <a:off x="4359799" y="1962213"/>
            <a:ext cx="1959432" cy="979716"/>
          </a:xfrm>
          <a:custGeom>
            <a:avLst/>
            <a:gdLst>
              <a:gd name="connsiteX0" fmla="*/ 1959432 w 1959432"/>
              <a:gd name="connsiteY0" fmla="*/ 0 h 979716"/>
              <a:gd name="connsiteX1" fmla="*/ 0 w 1959432"/>
              <a:gd name="connsiteY1" fmla="*/ 1 h 979716"/>
              <a:gd name="connsiteX2" fmla="*/ 979717 w 1959432"/>
              <a:gd name="connsiteY2" fmla="*/ 979716 h 979716"/>
              <a:gd name="connsiteX3" fmla="*/ 1959432 w 1959432"/>
              <a:gd name="connsiteY3" fmla="*/ 0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0"/>
                </a:moveTo>
                <a:lnTo>
                  <a:pt x="0" y="1"/>
                </a:lnTo>
                <a:cubicBezTo>
                  <a:pt x="0" y="541049"/>
                  <a:pt x="438668" y="979717"/>
                  <a:pt x="979717" y="979716"/>
                </a:cubicBezTo>
                <a:cubicBezTo>
                  <a:pt x="1520765" y="979716"/>
                  <a:pt x="1959433" y="541048"/>
                  <a:pt x="1959432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6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4382B98-F52A-356D-3C7F-C910A58C63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6338" y="2299097"/>
            <a:ext cx="4491426" cy="228600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5ED613-E63C-1A40-8BA6-A1E7EC1B8441}"/>
              </a:ext>
            </a:extLst>
          </p:cNvPr>
          <p:cNvCxnSpPr>
            <a:cxnSpLocks/>
          </p:cNvCxnSpPr>
          <p:nvPr userDrawn="1"/>
        </p:nvCxnSpPr>
        <p:spPr>
          <a:xfrm>
            <a:off x="5332687" y="2151613"/>
            <a:ext cx="0" cy="2605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D2D1E3A-2AAA-BB69-2B3E-0CFC160254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055" y="2298478"/>
            <a:ext cx="4571975" cy="2286007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4800" b="1">
                <a:solidFill>
                  <a:schemeClr val="tx1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5E0F4D-D704-5EE7-5BD6-FBFC12DB1897}"/>
              </a:ext>
            </a:extLst>
          </p:cNvPr>
          <p:cNvGrpSpPr/>
          <p:nvPr userDrawn="1"/>
        </p:nvGrpSpPr>
        <p:grpSpPr>
          <a:xfrm>
            <a:off x="6486555" y="-8"/>
            <a:ext cx="5705445" cy="6858008"/>
            <a:chOff x="6459109" y="-8"/>
            <a:chExt cx="5735424" cy="6894043"/>
          </a:xfrm>
        </p:grpSpPr>
        <p:sp>
          <p:nvSpPr>
            <p:cNvPr id="18" name="Vrije vorm: vorm 9">
              <a:extLst>
                <a:ext uri="{FF2B5EF4-FFF2-40B4-BE49-F238E27FC236}">
                  <a16:creationId xmlns:a16="http://schemas.microsoft.com/office/drawing/2014/main" id="{C75DACDE-E7EC-DE63-0CB5-ECE0306FA2D1}"/>
                </a:ext>
              </a:extLst>
            </p:cNvPr>
            <p:cNvSpPr/>
            <p:nvPr userDrawn="1"/>
          </p:nvSpPr>
          <p:spPr>
            <a:xfrm flipH="1">
              <a:off x="6459109" y="4604722"/>
              <a:ext cx="2289313" cy="228931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: vorm 18">
              <a:extLst>
                <a:ext uri="{FF2B5EF4-FFF2-40B4-BE49-F238E27FC236}">
                  <a16:creationId xmlns:a16="http://schemas.microsoft.com/office/drawing/2014/main" id="{A0EC596D-4717-F121-FDF3-7E08940E4701}"/>
                </a:ext>
              </a:extLst>
            </p:cNvPr>
            <p:cNvSpPr/>
            <p:nvPr userDrawn="1"/>
          </p:nvSpPr>
          <p:spPr>
            <a:xfrm flipH="1">
              <a:off x="9893073" y="-8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: vorm 11">
              <a:extLst>
                <a:ext uri="{FF2B5EF4-FFF2-40B4-BE49-F238E27FC236}">
                  <a16:creationId xmlns:a16="http://schemas.microsoft.com/office/drawing/2014/main" id="{4EB34652-C23D-42D0-EAFD-AE0AD02690D0}"/>
                </a:ext>
              </a:extLst>
            </p:cNvPr>
            <p:cNvSpPr/>
            <p:nvPr/>
          </p:nvSpPr>
          <p:spPr>
            <a:xfrm>
              <a:off x="8752365" y="4581825"/>
              <a:ext cx="1144651" cy="2289302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16">
              <a:extLst>
                <a:ext uri="{FF2B5EF4-FFF2-40B4-BE49-F238E27FC236}">
                  <a16:creationId xmlns:a16="http://schemas.microsoft.com/office/drawing/2014/main" id="{0A4A98AD-D827-0E2D-8305-081B14717334}"/>
                </a:ext>
              </a:extLst>
            </p:cNvPr>
            <p:cNvSpPr/>
            <p:nvPr userDrawn="1"/>
          </p:nvSpPr>
          <p:spPr>
            <a:xfrm rot="18900000" flipH="1">
              <a:off x="7935202" y="345697"/>
              <a:ext cx="1618773" cy="1618773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" name="Vrije vorm: vorm 17">
              <a:extLst>
                <a:ext uri="{FF2B5EF4-FFF2-40B4-BE49-F238E27FC236}">
                  <a16:creationId xmlns:a16="http://schemas.microsoft.com/office/drawing/2014/main" id="{4B9606F0-4E05-AE28-10B9-ADE63164B28B}"/>
                </a:ext>
              </a:extLst>
            </p:cNvPr>
            <p:cNvSpPr/>
            <p:nvPr userDrawn="1"/>
          </p:nvSpPr>
          <p:spPr>
            <a:xfrm>
              <a:off x="9905975" y="229580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" name="Vrije vorm: vorm 18">
              <a:extLst>
                <a:ext uri="{FF2B5EF4-FFF2-40B4-BE49-F238E27FC236}">
                  <a16:creationId xmlns:a16="http://schemas.microsoft.com/office/drawing/2014/main" id="{AAB3C64C-1F3E-C5C8-A6F1-5F8F861E80D6}"/>
                </a:ext>
              </a:extLst>
            </p:cNvPr>
            <p:cNvSpPr/>
            <p:nvPr userDrawn="1"/>
          </p:nvSpPr>
          <p:spPr>
            <a:xfrm flipH="1">
              <a:off x="9905231" y="4581825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75E3789D-3585-F958-EF40-CE12185BCE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9" y="288001"/>
            <a:ext cx="914395" cy="48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109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6B32-B4FE-C49A-FCAA-16FA6107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8592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5183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34CE09-B55D-55FB-8D4D-D437CC047A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34" y="0"/>
            <a:ext cx="5780865" cy="6858000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16148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34CE09-B55D-55FB-8D4D-D437CC047A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5164" y="0"/>
            <a:ext cx="5780865" cy="6858000"/>
          </a:xfrm>
          <a:prstGeom prst="rect">
            <a:avLst/>
          </a:prstGeom>
        </p:spPr>
        <p:txBody>
          <a:bodyPr/>
          <a:lstStyle/>
          <a:p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569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92BD40-8862-2BF5-57C7-5DD0CD67407D}"/>
              </a:ext>
            </a:extLst>
          </p:cNvPr>
          <p:cNvSpPr/>
          <p:nvPr userDrawn="1"/>
        </p:nvSpPr>
        <p:spPr>
          <a:xfrm>
            <a:off x="0" y="0"/>
            <a:ext cx="57757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47D328-C1FC-DBD4-5B51-18F689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B2AFF7-54A2-B63D-267C-D90444BA2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3296F21-DE6D-2C73-089E-A813135E54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741" y="6421126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titel 1">
            <a:extLst>
              <a:ext uri="{FF2B5EF4-FFF2-40B4-BE49-F238E27FC236}">
                <a16:creationId xmlns:a16="http://schemas.microsoft.com/office/drawing/2014/main" id="{752C6DDF-7D23-2B36-06F0-BF7E049D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125A134B-4472-3C4F-313C-1F720D46F8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92000" y="1941197"/>
            <a:ext cx="10608000" cy="4605686"/>
          </a:xfrm>
        </p:spPr>
        <p:txBody>
          <a:bodyPr/>
          <a:lstStyle>
            <a:lvl1pPr>
              <a:lnSpc>
                <a:spcPct val="114000"/>
              </a:lnSpc>
              <a:buClr>
                <a:srgbClr val="507AC2"/>
              </a:buClr>
              <a:defRPr/>
            </a:lvl1pPr>
            <a:lvl2pPr>
              <a:lnSpc>
                <a:spcPct val="114000"/>
              </a:lnSpc>
              <a:buClr>
                <a:srgbClr val="507AC2"/>
              </a:buClr>
              <a:defRPr/>
            </a:lvl2pPr>
            <a:lvl3pPr>
              <a:lnSpc>
                <a:spcPct val="114000"/>
              </a:lnSpc>
              <a:buClr>
                <a:srgbClr val="507AC2"/>
              </a:buClr>
              <a:defRPr/>
            </a:lvl3pPr>
            <a:lvl4pPr>
              <a:lnSpc>
                <a:spcPct val="114000"/>
              </a:lnSpc>
              <a:buClr>
                <a:srgbClr val="507AC2"/>
              </a:buClr>
              <a:defRPr/>
            </a:lvl4pPr>
            <a:lvl5pPr>
              <a:lnSpc>
                <a:spcPct val="114000"/>
              </a:lnSpc>
              <a:buClr>
                <a:srgbClr val="507AC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4109B49-8E9B-045A-4FF2-6C1EEAF69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5200" y="6596579"/>
            <a:ext cx="4114800" cy="1520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76752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AE88-3FEC-89FE-0362-66D96E3C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72628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DFC3B-9EC7-1340-524C-DF707D0F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D63CE-2897-9F64-A5C3-02628C0464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rgbClr val="FFFFFF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rgbClr val="FFFFFF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rgbClr val="FFFFFF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rgbClr val="FFFFFF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5354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D526F1-EF5F-C379-28A4-1F3EFEFE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4266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575569-F224-9A43-172D-0BE738F351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923B97E-728A-EA5A-6DBA-70537DEB04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34" y="0"/>
            <a:ext cx="5780865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71685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3648548-5641-5B2A-5101-3E3091B69A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5164" y="0"/>
            <a:ext cx="5780865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B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96D5B0-A0D8-8702-A825-BF683D41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C622AC-9F46-7666-8A37-571374A590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3097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F96D5B0-A0D8-8702-A825-BF683D41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301" y="365125"/>
            <a:ext cx="494266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C622AC-9F46-7666-8A37-571374A590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16301" y="1792288"/>
            <a:ext cx="4942668" cy="4700587"/>
          </a:xfrm>
          <a:prstGeom prst="rect">
            <a:avLst/>
          </a:prstGeom>
        </p:spPr>
        <p:txBody>
          <a:bodyPr/>
          <a:lstStyle>
            <a:lvl1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1pPr>
            <a:lvl2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2pPr>
            <a:lvl3pPr>
              <a:buClr>
                <a:srgbClr val="D1E4F7"/>
              </a:buClr>
              <a:defRPr sz="2800">
                <a:solidFill>
                  <a:schemeClr val="bg1"/>
                </a:solidFill>
              </a:defRPr>
            </a:lvl3pPr>
            <a:lvl4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rgbClr val="D1E4F7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7A5706-976A-D89B-951F-6A97BA5FAEF2}"/>
              </a:ext>
            </a:extLst>
          </p:cNvPr>
          <p:cNvSpPr/>
          <p:nvPr userDrawn="1"/>
        </p:nvSpPr>
        <p:spPr>
          <a:xfrm>
            <a:off x="0" y="0"/>
            <a:ext cx="5775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673E151-F661-602B-4DB9-9213B6E4C2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15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ful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D785F4-84F3-536F-6440-66F991F2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8847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ful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D785F4-84F3-536F-6440-66F991F2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9DE4-34A8-6015-30D9-04F6F47C0AC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2288"/>
            <a:ext cx="10515600" cy="4700587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1pPr>
            <a:lvl2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2pPr>
            <a:lvl3pPr>
              <a:buClr>
                <a:schemeClr val="tx2"/>
              </a:buClr>
              <a:defRPr sz="2800">
                <a:solidFill>
                  <a:schemeClr val="tx1">
                    <a:alpha val="85000"/>
                  </a:schemeClr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1">
                    <a:alpha val="8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098406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e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ep 39">
            <a:extLst>
              <a:ext uri="{FF2B5EF4-FFF2-40B4-BE49-F238E27FC236}">
                <a16:creationId xmlns:a16="http://schemas.microsoft.com/office/drawing/2014/main" id="{CEECD2BF-9A47-1D71-56C2-A9741D6E7672}"/>
              </a:ext>
            </a:extLst>
          </p:cNvPr>
          <p:cNvGrpSpPr/>
          <p:nvPr/>
        </p:nvGrpSpPr>
        <p:grpSpPr>
          <a:xfrm>
            <a:off x="0" y="0"/>
            <a:ext cx="12194630" cy="4879630"/>
            <a:chOff x="0" y="0"/>
            <a:chExt cx="12194630" cy="4879630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0" y="2439819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7672321" y="2796523"/>
              <a:ext cx="1725199" cy="1725199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7311261" y="8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 rot="10800000">
              <a:off x="4872558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4875204" y="2439816"/>
              <a:ext cx="2439813" cy="2439814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rgbClr val="FBB70C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0" y="0"/>
              <a:ext cx="4872558" cy="2440421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9752177" y="0"/>
              <a:ext cx="2439823" cy="243982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 rot="10800000">
              <a:off x="6092462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2436503" y="2439818"/>
              <a:ext cx="2439811" cy="2439811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5400000">
              <a:off x="9144314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6200000">
              <a:off x="10364772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0" name="Tijdelijke aanduiding voor tekst 26">
            <a:extLst>
              <a:ext uri="{FF2B5EF4-FFF2-40B4-BE49-F238E27FC236}">
                <a16:creationId xmlns:a16="http://schemas.microsoft.com/office/drawing/2014/main" id="{040DDA4E-DCB6-FDBA-CC4C-07183759BB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7496" y="5902566"/>
            <a:ext cx="5814872" cy="562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334C4DC-FB10-F75D-671B-5C7FE03C0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82075" y="5902685"/>
            <a:ext cx="914400" cy="485775"/>
          </a:xfrm>
          <a:prstGeom prst="rect">
            <a:avLst/>
          </a:prstGeom>
        </p:spPr>
      </p:pic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457BF113-0FED-881D-D3F9-480737E7A0DD}"/>
              </a:ext>
            </a:extLst>
          </p:cNvPr>
          <p:cNvSpPr>
            <a:spLocks noChangeAspect="1"/>
          </p:cNvSpPr>
          <p:nvPr/>
        </p:nvSpPr>
        <p:spPr>
          <a:xfrm>
            <a:off x="791995" y="5902566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8522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e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A334C4DC-FB10-F75D-671B-5C7FE03C0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82075" y="5902685"/>
            <a:ext cx="914400" cy="485775"/>
          </a:xfrm>
          <a:prstGeom prst="rect">
            <a:avLst/>
          </a:prstGeom>
        </p:spPr>
      </p:pic>
      <p:grpSp>
        <p:nvGrpSpPr>
          <p:cNvPr id="9" name="Groep 8">
            <a:extLst>
              <a:ext uri="{FF2B5EF4-FFF2-40B4-BE49-F238E27FC236}">
                <a16:creationId xmlns:a16="http://schemas.microsoft.com/office/drawing/2014/main" id="{7B919BA6-3D2A-88FF-45AB-AC9063EC3022}"/>
              </a:ext>
            </a:extLst>
          </p:cNvPr>
          <p:cNvGrpSpPr/>
          <p:nvPr/>
        </p:nvGrpSpPr>
        <p:grpSpPr>
          <a:xfrm>
            <a:off x="0" y="0"/>
            <a:ext cx="12192000" cy="3488945"/>
            <a:chOff x="1356" y="0"/>
            <a:chExt cx="12828299" cy="3671033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3667990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270079" y="264774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10996214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>
              <a:off x="1834784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9157238" y="1837590"/>
              <a:ext cx="1833442" cy="1833443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5501203" y="3069"/>
              <a:ext cx="3661573" cy="1833899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1835005" y="0"/>
              <a:ext cx="1833450" cy="1833450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>
              <a:off x="2751503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1356" y="1829706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10800000">
              <a:off x="3667990" y="1837176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0800000">
              <a:off x="3667990" y="2754312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Vrije vorm: vorm 3">
              <a:extLst>
                <a:ext uri="{FF2B5EF4-FFF2-40B4-BE49-F238E27FC236}">
                  <a16:creationId xmlns:a16="http://schemas.microsoft.com/office/drawing/2014/main" id="{60FE7206-1049-6B41-788A-BAEC3C020AFA}"/>
                </a:ext>
              </a:extLst>
            </p:cNvPr>
            <p:cNvSpPr/>
            <p:nvPr/>
          </p:nvSpPr>
          <p:spPr>
            <a:xfrm rot="10800000">
              <a:off x="9162776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" name="Vrije vorm: vorm 4">
              <a:extLst>
                <a:ext uri="{FF2B5EF4-FFF2-40B4-BE49-F238E27FC236}">
                  <a16:creationId xmlns:a16="http://schemas.microsoft.com/office/drawing/2014/main" id="{9437E92E-F83D-DC2C-C47E-E48C4727AA40}"/>
                </a:ext>
              </a:extLst>
            </p:cNvPr>
            <p:cNvSpPr/>
            <p:nvPr/>
          </p:nvSpPr>
          <p:spPr>
            <a:xfrm rot="10800000">
              <a:off x="10079495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F0FFA529-C256-1DCB-0625-15A90B8D7075}"/>
                </a:ext>
              </a:extLst>
            </p:cNvPr>
            <p:cNvSpPr/>
            <p:nvPr/>
          </p:nvSpPr>
          <p:spPr>
            <a:xfrm>
              <a:off x="5496143" y="1829706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529262A7-C1B8-3CF7-463A-90C66ED978DA}"/>
                </a:ext>
              </a:extLst>
            </p:cNvPr>
            <p:cNvSpPr/>
            <p:nvPr/>
          </p:nvSpPr>
          <p:spPr>
            <a:xfrm rot="10800000">
              <a:off x="7329335" y="1837593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DC8F7948-952E-29E1-9A9B-D5BE31C3C9A8}"/>
                </a:ext>
              </a:extLst>
            </p:cNvPr>
            <p:cNvSpPr/>
            <p:nvPr/>
          </p:nvSpPr>
          <p:spPr>
            <a:xfrm rot="2700000">
              <a:off x="11259110" y="2098206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43FB04AE-16F6-AE58-CA2D-5E7F842597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4272986"/>
            <a:ext cx="5304000" cy="18725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8" name="Tijdelijke aanduiding voor tekst 26">
            <a:extLst>
              <a:ext uri="{FF2B5EF4-FFF2-40B4-BE49-F238E27FC236}">
                <a16:creationId xmlns:a16="http://schemas.microsoft.com/office/drawing/2014/main" id="{1DE097B5-F977-F334-5086-11E8A78C6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0003" y="4268857"/>
            <a:ext cx="3726472" cy="1296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08347D6B-4806-152E-DD72-B44EFF6FE605}"/>
              </a:ext>
            </a:extLst>
          </p:cNvPr>
          <p:cNvSpPr>
            <a:spLocks noChangeAspect="1"/>
          </p:cNvSpPr>
          <p:nvPr/>
        </p:nvSpPr>
        <p:spPr>
          <a:xfrm>
            <a:off x="6964502" y="4268857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0866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end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B92E722-A1F2-E192-63DB-1754A87ED2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82075" y="5902566"/>
            <a:ext cx="914400" cy="485775"/>
          </a:xfrm>
          <a:prstGeom prst="rect">
            <a:avLst/>
          </a:prstGeom>
        </p:spPr>
      </p:pic>
      <p:sp>
        <p:nvSpPr>
          <p:cNvPr id="30" name="Tijdelijke aanduiding voor tekst 26">
            <a:extLst>
              <a:ext uri="{FF2B5EF4-FFF2-40B4-BE49-F238E27FC236}">
                <a16:creationId xmlns:a16="http://schemas.microsoft.com/office/drawing/2014/main" id="{040DDA4E-DCB6-FDBA-CC4C-07183759BB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7496" y="5902566"/>
            <a:ext cx="5814872" cy="562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36" name="Vrije vorm: vorm 35">
            <a:extLst>
              <a:ext uri="{FF2B5EF4-FFF2-40B4-BE49-F238E27FC236}">
                <a16:creationId xmlns:a16="http://schemas.microsoft.com/office/drawing/2014/main" id="{457BF113-0FED-881D-D3F9-480737E7A0DD}"/>
              </a:ext>
            </a:extLst>
          </p:cNvPr>
          <p:cNvSpPr>
            <a:spLocks noChangeAspect="1"/>
          </p:cNvSpPr>
          <p:nvPr/>
        </p:nvSpPr>
        <p:spPr>
          <a:xfrm>
            <a:off x="791995" y="5902566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EB7A8C9-A0CF-CA2C-72EC-3DAFC8609B0F}"/>
              </a:ext>
            </a:extLst>
          </p:cNvPr>
          <p:cNvGrpSpPr/>
          <p:nvPr/>
        </p:nvGrpSpPr>
        <p:grpSpPr>
          <a:xfrm>
            <a:off x="0" y="0"/>
            <a:ext cx="12194630" cy="4879630"/>
            <a:chOff x="0" y="0"/>
            <a:chExt cx="12194630" cy="4879630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399869FA-D253-8BB4-38AA-1B852323535C}"/>
                </a:ext>
              </a:extLst>
            </p:cNvPr>
            <p:cNvSpPr/>
            <p:nvPr/>
          </p:nvSpPr>
          <p:spPr>
            <a:xfrm>
              <a:off x="0" y="2439819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rgbClr val="00A14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C35772DD-53DE-CFEB-1FAC-4D509FC0FA36}"/>
                </a:ext>
              </a:extLst>
            </p:cNvPr>
            <p:cNvSpPr/>
            <p:nvPr/>
          </p:nvSpPr>
          <p:spPr>
            <a:xfrm rot="2700000">
              <a:off x="7672321" y="2796523"/>
              <a:ext cx="1725199" cy="1725199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9" name="Vrije vorm: vorm 28">
              <a:extLst>
                <a:ext uri="{FF2B5EF4-FFF2-40B4-BE49-F238E27FC236}">
                  <a16:creationId xmlns:a16="http://schemas.microsoft.com/office/drawing/2014/main" id="{EBF7AA89-4192-DE80-15A1-6176A69496A6}"/>
                </a:ext>
              </a:extLst>
            </p:cNvPr>
            <p:cNvSpPr/>
            <p:nvPr/>
          </p:nvSpPr>
          <p:spPr>
            <a:xfrm>
              <a:off x="7311261" y="8"/>
              <a:ext cx="2439811" cy="2439811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8CA819EA-8739-A14D-2D18-5C32F4FF0FED}"/>
                </a:ext>
              </a:extLst>
            </p:cNvPr>
            <p:cNvSpPr/>
            <p:nvPr/>
          </p:nvSpPr>
          <p:spPr>
            <a:xfrm rot="10800000">
              <a:off x="4872558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F369B62F-76FA-B585-4EB8-4F2B669BB002}"/>
                </a:ext>
              </a:extLst>
            </p:cNvPr>
            <p:cNvSpPr/>
            <p:nvPr/>
          </p:nvSpPr>
          <p:spPr>
            <a:xfrm rot="10800000">
              <a:off x="4875204" y="2439816"/>
              <a:ext cx="2439813" cy="2439814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rgbClr val="FBB70C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34" name="Vrije vorm: vorm 33">
              <a:extLst>
                <a:ext uri="{FF2B5EF4-FFF2-40B4-BE49-F238E27FC236}">
                  <a16:creationId xmlns:a16="http://schemas.microsoft.com/office/drawing/2014/main" id="{E54444B7-1442-E4D6-0F66-19D1AF25DD78}"/>
                </a:ext>
              </a:extLst>
            </p:cNvPr>
            <p:cNvSpPr/>
            <p:nvPr/>
          </p:nvSpPr>
          <p:spPr>
            <a:xfrm>
              <a:off x="0" y="0"/>
              <a:ext cx="4872558" cy="2440421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35" name="Vrije vorm: vorm 34">
              <a:extLst>
                <a:ext uri="{FF2B5EF4-FFF2-40B4-BE49-F238E27FC236}">
                  <a16:creationId xmlns:a16="http://schemas.microsoft.com/office/drawing/2014/main" id="{B9542184-1726-825C-0E63-9970ACBF8780}"/>
                </a:ext>
              </a:extLst>
            </p:cNvPr>
            <p:cNvSpPr/>
            <p:nvPr/>
          </p:nvSpPr>
          <p:spPr>
            <a:xfrm>
              <a:off x="9752177" y="0"/>
              <a:ext cx="2439823" cy="243982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" name="Vrije vorm: vorm 36">
              <a:extLst>
                <a:ext uri="{FF2B5EF4-FFF2-40B4-BE49-F238E27FC236}">
                  <a16:creationId xmlns:a16="http://schemas.microsoft.com/office/drawing/2014/main" id="{338163DE-406C-D74C-77C8-EB0938CE5415}"/>
                </a:ext>
              </a:extLst>
            </p:cNvPr>
            <p:cNvSpPr/>
            <p:nvPr/>
          </p:nvSpPr>
          <p:spPr>
            <a:xfrm rot="10800000">
              <a:off x="6092462" y="613"/>
              <a:ext cx="1219906" cy="2439811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" name="Vrije vorm: vorm 37">
              <a:extLst>
                <a:ext uri="{FF2B5EF4-FFF2-40B4-BE49-F238E27FC236}">
                  <a16:creationId xmlns:a16="http://schemas.microsoft.com/office/drawing/2014/main" id="{D4AA38CC-0CF1-283A-A334-0A47D8A86A74}"/>
                </a:ext>
              </a:extLst>
            </p:cNvPr>
            <p:cNvSpPr/>
            <p:nvPr/>
          </p:nvSpPr>
          <p:spPr>
            <a:xfrm rot="10800000">
              <a:off x="2436503" y="2439818"/>
              <a:ext cx="2439811" cy="2439811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9" name="Vrije vorm: vorm 38">
              <a:extLst>
                <a:ext uri="{FF2B5EF4-FFF2-40B4-BE49-F238E27FC236}">
                  <a16:creationId xmlns:a16="http://schemas.microsoft.com/office/drawing/2014/main" id="{A9CE4EB0-A0FC-4DF3-14C1-33C6C3363551}"/>
                </a:ext>
              </a:extLst>
            </p:cNvPr>
            <p:cNvSpPr/>
            <p:nvPr/>
          </p:nvSpPr>
          <p:spPr>
            <a:xfrm rot="5400000">
              <a:off x="9144314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" name="Vrije vorm: vorm 39">
              <a:extLst>
                <a:ext uri="{FF2B5EF4-FFF2-40B4-BE49-F238E27FC236}">
                  <a16:creationId xmlns:a16="http://schemas.microsoft.com/office/drawing/2014/main" id="{5721DBB0-BD72-473D-5AEA-59403DC4F6B8}"/>
                </a:ext>
              </a:extLst>
            </p:cNvPr>
            <p:cNvSpPr/>
            <p:nvPr/>
          </p:nvSpPr>
          <p:spPr>
            <a:xfrm rot="16200000">
              <a:off x="10364772" y="3049175"/>
              <a:ext cx="2439811" cy="1219905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046726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end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ep 8">
            <a:extLst>
              <a:ext uri="{FF2B5EF4-FFF2-40B4-BE49-F238E27FC236}">
                <a16:creationId xmlns:a16="http://schemas.microsoft.com/office/drawing/2014/main" id="{7B919BA6-3D2A-88FF-45AB-AC9063EC3022}"/>
              </a:ext>
            </a:extLst>
          </p:cNvPr>
          <p:cNvGrpSpPr/>
          <p:nvPr/>
        </p:nvGrpSpPr>
        <p:grpSpPr>
          <a:xfrm>
            <a:off x="0" y="0"/>
            <a:ext cx="12192000" cy="3488945"/>
            <a:chOff x="1356" y="0"/>
            <a:chExt cx="12828299" cy="3671033"/>
          </a:xfrm>
        </p:grpSpPr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4A604E13-2276-D5DE-3D58-6EFB8E3967FB}"/>
                </a:ext>
              </a:extLst>
            </p:cNvPr>
            <p:cNvSpPr/>
            <p:nvPr/>
          </p:nvSpPr>
          <p:spPr>
            <a:xfrm>
              <a:off x="3667990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1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1" y="1774281"/>
                    <a:pt x="1" y="1143013"/>
                  </a:cubicBezTo>
                  <a:cubicBezTo>
                    <a:pt x="1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50B16225-2A86-355A-C1EF-3C85ECF0C92D}"/>
                </a:ext>
              </a:extLst>
            </p:cNvPr>
            <p:cNvSpPr/>
            <p:nvPr/>
          </p:nvSpPr>
          <p:spPr>
            <a:xfrm rot="2700000">
              <a:off x="270079" y="264774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8">
              <a:extLst>
                <a:ext uri="{FF2B5EF4-FFF2-40B4-BE49-F238E27FC236}">
                  <a16:creationId xmlns:a16="http://schemas.microsoft.com/office/drawing/2014/main" id="{932E4208-D2A2-676D-678E-A1239FD82EAD}"/>
                </a:ext>
              </a:extLst>
            </p:cNvPr>
            <p:cNvSpPr/>
            <p:nvPr/>
          </p:nvSpPr>
          <p:spPr>
            <a:xfrm>
              <a:off x="10996214" y="3321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3E396590-C55C-AB05-C09C-CBC7682089C4}"/>
                </a:ext>
              </a:extLst>
            </p:cNvPr>
            <p:cNvSpPr/>
            <p:nvPr/>
          </p:nvSpPr>
          <p:spPr>
            <a:xfrm>
              <a:off x="1834784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AF90BB61-5185-C0DC-63FB-D081F17674B4}"/>
                </a:ext>
              </a:extLst>
            </p:cNvPr>
            <p:cNvSpPr/>
            <p:nvPr/>
          </p:nvSpPr>
          <p:spPr>
            <a:xfrm rot="10800000">
              <a:off x="9157238" y="1837590"/>
              <a:ext cx="1833442" cy="1833443"/>
            </a:xfrm>
            <a:custGeom>
              <a:avLst/>
              <a:gdLst>
                <a:gd name="connsiteX0" fmla="*/ 1 w 2286027"/>
                <a:gd name="connsiteY0" fmla="*/ 2286028 h 2286028"/>
                <a:gd name="connsiteX1" fmla="*/ 1 w 2286027"/>
                <a:gd name="connsiteY1" fmla="*/ 2285457 h 2286028"/>
                <a:gd name="connsiteX2" fmla="*/ 1 w 2286027"/>
                <a:gd name="connsiteY2" fmla="*/ 2 h 2286028"/>
                <a:gd name="connsiteX3" fmla="*/ 285709 w 2286027"/>
                <a:gd name="connsiteY3" fmla="*/ 285709 h 2286028"/>
                <a:gd name="connsiteX4" fmla="*/ 0 w 2286027"/>
                <a:gd name="connsiteY4" fmla="*/ 0 h 2286028"/>
                <a:gd name="connsiteX5" fmla="*/ 2286026 w 2286027"/>
                <a:gd name="connsiteY5" fmla="*/ 0 h 2286028"/>
                <a:gd name="connsiteX6" fmla="*/ 1143300 w 2286027"/>
                <a:gd name="connsiteY6" fmla="*/ 1142728 h 2286028"/>
                <a:gd name="connsiteX7" fmla="*/ 2286027 w 2286027"/>
                <a:gd name="connsiteY7" fmla="*/ 2285457 h 2286028"/>
                <a:gd name="connsiteX8" fmla="*/ 572 w 2286027"/>
                <a:gd name="connsiteY8" fmla="*/ 2285457 h 228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27" h="2286028">
                  <a:moveTo>
                    <a:pt x="1" y="2286028"/>
                  </a:moveTo>
                  <a:lnTo>
                    <a:pt x="1" y="2285457"/>
                  </a:lnTo>
                  <a:lnTo>
                    <a:pt x="1" y="2"/>
                  </a:lnTo>
                  <a:lnTo>
                    <a:pt x="285709" y="285709"/>
                  </a:lnTo>
                  <a:lnTo>
                    <a:pt x="0" y="0"/>
                  </a:lnTo>
                  <a:lnTo>
                    <a:pt x="2286026" y="0"/>
                  </a:lnTo>
                  <a:lnTo>
                    <a:pt x="1143300" y="1142728"/>
                  </a:lnTo>
                  <a:lnTo>
                    <a:pt x="2286027" y="2285457"/>
                  </a:lnTo>
                  <a:lnTo>
                    <a:pt x="572" y="2285457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ACB0736F-C937-0D79-5740-25E3AEBA6F2D}"/>
                </a:ext>
              </a:extLst>
            </p:cNvPr>
            <p:cNvSpPr/>
            <p:nvPr/>
          </p:nvSpPr>
          <p:spPr>
            <a:xfrm>
              <a:off x="5501203" y="3069"/>
              <a:ext cx="3661573" cy="1833899"/>
            </a:xfrm>
            <a:custGeom>
              <a:avLst/>
              <a:gdLst>
                <a:gd name="connsiteX0" fmla="*/ 2279394 w 4565431"/>
                <a:gd name="connsiteY0" fmla="*/ 0 h 2286596"/>
                <a:gd name="connsiteX1" fmla="*/ 2279964 w 4565431"/>
                <a:gd name="connsiteY1" fmla="*/ 570 h 2286596"/>
                <a:gd name="connsiteX2" fmla="*/ 2286026 w 4565431"/>
                <a:gd name="connsiteY2" fmla="*/ 570 h 2286596"/>
                <a:gd name="connsiteX3" fmla="*/ 2286026 w 4565431"/>
                <a:gd name="connsiteY3" fmla="*/ 6632 h 2286596"/>
                <a:gd name="connsiteX4" fmla="*/ 4565431 w 4565431"/>
                <a:gd name="connsiteY4" fmla="*/ 2286036 h 2286596"/>
                <a:gd name="connsiteX5" fmla="*/ 2286026 w 4565431"/>
                <a:gd name="connsiteY5" fmla="*/ 2286036 h 2286596"/>
                <a:gd name="connsiteX6" fmla="*/ 2286026 w 4565431"/>
                <a:gd name="connsiteY6" fmla="*/ 2286596 h 2286596"/>
                <a:gd name="connsiteX7" fmla="*/ 0 w 4565431"/>
                <a:gd name="connsiteY7" fmla="*/ 2286596 h 2286596"/>
                <a:gd name="connsiteX8" fmla="*/ 0 w 4565431"/>
                <a:gd name="connsiteY8" fmla="*/ 570 h 2286596"/>
                <a:gd name="connsiteX9" fmla="*/ 2279394 w 4565431"/>
                <a:gd name="connsiteY9" fmla="*/ 570 h 22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5431" h="2286596">
                  <a:moveTo>
                    <a:pt x="2279394" y="0"/>
                  </a:moveTo>
                  <a:lnTo>
                    <a:pt x="2279964" y="570"/>
                  </a:lnTo>
                  <a:lnTo>
                    <a:pt x="2286026" y="570"/>
                  </a:lnTo>
                  <a:lnTo>
                    <a:pt x="2286026" y="6632"/>
                  </a:lnTo>
                  <a:lnTo>
                    <a:pt x="4565431" y="2286036"/>
                  </a:lnTo>
                  <a:lnTo>
                    <a:pt x="2286026" y="2286036"/>
                  </a:lnTo>
                  <a:lnTo>
                    <a:pt x="2286026" y="2286596"/>
                  </a:lnTo>
                  <a:lnTo>
                    <a:pt x="0" y="2286596"/>
                  </a:lnTo>
                  <a:lnTo>
                    <a:pt x="0" y="570"/>
                  </a:lnTo>
                  <a:lnTo>
                    <a:pt x="2279394" y="57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5B3C7FC6-6A7E-E043-68F3-56D53C32BB11}"/>
                </a:ext>
              </a:extLst>
            </p:cNvPr>
            <p:cNvSpPr/>
            <p:nvPr/>
          </p:nvSpPr>
          <p:spPr>
            <a:xfrm>
              <a:off x="1835005" y="0"/>
              <a:ext cx="1833450" cy="1833450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AFDE8D17-CD25-7646-CC4C-27DFCCFB0280}"/>
                </a:ext>
              </a:extLst>
            </p:cNvPr>
            <p:cNvSpPr/>
            <p:nvPr/>
          </p:nvSpPr>
          <p:spPr>
            <a:xfrm>
              <a:off x="2751503" y="1833442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A7945D03-EA2E-4FB5-8E42-F59066C61B3E}"/>
                </a:ext>
              </a:extLst>
            </p:cNvPr>
            <p:cNvSpPr/>
            <p:nvPr/>
          </p:nvSpPr>
          <p:spPr>
            <a:xfrm rot="10800000">
              <a:off x="1356" y="1829706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2516F00-7ED7-FE84-D266-6A5DACB99F01}"/>
                </a:ext>
              </a:extLst>
            </p:cNvPr>
            <p:cNvSpPr/>
            <p:nvPr/>
          </p:nvSpPr>
          <p:spPr>
            <a:xfrm rot="10800000">
              <a:off x="3667990" y="1837176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1C734B7-E992-C88B-C79D-5443B20BFF34}"/>
                </a:ext>
              </a:extLst>
            </p:cNvPr>
            <p:cNvSpPr/>
            <p:nvPr/>
          </p:nvSpPr>
          <p:spPr>
            <a:xfrm rot="10800000">
              <a:off x="3667990" y="2754312"/>
              <a:ext cx="1833440" cy="916720"/>
            </a:xfrm>
            <a:custGeom>
              <a:avLst/>
              <a:gdLst>
                <a:gd name="connsiteX0" fmla="*/ 0 w 2286025"/>
                <a:gd name="connsiteY0" fmla="*/ 1143013 h 1143012"/>
                <a:gd name="connsiteX1" fmla="*/ 2286026 w 2286025"/>
                <a:gd name="connsiteY1" fmla="*/ 1143013 h 1143012"/>
                <a:gd name="connsiteX2" fmla="*/ 1143013 w 2286025"/>
                <a:gd name="connsiteY2" fmla="*/ 0 h 1143012"/>
                <a:gd name="connsiteX3" fmla="*/ 0 w 2286025"/>
                <a:gd name="connsiteY3" fmla="*/ 1143013 h 1143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1143012">
                  <a:moveTo>
                    <a:pt x="0" y="1143013"/>
                  </a:moveTo>
                  <a:lnTo>
                    <a:pt x="2286026" y="1143013"/>
                  </a:lnTo>
                  <a:lnTo>
                    <a:pt x="1143013" y="0"/>
                  </a:lnTo>
                  <a:lnTo>
                    <a:pt x="0" y="1143013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" name="Vrije vorm: vorm 3">
              <a:extLst>
                <a:ext uri="{FF2B5EF4-FFF2-40B4-BE49-F238E27FC236}">
                  <a16:creationId xmlns:a16="http://schemas.microsoft.com/office/drawing/2014/main" id="{60FE7206-1049-6B41-788A-BAEC3C020AFA}"/>
                </a:ext>
              </a:extLst>
            </p:cNvPr>
            <p:cNvSpPr/>
            <p:nvPr/>
          </p:nvSpPr>
          <p:spPr>
            <a:xfrm rot="10800000">
              <a:off x="9162776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" name="Vrije vorm: vorm 4">
              <a:extLst>
                <a:ext uri="{FF2B5EF4-FFF2-40B4-BE49-F238E27FC236}">
                  <a16:creationId xmlns:a16="http://schemas.microsoft.com/office/drawing/2014/main" id="{9437E92E-F83D-DC2C-C47E-E48C4727AA40}"/>
                </a:ext>
              </a:extLst>
            </p:cNvPr>
            <p:cNvSpPr/>
            <p:nvPr/>
          </p:nvSpPr>
          <p:spPr>
            <a:xfrm rot="10800000">
              <a:off x="10079495" y="3528"/>
              <a:ext cx="916721" cy="1833440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F0FFA529-C256-1DCB-0625-15A90B8D7075}"/>
                </a:ext>
              </a:extLst>
            </p:cNvPr>
            <p:cNvSpPr/>
            <p:nvPr/>
          </p:nvSpPr>
          <p:spPr>
            <a:xfrm>
              <a:off x="5496143" y="1829706"/>
              <a:ext cx="1833441" cy="1833440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solidFill>
              <a:schemeClr val="accent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529262A7-C1B8-3CF7-463A-90C66ED978DA}"/>
                </a:ext>
              </a:extLst>
            </p:cNvPr>
            <p:cNvSpPr/>
            <p:nvPr/>
          </p:nvSpPr>
          <p:spPr>
            <a:xfrm rot="10800000">
              <a:off x="7329335" y="1837593"/>
              <a:ext cx="1833441" cy="1833440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solidFill>
              <a:srgbClr val="123F9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DC8F7948-952E-29E1-9A9B-D5BE31C3C9A8}"/>
                </a:ext>
              </a:extLst>
            </p:cNvPr>
            <p:cNvSpPr/>
            <p:nvPr/>
          </p:nvSpPr>
          <p:spPr>
            <a:xfrm rot="2700000">
              <a:off x="11259110" y="2098206"/>
              <a:ext cx="1296432" cy="1296432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4" name="Tijdelijke aanduiding voor titel 1">
            <a:extLst>
              <a:ext uri="{FF2B5EF4-FFF2-40B4-BE49-F238E27FC236}">
                <a16:creationId xmlns:a16="http://schemas.microsoft.com/office/drawing/2014/main" id="{43FB04AE-16F6-AE58-CA2D-5E7F842597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4272986"/>
            <a:ext cx="5304000" cy="18725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8" name="Tijdelijke aanduiding voor tekst 26">
            <a:extLst>
              <a:ext uri="{FF2B5EF4-FFF2-40B4-BE49-F238E27FC236}">
                <a16:creationId xmlns:a16="http://schemas.microsoft.com/office/drawing/2014/main" id="{1DE097B5-F977-F334-5086-11E8A78C6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0003" y="4268857"/>
            <a:ext cx="3726472" cy="1296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br>
              <a:rPr lang="nl-NL"/>
            </a:br>
            <a:r>
              <a:rPr lang="nl-NL"/>
              <a:t>contact information</a:t>
            </a:r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08347D6B-4806-152E-DD72-B44EFF6FE605}"/>
              </a:ext>
            </a:extLst>
          </p:cNvPr>
          <p:cNvSpPr>
            <a:spLocks noChangeAspect="1"/>
          </p:cNvSpPr>
          <p:nvPr/>
        </p:nvSpPr>
        <p:spPr>
          <a:xfrm>
            <a:off x="6964502" y="4268857"/>
            <a:ext cx="487174" cy="485893"/>
          </a:xfrm>
          <a:custGeom>
            <a:avLst/>
            <a:gdLst>
              <a:gd name="connsiteX0" fmla="*/ 1257492 w 2520001"/>
              <a:gd name="connsiteY0" fmla="*/ 0 h 2513375"/>
              <a:gd name="connsiteX1" fmla="*/ 1887492 w 2520001"/>
              <a:gd name="connsiteY1" fmla="*/ 630000 h 2513375"/>
              <a:gd name="connsiteX2" fmla="*/ 1384459 w 2520001"/>
              <a:gd name="connsiteY2" fmla="*/ 1247201 h 2513375"/>
              <a:gd name="connsiteX3" fmla="*/ 1302120 w 2520001"/>
              <a:gd name="connsiteY3" fmla="*/ 1255502 h 2513375"/>
              <a:gd name="connsiteX4" fmla="*/ 1388821 w 2520001"/>
              <a:gd name="connsiteY4" fmla="*/ 1259881 h 2513375"/>
              <a:gd name="connsiteX5" fmla="*/ 2520001 w 2520001"/>
              <a:gd name="connsiteY5" fmla="*/ 2513375 h 2513375"/>
              <a:gd name="connsiteX6" fmla="*/ 0 w 2520001"/>
              <a:gd name="connsiteY6" fmla="*/ 2513375 h 2513375"/>
              <a:gd name="connsiteX7" fmla="*/ 1131180 w 2520001"/>
              <a:gd name="connsiteY7" fmla="*/ 1259881 h 2513375"/>
              <a:gd name="connsiteX8" fmla="*/ 1214539 w 2520001"/>
              <a:gd name="connsiteY8" fmla="*/ 1255671 h 2513375"/>
              <a:gd name="connsiteX9" fmla="*/ 1130525 w 2520001"/>
              <a:gd name="connsiteY9" fmla="*/ 1247201 h 2513375"/>
              <a:gd name="connsiteX10" fmla="*/ 627492 w 2520001"/>
              <a:gd name="connsiteY10" fmla="*/ 630000 h 2513375"/>
              <a:gd name="connsiteX11" fmla="*/ 1257492 w 2520001"/>
              <a:gd name="connsiteY11" fmla="*/ 0 h 25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0001" h="2513375">
                <a:moveTo>
                  <a:pt x="1257492" y="0"/>
                </a:moveTo>
                <a:cubicBezTo>
                  <a:pt x="1605432" y="0"/>
                  <a:pt x="1887492" y="282061"/>
                  <a:pt x="1887492" y="630000"/>
                </a:cubicBezTo>
                <a:cubicBezTo>
                  <a:pt x="1887492" y="934447"/>
                  <a:pt x="1671540" y="1188456"/>
                  <a:pt x="1384459" y="1247201"/>
                </a:cubicBezTo>
                <a:lnTo>
                  <a:pt x="1302120" y="1255502"/>
                </a:lnTo>
                <a:lnTo>
                  <a:pt x="1388821" y="1259881"/>
                </a:lnTo>
                <a:cubicBezTo>
                  <a:pt x="2024152" y="1324410"/>
                  <a:pt x="2520001" y="1861030"/>
                  <a:pt x="2520001" y="2513375"/>
                </a:cubicBezTo>
                <a:lnTo>
                  <a:pt x="0" y="2513375"/>
                </a:lnTo>
                <a:cubicBezTo>
                  <a:pt x="0" y="1861030"/>
                  <a:pt x="495849" y="1324410"/>
                  <a:pt x="1131180" y="1259881"/>
                </a:cubicBezTo>
                <a:lnTo>
                  <a:pt x="1214539" y="1255671"/>
                </a:lnTo>
                <a:lnTo>
                  <a:pt x="1130525" y="1247201"/>
                </a:lnTo>
                <a:cubicBezTo>
                  <a:pt x="843445" y="1188456"/>
                  <a:pt x="627492" y="934447"/>
                  <a:pt x="627492" y="630000"/>
                </a:cubicBezTo>
                <a:cubicBezTo>
                  <a:pt x="627492" y="282061"/>
                  <a:pt x="909553" y="0"/>
                  <a:pt x="1257492" y="0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D344F64-DFA3-C8F2-98AA-971E78FA9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82075" y="5902566"/>
            <a:ext cx="9144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94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pal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03BE2AEF-851A-5CD3-F0D8-384DEFC40B29}"/>
              </a:ext>
            </a:extLst>
          </p:cNvPr>
          <p:cNvGrpSpPr/>
          <p:nvPr userDrawn="1"/>
        </p:nvGrpSpPr>
        <p:grpSpPr>
          <a:xfrm>
            <a:off x="7727993" y="852615"/>
            <a:ext cx="1157989" cy="1157751"/>
            <a:chOff x="6246746" y="852615"/>
            <a:chExt cx="1157989" cy="1157751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370A9F6-178A-6C40-AAE5-A0127F8A31B1}"/>
                </a:ext>
              </a:extLst>
            </p:cNvPr>
            <p:cNvSpPr/>
            <p:nvPr/>
          </p:nvSpPr>
          <p:spPr>
            <a:xfrm>
              <a:off x="6246984" y="852615"/>
              <a:ext cx="1157751" cy="1157751"/>
            </a:xfrm>
            <a:prstGeom prst="rect">
              <a:avLst/>
            </a:prstGeom>
            <a:solidFill>
              <a:srgbClr val="E82E4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69B011D-1DEE-E404-69B6-5C75F07D3FD4}"/>
                </a:ext>
              </a:extLst>
            </p:cNvPr>
            <p:cNvSpPr txBox="1"/>
            <p:nvPr/>
          </p:nvSpPr>
          <p:spPr>
            <a:xfrm>
              <a:off x="6246746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Cherry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E83050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232, 48, 80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B6A635A-AB98-F359-EA06-A2380BC0242E}"/>
              </a:ext>
            </a:extLst>
          </p:cNvPr>
          <p:cNvGrpSpPr/>
          <p:nvPr userDrawn="1"/>
        </p:nvGrpSpPr>
        <p:grpSpPr>
          <a:xfrm>
            <a:off x="10675254" y="852615"/>
            <a:ext cx="1157752" cy="1157751"/>
            <a:chOff x="7724864" y="852615"/>
            <a:chExt cx="1157752" cy="1157751"/>
          </a:xfrm>
          <a:solidFill>
            <a:srgbClr val="FBB60C"/>
          </a:solidFill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AD41EB8-BB22-9019-2DCB-E7053829C9D6}"/>
                </a:ext>
              </a:extLst>
            </p:cNvPr>
            <p:cNvSpPr/>
            <p:nvPr/>
          </p:nvSpPr>
          <p:spPr>
            <a:xfrm>
              <a:off x="7724865" y="852615"/>
              <a:ext cx="1157751" cy="1157751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D4C0BA3-E1D1-F65F-323E-E2D6C8EA0E22}"/>
                </a:ext>
              </a:extLst>
            </p:cNvPr>
            <p:cNvSpPr txBox="1"/>
            <p:nvPr/>
          </p:nvSpPr>
          <p:spPr>
            <a:xfrm>
              <a:off x="7724864" y="923659"/>
              <a:ext cx="1157751" cy="5078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Yellow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F9B418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249, 180, 24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EE28DA9-FFD3-5316-B8C4-D36BC8A98B8B}"/>
              </a:ext>
            </a:extLst>
          </p:cNvPr>
          <p:cNvGrpSpPr/>
          <p:nvPr userDrawn="1"/>
        </p:nvGrpSpPr>
        <p:grpSpPr>
          <a:xfrm>
            <a:off x="9183274" y="852615"/>
            <a:ext cx="1166884" cy="1157751"/>
            <a:chOff x="9193612" y="852615"/>
            <a:chExt cx="1166884" cy="1157751"/>
          </a:xfrm>
          <a:solidFill>
            <a:srgbClr val="00A042"/>
          </a:solidFill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79EC7CD-6613-125B-C862-21D21C87A887}"/>
                </a:ext>
              </a:extLst>
            </p:cNvPr>
            <p:cNvSpPr/>
            <p:nvPr/>
          </p:nvSpPr>
          <p:spPr>
            <a:xfrm>
              <a:off x="9202745" y="852615"/>
              <a:ext cx="1157751" cy="1157751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AD69E9D-9166-F09A-AD4D-1DF929FCBAA5}"/>
                </a:ext>
              </a:extLst>
            </p:cNvPr>
            <p:cNvSpPr txBox="1"/>
            <p:nvPr/>
          </p:nvSpPr>
          <p:spPr>
            <a:xfrm>
              <a:off x="9193612" y="923659"/>
              <a:ext cx="1157751" cy="5078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Green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00A14A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0, 161, 74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DC910A6-D2E5-6526-DF78-89680E712716}"/>
              </a:ext>
            </a:extLst>
          </p:cNvPr>
          <p:cNvGrpSpPr/>
          <p:nvPr userDrawn="1"/>
        </p:nvGrpSpPr>
        <p:grpSpPr>
          <a:xfrm>
            <a:off x="6240609" y="852615"/>
            <a:ext cx="1180805" cy="1157751"/>
            <a:chOff x="10657810" y="852615"/>
            <a:chExt cx="1180805" cy="1157751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24B9CE7-3F0A-81EA-6575-92A32D3C5360}"/>
                </a:ext>
              </a:extLst>
            </p:cNvPr>
            <p:cNvSpPr/>
            <p:nvPr/>
          </p:nvSpPr>
          <p:spPr>
            <a:xfrm>
              <a:off x="10680864" y="852615"/>
              <a:ext cx="1157751" cy="1157751"/>
            </a:xfrm>
            <a:prstGeom prst="rect">
              <a:avLst/>
            </a:prstGeom>
            <a:solidFill>
              <a:srgbClr val="123F93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370FBF5-3D21-CCF2-0900-68911790F7B3}"/>
                </a:ext>
              </a:extLst>
            </p:cNvPr>
            <p:cNvSpPr txBox="1"/>
            <p:nvPr/>
          </p:nvSpPr>
          <p:spPr>
            <a:xfrm>
              <a:off x="10657810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Blue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1F448F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31, 68, 143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7A4AD49-940C-1CE8-4A79-3ED82C54DD37}"/>
              </a:ext>
            </a:extLst>
          </p:cNvPr>
          <p:cNvGrpSpPr/>
          <p:nvPr userDrawn="1"/>
        </p:nvGrpSpPr>
        <p:grpSpPr>
          <a:xfrm>
            <a:off x="7727993" y="2290431"/>
            <a:ext cx="1157989" cy="1157751"/>
            <a:chOff x="6246746" y="2290431"/>
            <a:chExt cx="1157989" cy="1157751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C1F798C-CDEA-7805-0D73-0390355E879D}"/>
                </a:ext>
              </a:extLst>
            </p:cNvPr>
            <p:cNvSpPr/>
            <p:nvPr/>
          </p:nvSpPr>
          <p:spPr>
            <a:xfrm>
              <a:off x="6246984" y="2290431"/>
              <a:ext cx="1157751" cy="1157751"/>
            </a:xfrm>
            <a:prstGeom prst="rect">
              <a:avLst/>
            </a:prstGeom>
            <a:solidFill>
              <a:srgbClr val="EC4D6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93154A9-0542-45AA-A58F-4F9D60D9556D}"/>
                </a:ext>
              </a:extLst>
            </p:cNvPr>
            <p:cNvSpPr txBox="1"/>
            <p:nvPr/>
          </p:nvSpPr>
          <p:spPr>
            <a:xfrm>
              <a:off x="6246746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EC4D6A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236, 77, 106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DDD5F8A-9650-3E67-03E9-A44A8D246515}"/>
              </a:ext>
            </a:extLst>
          </p:cNvPr>
          <p:cNvGrpSpPr/>
          <p:nvPr userDrawn="1"/>
        </p:nvGrpSpPr>
        <p:grpSpPr>
          <a:xfrm>
            <a:off x="10675254" y="2290431"/>
            <a:ext cx="1157752" cy="1157751"/>
            <a:chOff x="7724864" y="2290431"/>
            <a:chExt cx="1157752" cy="1157751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35E3A8B-32E8-80FF-2BCE-7C0B28E93AE6}"/>
                </a:ext>
              </a:extLst>
            </p:cNvPr>
            <p:cNvSpPr/>
            <p:nvPr/>
          </p:nvSpPr>
          <p:spPr>
            <a:xfrm>
              <a:off x="7724865" y="2290431"/>
              <a:ext cx="1157751" cy="1157751"/>
            </a:xfrm>
            <a:prstGeom prst="rect">
              <a:avLst/>
            </a:prstGeom>
            <a:solidFill>
              <a:srgbClr val="FCC847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6984E9C-5CF9-5204-862A-063B101D67CF}"/>
                </a:ext>
              </a:extLst>
            </p:cNvPr>
            <p:cNvSpPr txBox="1"/>
            <p:nvPr/>
          </p:nvSpPr>
          <p:spPr>
            <a:xfrm>
              <a:off x="7724864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FCC747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252, 199, 71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170E26A-C809-3B16-2B18-6695D0019F48}"/>
              </a:ext>
            </a:extLst>
          </p:cNvPr>
          <p:cNvGrpSpPr/>
          <p:nvPr userDrawn="1"/>
        </p:nvGrpSpPr>
        <p:grpSpPr>
          <a:xfrm>
            <a:off x="9183274" y="2290431"/>
            <a:ext cx="1166884" cy="1157751"/>
            <a:chOff x="9193612" y="2290431"/>
            <a:chExt cx="1166884" cy="1157751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A43E915-8824-1770-C539-C04DE445F3FB}"/>
                </a:ext>
              </a:extLst>
            </p:cNvPr>
            <p:cNvSpPr/>
            <p:nvPr/>
          </p:nvSpPr>
          <p:spPr>
            <a:xfrm>
              <a:off x="9202745" y="2290431"/>
              <a:ext cx="1157751" cy="1157751"/>
            </a:xfrm>
            <a:prstGeom prst="rect">
              <a:avLst/>
            </a:prstGeom>
            <a:solidFill>
              <a:srgbClr val="24AF5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452372A-4EEA-80F2-56A1-C8111D1F1F63}"/>
                </a:ext>
              </a:extLst>
            </p:cNvPr>
            <p:cNvSpPr txBox="1"/>
            <p:nvPr/>
          </p:nvSpPr>
          <p:spPr>
            <a:xfrm>
              <a:off x="9193612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1AAF5E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26, 175, 94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3938410-BDC1-E842-2088-B9E908CD5E48}"/>
              </a:ext>
            </a:extLst>
          </p:cNvPr>
          <p:cNvGrpSpPr/>
          <p:nvPr userDrawn="1"/>
        </p:nvGrpSpPr>
        <p:grpSpPr>
          <a:xfrm>
            <a:off x="6240609" y="2290431"/>
            <a:ext cx="1180805" cy="1157751"/>
            <a:chOff x="10657810" y="2290431"/>
            <a:chExt cx="1180805" cy="115775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804E110-8C8A-F5CC-0126-00AA6436A625}"/>
                </a:ext>
              </a:extLst>
            </p:cNvPr>
            <p:cNvSpPr/>
            <p:nvPr/>
          </p:nvSpPr>
          <p:spPr>
            <a:xfrm>
              <a:off x="10680864" y="2290431"/>
              <a:ext cx="1157751" cy="1157751"/>
            </a:xfrm>
            <a:prstGeom prst="rect">
              <a:avLst/>
            </a:prstGeom>
            <a:solidFill>
              <a:srgbClr val="29529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AFEC10C-8651-8819-CDB9-4534B70B6824}"/>
                </a:ext>
              </a:extLst>
            </p:cNvPr>
            <p:cNvSpPr txBox="1"/>
            <p:nvPr/>
          </p:nvSpPr>
          <p:spPr>
            <a:xfrm>
              <a:off x="10657810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24539F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36, 83, 159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D009F3D-7D88-8AC0-1F3B-FB1B83D7B84E}"/>
              </a:ext>
            </a:extLst>
          </p:cNvPr>
          <p:cNvGrpSpPr/>
          <p:nvPr userDrawn="1"/>
        </p:nvGrpSpPr>
        <p:grpSpPr>
          <a:xfrm>
            <a:off x="7727993" y="3728247"/>
            <a:ext cx="1157989" cy="1157751"/>
            <a:chOff x="6246746" y="3728247"/>
            <a:chExt cx="1157989" cy="1157751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18608CD-CD48-4981-82AF-6E3EC6A7B226}"/>
                </a:ext>
              </a:extLst>
            </p:cNvPr>
            <p:cNvSpPr/>
            <p:nvPr/>
          </p:nvSpPr>
          <p:spPr>
            <a:xfrm>
              <a:off x="6246984" y="3728247"/>
              <a:ext cx="1157751" cy="1157751"/>
            </a:xfrm>
            <a:prstGeom prst="rect">
              <a:avLst/>
            </a:prstGeom>
            <a:solidFill>
              <a:srgbClr val="F6AAB9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CFC2645-DC48-B2F6-D1F4-B9225B822761}"/>
                </a:ext>
              </a:extLst>
            </p:cNvPr>
            <p:cNvSpPr txBox="1"/>
            <p:nvPr/>
          </p:nvSpPr>
          <p:spPr>
            <a:xfrm>
              <a:off x="6246746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F6AAB9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RBG 246, 170, 185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3049C6E-01B4-8060-D48F-D1CBD3025DBD}"/>
              </a:ext>
            </a:extLst>
          </p:cNvPr>
          <p:cNvGrpSpPr/>
          <p:nvPr userDrawn="1"/>
        </p:nvGrpSpPr>
        <p:grpSpPr>
          <a:xfrm>
            <a:off x="10675254" y="3728247"/>
            <a:ext cx="1157752" cy="1157751"/>
            <a:chOff x="7724864" y="3728247"/>
            <a:chExt cx="1157752" cy="1157751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14A9CA36-CEBD-419F-9812-7C42EB7EEF98}"/>
                </a:ext>
              </a:extLst>
            </p:cNvPr>
            <p:cNvSpPr/>
            <p:nvPr/>
          </p:nvSpPr>
          <p:spPr>
            <a:xfrm>
              <a:off x="7724865" y="3728247"/>
              <a:ext cx="1157751" cy="1157751"/>
            </a:xfrm>
            <a:prstGeom prst="rect">
              <a:avLst/>
            </a:prstGeom>
            <a:solidFill>
              <a:srgbClr val="FEE29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A8F0623-5C87-922A-FAD7-6772B982BDD7}"/>
                </a:ext>
              </a:extLst>
            </p:cNvPr>
            <p:cNvSpPr txBox="1"/>
            <p:nvPr/>
          </p:nvSpPr>
          <p:spPr>
            <a:xfrm>
              <a:off x="7724864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FCE39B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BB60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RBG 252, 227, 155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E2E373A-6727-2E08-B8F3-4E59CEBAEE00}"/>
              </a:ext>
            </a:extLst>
          </p:cNvPr>
          <p:cNvGrpSpPr/>
          <p:nvPr userDrawn="1"/>
        </p:nvGrpSpPr>
        <p:grpSpPr>
          <a:xfrm>
            <a:off x="9183274" y="3728247"/>
            <a:ext cx="1166884" cy="1157751"/>
            <a:chOff x="9193612" y="3728247"/>
            <a:chExt cx="1166884" cy="1157751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7908CCF-3634-5E7C-E71E-66D89FE904FD}"/>
                </a:ext>
              </a:extLst>
            </p:cNvPr>
            <p:cNvSpPr/>
            <p:nvPr/>
          </p:nvSpPr>
          <p:spPr>
            <a:xfrm>
              <a:off x="9202745" y="3728247"/>
              <a:ext cx="1157751" cy="1157751"/>
            </a:xfrm>
            <a:prstGeom prst="rect">
              <a:avLst/>
            </a:prstGeom>
            <a:solidFill>
              <a:srgbClr val="9AD9B5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485EC48-9AA9-4CBF-A780-980B25308F32}"/>
                </a:ext>
              </a:extLst>
            </p:cNvPr>
            <p:cNvSpPr txBox="1"/>
            <p:nvPr/>
          </p:nvSpPr>
          <p:spPr>
            <a:xfrm>
              <a:off x="9193612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9BD3B3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0A042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RBG 155, 211, 179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869230E-2142-F51D-0FD0-64A78B69E64B}"/>
              </a:ext>
            </a:extLst>
          </p:cNvPr>
          <p:cNvGrpSpPr/>
          <p:nvPr userDrawn="1"/>
        </p:nvGrpSpPr>
        <p:grpSpPr>
          <a:xfrm>
            <a:off x="6240609" y="3728247"/>
            <a:ext cx="1180805" cy="1157751"/>
            <a:chOff x="10657810" y="3728247"/>
            <a:chExt cx="1180805" cy="1157751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1B82D66-E377-EBDA-E8B9-F5C832CD7F6B}"/>
                </a:ext>
              </a:extLst>
            </p:cNvPr>
            <p:cNvSpPr/>
            <p:nvPr/>
          </p:nvSpPr>
          <p:spPr>
            <a:xfrm>
              <a:off x="10680864" y="3728247"/>
              <a:ext cx="1157751" cy="1157751"/>
            </a:xfrm>
            <a:prstGeom prst="rect">
              <a:avLst/>
            </a:prstGeom>
            <a:solidFill>
              <a:srgbClr val="A0B2D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FCBB728-3951-5C1C-62F5-26C1AE97F0C0}"/>
                </a:ext>
              </a:extLst>
            </p:cNvPr>
            <p:cNvSpPr txBox="1"/>
            <p:nvPr/>
          </p:nvSpPr>
          <p:spPr>
            <a:xfrm>
              <a:off x="10657810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A1B2D5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RBG 161, 178, 213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23DB28C-ABC4-2C05-2DAE-6A29628DFCC3}"/>
              </a:ext>
            </a:extLst>
          </p:cNvPr>
          <p:cNvGrpSpPr/>
          <p:nvPr userDrawn="1"/>
        </p:nvGrpSpPr>
        <p:grpSpPr>
          <a:xfrm>
            <a:off x="7727993" y="5166063"/>
            <a:ext cx="1157989" cy="1157751"/>
            <a:chOff x="6246746" y="5166063"/>
            <a:chExt cx="1157989" cy="1157751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B0CDA3E-5E9E-055D-CAC4-8B4ED630879B}"/>
                </a:ext>
              </a:extLst>
            </p:cNvPr>
            <p:cNvSpPr/>
            <p:nvPr/>
          </p:nvSpPr>
          <p:spPr>
            <a:xfrm>
              <a:off x="6246984" y="5166063"/>
              <a:ext cx="1157751" cy="1157751"/>
            </a:xfrm>
            <a:prstGeom prst="rect">
              <a:avLst/>
            </a:prstGeom>
            <a:solidFill>
              <a:srgbClr val="FDE3E6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33C72BC-C7BF-6DC4-74A6-01E3A6C05957}"/>
                </a:ext>
              </a:extLst>
            </p:cNvPr>
            <p:cNvSpPr txBox="1"/>
            <p:nvPr/>
          </p:nvSpPr>
          <p:spPr>
            <a:xfrm>
              <a:off x="6246746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FCE3E6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82E4F"/>
                  </a:solidFill>
                  <a:effectLst/>
                  <a:uLnTx/>
                  <a:uFillTx/>
                  <a:latin typeface="Trebuchet MS"/>
                </a:rPr>
                <a:t>RBG 252, 227, 230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7DB6025-8834-49DA-097D-5ED53D43A56E}"/>
              </a:ext>
            </a:extLst>
          </p:cNvPr>
          <p:cNvGrpSpPr/>
          <p:nvPr userDrawn="1"/>
        </p:nvGrpSpPr>
        <p:grpSpPr>
          <a:xfrm>
            <a:off x="10675254" y="5166063"/>
            <a:ext cx="1157752" cy="1157751"/>
            <a:chOff x="7724864" y="5166063"/>
            <a:chExt cx="1157752" cy="1157751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187A1F1-6851-A6A0-B99F-B743F3DDB93E}"/>
                </a:ext>
              </a:extLst>
            </p:cNvPr>
            <p:cNvSpPr/>
            <p:nvPr/>
          </p:nvSpPr>
          <p:spPr>
            <a:xfrm>
              <a:off x="7724865" y="5166063"/>
              <a:ext cx="1157751" cy="1157751"/>
            </a:xfrm>
            <a:prstGeom prst="rect">
              <a:avLst/>
            </a:prstGeom>
            <a:solidFill>
              <a:srgbClr val="FEF4C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54B9D6B-3130-FC8F-1CA0-995392C9BEDE}"/>
                </a:ext>
              </a:extLst>
            </p:cNvPr>
            <p:cNvSpPr txBox="1"/>
            <p:nvPr/>
          </p:nvSpPr>
          <p:spPr>
            <a:xfrm>
              <a:off x="7724864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FEF4CF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BB60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BB60C"/>
                  </a:solidFill>
                  <a:effectLst/>
                  <a:uLnTx/>
                  <a:uFillTx/>
                  <a:latin typeface="Trebuchet MS"/>
                </a:rPr>
                <a:t>RBG 252, 244, 207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1DFDE82-8AC3-129D-9AD2-786B5D303298}"/>
              </a:ext>
            </a:extLst>
          </p:cNvPr>
          <p:cNvGrpSpPr/>
          <p:nvPr userDrawn="1"/>
        </p:nvGrpSpPr>
        <p:grpSpPr>
          <a:xfrm>
            <a:off x="9183274" y="5166063"/>
            <a:ext cx="1166884" cy="1157751"/>
            <a:chOff x="9193612" y="5166063"/>
            <a:chExt cx="1166884" cy="1157751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BCC0CEC-82BC-8865-EAF3-4F5C0B8B2D80}"/>
                </a:ext>
              </a:extLst>
            </p:cNvPr>
            <p:cNvSpPr/>
            <p:nvPr/>
          </p:nvSpPr>
          <p:spPr>
            <a:xfrm>
              <a:off x="9202745" y="5166063"/>
              <a:ext cx="1157751" cy="1157751"/>
            </a:xfrm>
            <a:prstGeom prst="rect">
              <a:avLst/>
            </a:prstGeom>
            <a:solidFill>
              <a:srgbClr val="D2EFD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4E3C415-5EFB-9DC5-8CEB-21D7C9034C30}"/>
                </a:ext>
              </a:extLst>
            </p:cNvPr>
            <p:cNvSpPr txBox="1"/>
            <p:nvPr/>
          </p:nvSpPr>
          <p:spPr>
            <a:xfrm>
              <a:off x="9193612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D1EAD9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0A042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0A042"/>
                  </a:solidFill>
                  <a:effectLst/>
                  <a:uLnTx/>
                  <a:uFillTx/>
                  <a:latin typeface="Trebuchet MS"/>
                </a:rPr>
                <a:t>RBG 209, 234, 217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1C63C23-5AA2-310A-D204-F2CB361979F9}"/>
              </a:ext>
            </a:extLst>
          </p:cNvPr>
          <p:cNvGrpSpPr/>
          <p:nvPr userDrawn="1"/>
        </p:nvGrpSpPr>
        <p:grpSpPr>
          <a:xfrm>
            <a:off x="6240609" y="5166063"/>
            <a:ext cx="1180805" cy="1157751"/>
            <a:chOff x="10657810" y="5166063"/>
            <a:chExt cx="1180805" cy="115775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04BC2A1-D5F2-F6FB-86E9-6EDB478030EA}"/>
                </a:ext>
              </a:extLst>
            </p:cNvPr>
            <p:cNvSpPr/>
            <p:nvPr/>
          </p:nvSpPr>
          <p:spPr>
            <a:xfrm>
              <a:off x="10680864" y="5166063"/>
              <a:ext cx="1157751" cy="1157751"/>
            </a:xfrm>
            <a:prstGeom prst="rect">
              <a:avLst/>
            </a:prstGeom>
            <a:solidFill>
              <a:srgbClr val="D4DCEB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9CA65C7-2085-FBBA-8AF6-F6240BCCF342}"/>
                </a:ext>
              </a:extLst>
            </p:cNvPr>
            <p:cNvSpPr txBox="1"/>
            <p:nvPr/>
          </p:nvSpPr>
          <p:spPr>
            <a:xfrm>
              <a:off x="10657810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D5DBEC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123F93"/>
                  </a:solidFill>
                  <a:effectLst/>
                  <a:uLnTx/>
                  <a:uFillTx/>
                  <a:latin typeface="Trebuchet MS"/>
                </a:rPr>
                <a:t>RBG 213, 219, 236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8BE84A4-5356-F112-1276-A189ABCDFF1F}"/>
              </a:ext>
            </a:extLst>
          </p:cNvPr>
          <p:cNvGrpSpPr/>
          <p:nvPr userDrawn="1"/>
        </p:nvGrpSpPr>
        <p:grpSpPr>
          <a:xfrm>
            <a:off x="1836087" y="853399"/>
            <a:ext cx="1157751" cy="1157586"/>
            <a:chOff x="376439" y="853399"/>
            <a:chExt cx="1157751" cy="1157586"/>
          </a:xfrm>
          <a:solidFill>
            <a:srgbClr val="ED631C"/>
          </a:solidFill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CA3E6DD-C25E-5425-FE61-EBCD7F2C2CCA}"/>
                </a:ext>
              </a:extLst>
            </p:cNvPr>
            <p:cNvSpPr/>
            <p:nvPr/>
          </p:nvSpPr>
          <p:spPr>
            <a:xfrm>
              <a:off x="376439" y="853399"/>
              <a:ext cx="1157585" cy="1157586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2526494-F7B5-DB10-576E-A926A6DB464B}"/>
                </a:ext>
              </a:extLst>
            </p:cNvPr>
            <p:cNvSpPr txBox="1"/>
            <p:nvPr/>
          </p:nvSpPr>
          <p:spPr>
            <a:xfrm>
              <a:off x="376439" y="923659"/>
              <a:ext cx="1157751" cy="5078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Orange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EC6523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236, 101, 35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FB0C566-C72E-E547-F3EC-7593458834E5}"/>
              </a:ext>
            </a:extLst>
          </p:cNvPr>
          <p:cNvGrpSpPr/>
          <p:nvPr userDrawn="1"/>
        </p:nvGrpSpPr>
        <p:grpSpPr>
          <a:xfrm>
            <a:off x="370600" y="853399"/>
            <a:ext cx="1171671" cy="1157586"/>
            <a:chOff x="1840637" y="853399"/>
            <a:chExt cx="1171671" cy="1157586"/>
          </a:xfrm>
          <a:solidFill>
            <a:srgbClr val="01A2A6"/>
          </a:solidFill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D4158118-CA67-7346-5541-45893722E9B6}"/>
                </a:ext>
              </a:extLst>
            </p:cNvPr>
            <p:cNvSpPr/>
            <p:nvPr/>
          </p:nvSpPr>
          <p:spPr>
            <a:xfrm>
              <a:off x="1840637" y="853399"/>
              <a:ext cx="1157585" cy="1157586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4E2B194-49B2-0E16-FEB7-A9090B505705}"/>
                </a:ext>
              </a:extLst>
            </p:cNvPr>
            <p:cNvSpPr txBox="1"/>
            <p:nvPr/>
          </p:nvSpPr>
          <p:spPr>
            <a:xfrm>
              <a:off x="1854557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Aqua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02A2A7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2, 162, 167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544D0E7-2034-C616-E0D2-968F4754DF2C}"/>
              </a:ext>
            </a:extLst>
          </p:cNvPr>
          <p:cNvGrpSpPr/>
          <p:nvPr userDrawn="1"/>
        </p:nvGrpSpPr>
        <p:grpSpPr>
          <a:xfrm>
            <a:off x="3304834" y="853399"/>
            <a:ext cx="1176222" cy="1157586"/>
            <a:chOff x="3304834" y="853399"/>
            <a:chExt cx="1176222" cy="1157586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EBB3453-6E71-7237-4A8C-1CF311539BF9}"/>
                </a:ext>
              </a:extLst>
            </p:cNvPr>
            <p:cNvSpPr/>
            <p:nvPr/>
          </p:nvSpPr>
          <p:spPr>
            <a:xfrm>
              <a:off x="3304834" y="853399"/>
              <a:ext cx="1157585" cy="1157586"/>
            </a:xfrm>
            <a:prstGeom prst="rect">
              <a:avLst/>
            </a:prstGeom>
            <a:solidFill>
              <a:srgbClr val="68398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C5EA518-1EE0-15FF-2F3C-5B211954AB69}"/>
                </a:ext>
              </a:extLst>
            </p:cNvPr>
            <p:cNvSpPr txBox="1"/>
            <p:nvPr/>
          </p:nvSpPr>
          <p:spPr>
            <a:xfrm>
              <a:off x="3323305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Purple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693A91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105, 58, 145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6213278-3DD3-93F9-8010-A3BFC6B1133F}"/>
              </a:ext>
            </a:extLst>
          </p:cNvPr>
          <p:cNvGrpSpPr/>
          <p:nvPr userDrawn="1"/>
        </p:nvGrpSpPr>
        <p:grpSpPr>
          <a:xfrm>
            <a:off x="4769032" y="853399"/>
            <a:ext cx="1176222" cy="1157586"/>
            <a:chOff x="4769032" y="853399"/>
            <a:chExt cx="1176222" cy="1157586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D32ED0CB-4AE3-1661-7B0C-A74CE2F6DF3C}"/>
                </a:ext>
              </a:extLst>
            </p:cNvPr>
            <p:cNvSpPr/>
            <p:nvPr/>
          </p:nvSpPr>
          <p:spPr>
            <a:xfrm>
              <a:off x="4769032" y="853399"/>
              <a:ext cx="1157585" cy="1157586"/>
            </a:xfrm>
            <a:prstGeom prst="rect">
              <a:avLst/>
            </a:prstGeom>
            <a:solidFill>
              <a:srgbClr val="14274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DF27954-9E14-C213-CCFC-68AC2BFBA64F}"/>
                </a:ext>
              </a:extLst>
            </p:cNvPr>
            <p:cNvSpPr txBox="1"/>
            <p:nvPr/>
          </p:nvSpPr>
          <p:spPr>
            <a:xfrm>
              <a:off x="4787503" y="923659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Navy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14274C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20, 39, 76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690DB03-8432-6690-25C5-9FFFAA86A3E2}"/>
              </a:ext>
            </a:extLst>
          </p:cNvPr>
          <p:cNvGrpSpPr/>
          <p:nvPr userDrawn="1"/>
        </p:nvGrpSpPr>
        <p:grpSpPr>
          <a:xfrm>
            <a:off x="1836087" y="2291009"/>
            <a:ext cx="1157751" cy="1157586"/>
            <a:chOff x="376439" y="2291009"/>
            <a:chExt cx="1157751" cy="1157586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38EE2C4A-49E0-DD2E-8410-80F1BE1DCCAC}"/>
                </a:ext>
              </a:extLst>
            </p:cNvPr>
            <p:cNvSpPr/>
            <p:nvPr/>
          </p:nvSpPr>
          <p:spPr>
            <a:xfrm>
              <a:off x="376439" y="2291009"/>
              <a:ext cx="1157585" cy="1157586"/>
            </a:xfrm>
            <a:prstGeom prst="rect">
              <a:avLst/>
            </a:prstGeom>
            <a:solidFill>
              <a:srgbClr val="E9743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ED0D9642-3715-34AF-F018-A2492A410634}"/>
                </a:ext>
              </a:extLst>
            </p:cNvPr>
            <p:cNvSpPr txBox="1"/>
            <p:nvPr/>
          </p:nvSpPr>
          <p:spPr>
            <a:xfrm>
              <a:off x="376439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EF7739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239, 119, 57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F7E330F-BBAB-F949-B3ED-C5429A2E46EF}"/>
              </a:ext>
            </a:extLst>
          </p:cNvPr>
          <p:cNvGrpSpPr/>
          <p:nvPr userDrawn="1"/>
        </p:nvGrpSpPr>
        <p:grpSpPr>
          <a:xfrm>
            <a:off x="370600" y="2291009"/>
            <a:ext cx="1171671" cy="1157586"/>
            <a:chOff x="1840637" y="2291009"/>
            <a:chExt cx="1171671" cy="1157586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7C1CA45-88AD-7B1E-EAE6-5AD992FEEB78}"/>
                </a:ext>
              </a:extLst>
            </p:cNvPr>
            <p:cNvSpPr/>
            <p:nvPr/>
          </p:nvSpPr>
          <p:spPr>
            <a:xfrm>
              <a:off x="1840637" y="2291009"/>
              <a:ext cx="1157585" cy="1157586"/>
            </a:xfrm>
            <a:prstGeom prst="rect">
              <a:avLst/>
            </a:prstGeom>
            <a:solidFill>
              <a:srgbClr val="31B5B8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38D979B-FD0B-5D36-EA69-305796F87234}"/>
                </a:ext>
              </a:extLst>
            </p:cNvPr>
            <p:cNvSpPr txBox="1"/>
            <p:nvPr/>
          </p:nvSpPr>
          <p:spPr>
            <a:xfrm>
              <a:off x="1854557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29B3B8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41, 179, 184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990B448-1F0E-2C07-995D-48A5D3A38D8C}"/>
              </a:ext>
            </a:extLst>
          </p:cNvPr>
          <p:cNvGrpSpPr/>
          <p:nvPr userDrawn="1"/>
        </p:nvGrpSpPr>
        <p:grpSpPr>
          <a:xfrm>
            <a:off x="3304834" y="2291009"/>
            <a:ext cx="1176222" cy="1157586"/>
            <a:chOff x="3304834" y="2291009"/>
            <a:chExt cx="1176222" cy="1157586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9BCE863-2EC9-F5D7-4061-23C9141B41BD}"/>
                </a:ext>
              </a:extLst>
            </p:cNvPr>
            <p:cNvSpPr/>
            <p:nvPr/>
          </p:nvSpPr>
          <p:spPr>
            <a:xfrm>
              <a:off x="3304834" y="2291009"/>
              <a:ext cx="1157585" cy="1157586"/>
            </a:xfrm>
            <a:prstGeom prst="rect">
              <a:avLst/>
            </a:prstGeom>
            <a:solidFill>
              <a:srgbClr val="784B9B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4CB55E9-93D5-67D8-72BD-FDE40B121F5E}"/>
                </a:ext>
              </a:extLst>
            </p:cNvPr>
            <p:cNvSpPr txBox="1"/>
            <p:nvPr/>
          </p:nvSpPr>
          <p:spPr>
            <a:xfrm>
              <a:off x="3323305" y="2363690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Tint 01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784B9A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</a:rPr>
                <a:t>RBG 120, 75, 154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2765C52-3FE8-D4BE-1FBD-CC7F546F11B8}"/>
              </a:ext>
            </a:extLst>
          </p:cNvPr>
          <p:cNvGrpSpPr/>
          <p:nvPr userDrawn="1"/>
        </p:nvGrpSpPr>
        <p:grpSpPr>
          <a:xfrm>
            <a:off x="1836087" y="3728619"/>
            <a:ext cx="1157751" cy="1157586"/>
            <a:chOff x="376439" y="3728619"/>
            <a:chExt cx="1157751" cy="1157586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6A22ED64-8ABB-762E-EE0B-77B66C15AE6E}"/>
                </a:ext>
              </a:extLst>
            </p:cNvPr>
            <p:cNvSpPr/>
            <p:nvPr/>
          </p:nvSpPr>
          <p:spPr>
            <a:xfrm>
              <a:off x="376439" y="3728619"/>
              <a:ext cx="1157585" cy="1157586"/>
            </a:xfrm>
            <a:prstGeom prst="rect">
              <a:avLst/>
            </a:prstGeom>
            <a:solidFill>
              <a:srgbClr val="F9C1A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751C58B-ED92-28A5-D053-FBD1FDE77364}"/>
                </a:ext>
              </a:extLst>
            </p:cNvPr>
            <p:cNvSpPr txBox="1"/>
            <p:nvPr/>
          </p:nvSpPr>
          <p:spPr>
            <a:xfrm>
              <a:off x="376439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F7C1A3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RBG 247, 193, 163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E537229-79E4-DB2A-7A02-D05CD44ED788}"/>
              </a:ext>
            </a:extLst>
          </p:cNvPr>
          <p:cNvGrpSpPr/>
          <p:nvPr userDrawn="1"/>
        </p:nvGrpSpPr>
        <p:grpSpPr>
          <a:xfrm>
            <a:off x="370600" y="3728619"/>
            <a:ext cx="1171671" cy="1157586"/>
            <a:chOff x="1840637" y="3728619"/>
            <a:chExt cx="1171671" cy="1157586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E74B36FB-E86D-46C6-18B7-600A8187227B}"/>
                </a:ext>
              </a:extLst>
            </p:cNvPr>
            <p:cNvSpPr/>
            <p:nvPr/>
          </p:nvSpPr>
          <p:spPr>
            <a:xfrm>
              <a:off x="1840637" y="3728619"/>
              <a:ext cx="1157585" cy="1157586"/>
            </a:xfrm>
            <a:prstGeom prst="rect">
              <a:avLst/>
            </a:prstGeom>
            <a:solidFill>
              <a:srgbClr val="9ADADA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6F86DF7-38F4-2F3D-BA0A-751189AEBA99}"/>
                </a:ext>
              </a:extLst>
            </p:cNvPr>
            <p:cNvSpPr txBox="1"/>
            <p:nvPr/>
          </p:nvSpPr>
          <p:spPr>
            <a:xfrm>
              <a:off x="1854557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99D7D6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RBG 153, 215, 214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5C6CA3C-A79C-5E2B-7D29-0F989207E639}"/>
              </a:ext>
            </a:extLst>
          </p:cNvPr>
          <p:cNvGrpSpPr/>
          <p:nvPr userDrawn="1"/>
        </p:nvGrpSpPr>
        <p:grpSpPr>
          <a:xfrm>
            <a:off x="3304834" y="3728619"/>
            <a:ext cx="1176222" cy="1157586"/>
            <a:chOff x="3304834" y="3728619"/>
            <a:chExt cx="1176222" cy="1157586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CF9984DA-8C32-8723-5C76-EE4C91F27324}"/>
                </a:ext>
              </a:extLst>
            </p:cNvPr>
            <p:cNvSpPr/>
            <p:nvPr/>
          </p:nvSpPr>
          <p:spPr>
            <a:xfrm>
              <a:off x="3304834" y="3728619"/>
              <a:ext cx="1157585" cy="1157586"/>
            </a:xfrm>
            <a:prstGeom prst="rect">
              <a:avLst/>
            </a:prstGeom>
            <a:solidFill>
              <a:srgbClr val="C4AFD3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F1ED9B7-47F0-AE53-6C13-61B83DC8DB41}"/>
                </a:ext>
              </a:extLst>
            </p:cNvPr>
            <p:cNvSpPr txBox="1"/>
            <p:nvPr/>
          </p:nvSpPr>
          <p:spPr>
            <a:xfrm>
              <a:off x="3323305" y="3764876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Tint 02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C2AFD0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68398E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RBG 194, 175, 208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3D0E4C7-4B16-823A-BDD0-0B5C63C1CD79}"/>
              </a:ext>
            </a:extLst>
          </p:cNvPr>
          <p:cNvGrpSpPr/>
          <p:nvPr userDrawn="1"/>
        </p:nvGrpSpPr>
        <p:grpSpPr>
          <a:xfrm>
            <a:off x="1836087" y="5166228"/>
            <a:ext cx="1157751" cy="1157586"/>
            <a:chOff x="376439" y="5166228"/>
            <a:chExt cx="1157751" cy="1157586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140E9D31-42AA-019F-A321-BDB9A910CF44}"/>
                </a:ext>
              </a:extLst>
            </p:cNvPr>
            <p:cNvSpPr/>
            <p:nvPr/>
          </p:nvSpPr>
          <p:spPr>
            <a:xfrm>
              <a:off x="376439" y="5166228"/>
              <a:ext cx="1157585" cy="1157586"/>
            </a:xfrm>
            <a:prstGeom prst="rect">
              <a:avLst/>
            </a:prstGeom>
            <a:solidFill>
              <a:srgbClr val="FEE9E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4EE826C-D34C-A7E4-7093-92F8F0E6224C}"/>
                </a:ext>
              </a:extLst>
            </p:cNvPr>
            <p:cNvSpPr txBox="1"/>
            <p:nvPr/>
          </p:nvSpPr>
          <p:spPr>
            <a:xfrm>
              <a:off x="376439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FBE8DF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</a:rPr>
                <a:t>RBG 251, 232, 223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20924E9-8488-7967-6482-4AD78A93DAF9}"/>
              </a:ext>
            </a:extLst>
          </p:cNvPr>
          <p:cNvGrpSpPr/>
          <p:nvPr userDrawn="1"/>
        </p:nvGrpSpPr>
        <p:grpSpPr>
          <a:xfrm>
            <a:off x="370600" y="5166228"/>
            <a:ext cx="1171671" cy="1157586"/>
            <a:chOff x="1840637" y="5166228"/>
            <a:chExt cx="1171671" cy="1157586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60523DB-AA6A-4006-EFF6-F0863C958527}"/>
                </a:ext>
              </a:extLst>
            </p:cNvPr>
            <p:cNvSpPr/>
            <p:nvPr/>
          </p:nvSpPr>
          <p:spPr>
            <a:xfrm>
              <a:off x="1840637" y="5166228"/>
              <a:ext cx="1157585" cy="1157586"/>
            </a:xfrm>
            <a:prstGeom prst="rect">
              <a:avLst/>
            </a:prstGeom>
            <a:solidFill>
              <a:srgbClr val="CCEDE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A00647C-510D-F21A-6810-C58A82284405}"/>
                </a:ext>
              </a:extLst>
            </p:cNvPr>
            <p:cNvSpPr txBox="1"/>
            <p:nvPr/>
          </p:nvSpPr>
          <p:spPr>
            <a:xfrm>
              <a:off x="1854557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CBEAEC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01A2A6"/>
                  </a:solidFill>
                  <a:effectLst/>
                  <a:uLnTx/>
                  <a:uFillTx/>
                  <a:latin typeface="Trebuchet MS"/>
                </a:rPr>
                <a:t>RBG 203, 234, 236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ECF0907-3618-F21F-110B-E92B78C755BD}"/>
              </a:ext>
            </a:extLst>
          </p:cNvPr>
          <p:cNvGrpSpPr/>
          <p:nvPr userDrawn="1"/>
        </p:nvGrpSpPr>
        <p:grpSpPr>
          <a:xfrm>
            <a:off x="3304834" y="5166228"/>
            <a:ext cx="1176222" cy="1157586"/>
            <a:chOff x="3304834" y="5166228"/>
            <a:chExt cx="1176222" cy="1157586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E43BD74-6820-7F3C-C15B-32357BE46B06}"/>
                </a:ext>
              </a:extLst>
            </p:cNvPr>
            <p:cNvSpPr/>
            <p:nvPr/>
          </p:nvSpPr>
          <p:spPr>
            <a:xfrm>
              <a:off x="3304834" y="5166228"/>
              <a:ext cx="1157585" cy="1157586"/>
            </a:xfrm>
            <a:prstGeom prst="rect">
              <a:avLst/>
            </a:prstGeom>
            <a:solidFill>
              <a:srgbClr val="E5DDEC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24983622-CC50-0C9F-739C-642FD894B0F2}"/>
                </a:ext>
              </a:extLst>
            </p:cNvPr>
            <p:cNvSpPr txBox="1"/>
            <p:nvPr/>
          </p:nvSpPr>
          <p:spPr>
            <a:xfrm>
              <a:off x="3323305" y="5202692"/>
              <a:ext cx="1157751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Tint 03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HEX #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E3DCEA</a:t>
              </a:r>
              <a:endParaRPr kumimoji="0" lang="en-BE" sz="900" b="0" i="0" u="none" strike="noStrike" kern="0" cap="none" spc="0" normalizeH="0" baseline="0" noProof="0">
                <a:ln>
                  <a:noFill/>
                </a:ln>
                <a:solidFill>
                  <a:srgbClr val="68398E"/>
                </a:solidFill>
                <a:effectLst/>
                <a:uLnTx/>
                <a:uFillTx/>
                <a:latin typeface="Trebuchet M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BE" sz="900" b="0" i="0" u="none" strike="noStrike" kern="0" cap="none" spc="0" normalizeH="0" baseline="0" noProof="0">
                  <a:ln>
                    <a:noFill/>
                  </a:ln>
                  <a:solidFill>
                    <a:srgbClr val="68398E"/>
                  </a:solidFill>
                  <a:effectLst/>
                  <a:uLnTx/>
                  <a:uFillTx/>
                  <a:latin typeface="Trebuchet MS"/>
                </a:rPr>
                <a:t>RBG 227, 220, 234</a:t>
              </a:r>
            </a:p>
          </p:txBody>
        </p:sp>
      </p:grpSp>
      <p:sp>
        <p:nvSpPr>
          <p:cNvPr id="179" name="Text Placeholder 12">
            <a:extLst>
              <a:ext uri="{FF2B5EF4-FFF2-40B4-BE49-F238E27FC236}">
                <a16:creationId xmlns:a16="http://schemas.microsoft.com/office/drawing/2014/main" id="{B0463925-574E-09B3-D12D-13ABC48E0164}"/>
              </a:ext>
            </a:extLst>
          </p:cNvPr>
          <p:cNvSpPr txBox="1">
            <a:spLocks/>
          </p:cNvSpPr>
          <p:nvPr userDrawn="1"/>
        </p:nvSpPr>
        <p:spPr>
          <a:xfrm>
            <a:off x="258047" y="337056"/>
            <a:ext cx="5022042" cy="5155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Primary </a:t>
            </a:r>
            <a:r>
              <a:rPr lang="en-GB" err="1">
                <a:solidFill>
                  <a:srgbClr val="14274C">
                    <a:alpha val="85000"/>
                  </a:srgbClr>
                </a:solidFill>
                <a:latin typeface="Trebuchet MS"/>
              </a:rPr>
              <a:t>color</a:t>
            </a: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 palette</a:t>
            </a:r>
            <a:endParaRPr lang="en-BE">
              <a:solidFill>
                <a:srgbClr val="14274C">
                  <a:alpha val="85000"/>
                </a:srgbClr>
              </a:solidFill>
              <a:latin typeface="Trebuchet MS"/>
            </a:endParaRPr>
          </a:p>
        </p:txBody>
      </p:sp>
      <p:sp>
        <p:nvSpPr>
          <p:cNvPr id="180" name="Text Placeholder 12">
            <a:extLst>
              <a:ext uri="{FF2B5EF4-FFF2-40B4-BE49-F238E27FC236}">
                <a16:creationId xmlns:a16="http://schemas.microsoft.com/office/drawing/2014/main" id="{638AA2FA-251B-58FB-2CAA-39FF8BF5166B}"/>
              </a:ext>
            </a:extLst>
          </p:cNvPr>
          <p:cNvSpPr txBox="1">
            <a:spLocks/>
          </p:cNvSpPr>
          <p:nvPr userDrawn="1"/>
        </p:nvSpPr>
        <p:spPr>
          <a:xfrm>
            <a:off x="6214643" y="337056"/>
            <a:ext cx="5022042" cy="5155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Secondary </a:t>
            </a:r>
            <a:r>
              <a:rPr lang="en-GB" err="1">
                <a:solidFill>
                  <a:srgbClr val="14274C">
                    <a:alpha val="85000"/>
                  </a:srgbClr>
                </a:solidFill>
                <a:latin typeface="Trebuchet MS"/>
              </a:rPr>
              <a:t>color</a:t>
            </a:r>
            <a:r>
              <a:rPr lang="en-GB">
                <a:solidFill>
                  <a:srgbClr val="14274C">
                    <a:alpha val="85000"/>
                  </a:srgbClr>
                </a:solidFill>
                <a:latin typeface="Trebuchet MS"/>
              </a:rPr>
              <a:t> palette</a:t>
            </a:r>
            <a:endParaRPr lang="en-BE">
              <a:solidFill>
                <a:srgbClr val="14274C">
                  <a:alpha val="85000"/>
                </a:srgbClr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080854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re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F3D3D95-8514-A990-EE8B-D97C8DC37050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Center icons</a:t>
            </a:r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FB1E0E4B-96C6-4298-BCDE-2FFFD2ECAB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93247" y="1996228"/>
            <a:ext cx="1549400" cy="1549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4494744-34B9-6390-FCC7-785EC6E304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69948" y="1996228"/>
            <a:ext cx="1549400" cy="1549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95B9A7D-B692-0AE6-2A54-5500EA2B50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11023" y="2203732"/>
            <a:ext cx="1014536" cy="105282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74F6CB-7577-DEEF-26EE-3F35AD64C9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97432" y="2203732"/>
            <a:ext cx="499700" cy="105492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DEA601F-1215-F2C8-6D36-87C6489082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034558" y="3800480"/>
            <a:ext cx="820180" cy="102406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86BAD54-6825-C301-0E82-8C28071048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883924" y="2109263"/>
            <a:ext cx="1303851" cy="130385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D5C64B9-A972-826B-6851-79F9CE3A90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293247" y="3537814"/>
            <a:ext cx="1549401" cy="154940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2D6ECE4-1219-E212-7464-A63ED974C4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943591" y="3537813"/>
            <a:ext cx="1549400" cy="15494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E2C7D8B-ACBC-61B9-0CDB-6D7A274B9F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564076" y="3796174"/>
            <a:ext cx="366412" cy="1128166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3478DE1-EE8D-F47E-1650-E58E6D3A7B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942008" y="3661238"/>
            <a:ext cx="1303851" cy="118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15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libr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56DE87-30A4-1D6A-71ED-497F79139F71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Icon library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F4877-2257-8FDE-AF24-4183DAFE7DE6}"/>
              </a:ext>
            </a:extLst>
          </p:cNvPr>
          <p:cNvSpPr txBox="1">
            <a:spLocks/>
          </p:cNvSpPr>
          <p:nvPr userDrawn="1"/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0" kern="1200">
                <a:solidFill>
                  <a:srgbClr val="507AC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8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07AC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Change icon color: click on graphic &gt; graphics format &gt; graphics fill</a:t>
            </a: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507AC2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535C73-9147-3146-011B-DF2D9A6B00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9743" y="3677778"/>
            <a:ext cx="366000" cy="5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3FE5C6-E870-71E3-0B31-993F366150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1117" y="2833333"/>
            <a:ext cx="540000" cy="5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B4964F8-8290-5F1E-C0D7-BDF3239F8C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316" y="3683026"/>
            <a:ext cx="552632" cy="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B362802-5E69-2F9C-D4D1-8A2828C043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2798" y="2833333"/>
            <a:ext cx="678427" cy="5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5E765FB-A416-FCAA-AD97-230AA749E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8868" y="2833333"/>
            <a:ext cx="519231" cy="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DDE9D4B-70DB-0574-4A53-1A3BFD4838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3593" y="3677778"/>
            <a:ext cx="690670" cy="5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249B999-41D8-FCE3-932E-86FF4EFDB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2655" y="2833333"/>
            <a:ext cx="552273" cy="5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252876B-4A7D-7A08-F1AC-C121A1F790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23168" y="3677778"/>
            <a:ext cx="552632" cy="5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7DD7CDC-4BD5-6E3D-5F5A-6359CF3462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72230" y="2807993"/>
            <a:ext cx="540000" cy="5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48268AE-55F8-4FF6-09C5-EF1F6F8C47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8177" y="3683026"/>
            <a:ext cx="541031" cy="5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77A2FD2-A8C1-3971-A7DD-4F2AF5FA3C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2056" y="3669590"/>
            <a:ext cx="434562" cy="54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CA4B9BD-B762-17A0-81EE-D09DAB3914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41685" y="2833333"/>
            <a:ext cx="540000" cy="540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C18D4DD-CAEC-E156-10EB-86BD902FDC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22297" y="1990364"/>
            <a:ext cx="540000" cy="540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067B397-090D-930E-7033-1F31F60723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26168" y="1983640"/>
            <a:ext cx="540000" cy="5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7604E81-D849-9740-4369-71A8A83CBE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22297" y="2833333"/>
            <a:ext cx="540000" cy="54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37C975E-FB0C-46DA-4E2C-D73F793D1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1839" y="2833333"/>
            <a:ext cx="540000" cy="54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323E04F-D192-BFBE-8E76-C1F3966341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04018" y="2833333"/>
            <a:ext cx="540000" cy="540000"/>
          </a:xfrm>
          <a:prstGeom prst="rect">
            <a:avLst/>
          </a:prstGeom>
        </p:spPr>
      </p:pic>
      <p:sp>
        <p:nvSpPr>
          <p:cNvPr id="22" name="Freeform 222">
            <a:extLst>
              <a:ext uri="{FF2B5EF4-FFF2-40B4-BE49-F238E27FC236}">
                <a16:creationId xmlns:a16="http://schemas.microsoft.com/office/drawing/2014/main" id="{169DBC6F-2409-990A-2242-CB3BFF5A5ECB}"/>
              </a:ext>
            </a:extLst>
          </p:cNvPr>
          <p:cNvSpPr/>
          <p:nvPr userDrawn="1"/>
        </p:nvSpPr>
        <p:spPr>
          <a:xfrm>
            <a:off x="10357645" y="1983640"/>
            <a:ext cx="540000" cy="540000"/>
          </a:xfrm>
          <a:custGeom>
            <a:avLst/>
            <a:gdLst>
              <a:gd name="connsiteX0" fmla="*/ 0 w 540000"/>
              <a:gd name="connsiteY0" fmla="*/ 0 h 540000"/>
              <a:gd name="connsiteX1" fmla="*/ 540000 w 540000"/>
              <a:gd name="connsiteY1" fmla="*/ 0 h 540000"/>
              <a:gd name="connsiteX2" fmla="*/ 540000 w 540000"/>
              <a:gd name="connsiteY2" fmla="*/ 540000 h 540000"/>
              <a:gd name="connsiteX3" fmla="*/ 0 w 540000"/>
              <a:gd name="connsiteY3" fmla="*/ 54000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0000" h="540000">
                <a:moveTo>
                  <a:pt x="0" y="0"/>
                </a:moveTo>
                <a:lnTo>
                  <a:pt x="540000" y="0"/>
                </a:lnTo>
                <a:lnTo>
                  <a:pt x="540000" y="540000"/>
                </a:lnTo>
                <a:lnTo>
                  <a:pt x="0" y="540000"/>
                </a:lnTo>
                <a:close/>
              </a:path>
            </a:pathLst>
          </a:custGeom>
          <a:noFill/>
          <a:ln w="2084" cap="flat">
            <a:noFill/>
            <a:prstDash val="solid"/>
            <a:miter/>
          </a:ln>
        </p:spPr>
        <p:txBody>
          <a:bodyPr rtlCol="0" anchor="ctr"/>
          <a:lstStyle/>
          <a:p>
            <a:endParaRPr lang="en-BE">
              <a:solidFill>
                <a:srgbClr val="14274C"/>
              </a:solidFill>
              <a:latin typeface="Trebuchet MS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CD8C81A-16BF-DC9F-FADF-6826A8A5D8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23168" y="2833333"/>
            <a:ext cx="540000" cy="54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6767A8B4-3092-7701-ED17-7127816706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74369" y="2011628"/>
            <a:ext cx="540000" cy="54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0E70BE4-1914-6981-383F-7D6C22667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48372" y="1983640"/>
            <a:ext cx="540000" cy="540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7406B4A9-2796-F7C4-30F4-A7F6B5F34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894691" y="2011628"/>
            <a:ext cx="540000" cy="540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7B8F386-40E8-7760-8D2C-6FCFF01C95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763593" y="2833333"/>
            <a:ext cx="540000" cy="540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6AE867C-0080-AB50-3733-2A1B57EC71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405846" y="1997076"/>
            <a:ext cx="540000" cy="540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3E63B16-9881-AEA5-F35E-6F25DE3E45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282743" y="2833333"/>
            <a:ext cx="540000" cy="540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9ACFC39-2E3E-9711-3B65-839108DBE6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506615" y="1997076"/>
            <a:ext cx="540000" cy="5400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17F61DA-5BE8-145D-F028-8076E9AEB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027309" y="1988888"/>
            <a:ext cx="540000" cy="540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96F9B477-0F46-C29C-273C-B7E365B816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538177" y="2833333"/>
            <a:ext cx="540000" cy="54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38A33A8-F84F-F8C2-51C4-03DFF97180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72487" y="1985885"/>
            <a:ext cx="540000" cy="540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E83FAD38-2AAC-A140-8715-AA35A7D5A3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767977" y="1983640"/>
            <a:ext cx="540000" cy="540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31CB1BBF-9365-C263-9BD7-298303BFD3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538177" y="1983640"/>
            <a:ext cx="540000" cy="540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C6DBCDC-B654-E76C-BAB5-4150CA320D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91999" y="1983640"/>
            <a:ext cx="540000" cy="540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BAC4173-AC5C-C1F3-352B-353E5D71C9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282743" y="1988888"/>
            <a:ext cx="540000" cy="540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07D000CB-65B5-92F8-A171-A3A3CBD72D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941685" y="2011628"/>
            <a:ext cx="540000" cy="540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E74DA140-F335-4411-64D9-0E7D70B15C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177913" y="4514035"/>
            <a:ext cx="531879" cy="540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97806BE4-6F37-9D22-97EC-0E31937295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555913" y="4540907"/>
            <a:ext cx="422000" cy="540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321B798-2163-41CC-B05B-E5BB1FE4A0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821316" y="4540907"/>
            <a:ext cx="462857" cy="53999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551ECB9-0435-5BEF-5B4E-8E283E5E20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5338000" y="4514035"/>
            <a:ext cx="535846" cy="539999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2395DFF-DB0B-D99E-08C1-9C765B981B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3646552" y="4514035"/>
            <a:ext cx="677647" cy="539999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E4FE3DDC-ACF4-55B5-E546-6BC2B3E87E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2906127" y="4514035"/>
            <a:ext cx="544090" cy="5400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D19FAFF5-B120-7A07-AD16-B8B4DFC49E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9842420" y="3677779"/>
            <a:ext cx="535731" cy="539999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6689C2C2-72BF-F15F-9887-2FE24FC9E2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4524199" y="4514035"/>
            <a:ext cx="542061" cy="539999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0849E755-EF62-01EF-154D-26F940FE69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7515816" y="3677779"/>
            <a:ext cx="559133" cy="5400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4784B143-BD88-AEA4-7060-6B64E2E65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9092780" y="3677779"/>
            <a:ext cx="561600" cy="540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32D64D0B-9B48-671B-324E-6D2E58D99E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0566191" y="3677779"/>
            <a:ext cx="540000" cy="5400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5824E3CF-FD54-D020-0B0A-6E4DC12B2B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5264411" y="3677779"/>
            <a:ext cx="616000" cy="540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13330217-D02A-4720-8E32-6CE8C6B81A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6750001" y="3677779"/>
            <a:ext cx="570240" cy="5400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A70D203C-2C9D-EB13-6801-CD9CA40154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8346433" y="3677779"/>
            <a:ext cx="556000" cy="5400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91ACF4D-6BDD-B027-02CA-5D5B2507BB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6027614" y="3677779"/>
            <a:ext cx="580449" cy="539999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66872561-BDB8-0F9A-2DE7-0072E6055A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4252635" y="5366668"/>
            <a:ext cx="481516" cy="539999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265FC305-7B76-A19F-2091-AAFAB385E8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3607698" y="5366668"/>
            <a:ext cx="471307" cy="53999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6EF06E6D-5B59-8F41-0AE6-2FD173CF76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6077561" y="4519213"/>
            <a:ext cx="466451" cy="540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C0EC1F58-49D8-5664-1CE9-0C8256655D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2895791" y="5366668"/>
            <a:ext cx="541942" cy="539999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B02FC89-116C-24C7-1063-CDFD0A50D5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2146516" y="5366668"/>
            <a:ext cx="579310" cy="539999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49A79E09-AD9E-5B12-4FDA-992D6AB1BC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8368321" y="4496215"/>
            <a:ext cx="505653" cy="5400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CF3B29A2-B956-4529-65A0-9657C25DEC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9833102" y="4624939"/>
            <a:ext cx="574217" cy="423535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62F4D89A-45B7-7A57-1229-F2B8F9065A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1420610" y="5382412"/>
            <a:ext cx="555940" cy="5400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FC15704D-5A7A-2487-C444-51CA153690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0609248" y="4496215"/>
            <a:ext cx="528387" cy="539999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663B514D-0EC6-7AC9-2AAF-50DDA32937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821316" y="5366668"/>
            <a:ext cx="429328" cy="5400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153FA5BC-1235-C453-3CED-E3DFFC3917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7557040" y="4508475"/>
            <a:ext cx="540000" cy="5400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11CE033-DED1-0191-F97B-2B0F2D407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9066974" y="4523775"/>
            <a:ext cx="573882" cy="539999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19861DE0-125A-D941-8FE2-5529EB8F35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6747728" y="4519213"/>
            <a:ext cx="599294" cy="53999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6C6A825B-877B-A50D-2AB3-A3C8887ECC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317895" y="5382412"/>
            <a:ext cx="416571" cy="5400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B86F89E7-2442-E80A-EA88-52F7C93318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5580695" y="5409043"/>
            <a:ext cx="558000" cy="5400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D5C337A9-0F57-3F90-7804-D9F187ACBC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907781" y="5409043"/>
            <a:ext cx="493714" cy="5400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CD03E1B1-FFF8-9ECE-D6F4-B11FA6AB72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6943814" y="5396141"/>
            <a:ext cx="462032" cy="539999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70F699CE-993D-A3DA-B8C7-85FE00E165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7667288" y="5396141"/>
            <a:ext cx="450481" cy="539999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E8C56681-B07C-D89E-BEF3-4799B551E5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8379211" y="5396141"/>
            <a:ext cx="459144" cy="5400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9DC7AE10-5B1D-C30A-479B-9C664FEE0A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9099798" y="5396141"/>
            <a:ext cx="587093" cy="539999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08BC5A2B-4D7E-1441-F6D5-66435435BC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9948310" y="5352541"/>
            <a:ext cx="421604" cy="539999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E5C617B2-66F8-CAD8-FA08-AEF9A22886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10631333" y="5352541"/>
            <a:ext cx="540000" cy="540000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A530D250-C833-C4A2-1945-D0B5B34F7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 t="16550"/>
          <a:stretch/>
        </p:blipFill>
        <p:spPr>
          <a:xfrm>
            <a:off x="7551433" y="2903256"/>
            <a:ext cx="623571" cy="52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1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libr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DC8D65-3806-3384-B1C2-281EA302646A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Icon library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4BF73C-3740-38B3-6A4E-57C482ECFD70}"/>
              </a:ext>
            </a:extLst>
          </p:cNvPr>
          <p:cNvSpPr txBox="1">
            <a:spLocks/>
          </p:cNvSpPr>
          <p:nvPr userDrawn="1"/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0" kern="1200">
                <a:solidFill>
                  <a:srgbClr val="507AC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8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07AC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Change icon color: </a:t>
            </a: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click on graphic &gt; graphics format &gt; graphics fill</a:t>
            </a:r>
            <a:endParaRPr kumimoji="0" lang="en-BE" sz="2000" b="1" i="1" u="none" strike="noStrike" kern="1200" cap="none" spc="0" normalizeH="0" baseline="0" noProof="0">
              <a:ln>
                <a:noFill/>
              </a:ln>
              <a:solidFill>
                <a:srgbClr val="507AC2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9DB36A-F6C1-B0AF-56A9-64B2D48B6F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8948" y="2011369"/>
            <a:ext cx="462857" cy="5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268E66-C9E8-9855-8D76-AE8339BABF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0786" y="2011369"/>
            <a:ext cx="525789" cy="5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78B9748-BC1D-C513-245D-55777149B4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8413" y="2011369"/>
            <a:ext cx="540000" cy="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EFCF601-0668-98B4-87A8-67B55D8FE1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1754" y="2011369"/>
            <a:ext cx="514286" cy="5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259C0-DA6D-3520-4ADA-9DB6F049A9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8893" y="2011369"/>
            <a:ext cx="306818" cy="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38DE6F-35FF-7B2C-4996-89201501FC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29017" y="2011369"/>
            <a:ext cx="623077" cy="5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6A2BB9C-B68C-B061-6BEC-C20FD310A8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6500" y="2011369"/>
            <a:ext cx="282857" cy="5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A1960CD-7E1F-3BF5-0BC6-555C156A0B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95931" y="2011369"/>
            <a:ext cx="490909" cy="5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47F2474-51E7-B6B7-0535-2F17A22B0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1999" y="2011369"/>
            <a:ext cx="818182" cy="5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7D7CD6B-11DF-B08D-F66A-6D2FE8810B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8133" y="2924632"/>
            <a:ext cx="540000" cy="540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352D001-A747-A3EE-2627-8B3617E0C7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1999" y="2924632"/>
            <a:ext cx="540000" cy="54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3C4D136-3986-3FF4-6613-480ADAE271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79068" y="2924632"/>
            <a:ext cx="506250" cy="540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0BAB8C3-0DC6-501B-20F6-4A95A9347C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6253" y="2924632"/>
            <a:ext cx="540000" cy="540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0B73EDD-150F-968D-3925-E8AB02F26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53123" y="2924632"/>
            <a:ext cx="524571" cy="540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067D256-367D-C47E-481D-883B79D7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27188" y="2924632"/>
            <a:ext cx="375000" cy="54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258FD53-2A77-C663-9DF5-09F715BCC0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19564" y="2924632"/>
            <a:ext cx="557419" cy="54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EA8F418-76AB-0015-D4AA-8C49A36CE5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28629" y="2924632"/>
            <a:ext cx="540000" cy="54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DC32670-9856-6FF4-F5A6-70CE280BB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27918" y="2924632"/>
            <a:ext cx="495000" cy="540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44D05DA7-77DC-B4EF-BBB8-EBF34B4B5F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73853" y="2924632"/>
            <a:ext cx="478286" cy="54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C9E3ACA-B678-CF37-F50B-EC4614C51D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03074" y="2924632"/>
            <a:ext cx="523636" cy="54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CD154156-11D3-21C8-5E07-351425902E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78489" y="2924632"/>
            <a:ext cx="555882" cy="540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D1182DC-8D43-C55E-9875-870D501470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985316" y="2924632"/>
            <a:ext cx="557419" cy="540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A676DDB-C663-5FA1-4E06-8663D74C3F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04921" y="2924632"/>
            <a:ext cx="720000" cy="540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933768B-8268-A670-E7F7-D7A8FBF360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2908" y="3748529"/>
            <a:ext cx="458182" cy="540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A681BC2-D72E-D95D-9729-122408B73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588133" y="3748529"/>
            <a:ext cx="540000" cy="540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8ABBE52-3330-B277-8796-E09FFA5554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25176" y="3748529"/>
            <a:ext cx="574839" cy="5400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D7F2882A-26A8-4EDF-118F-3CA3A3B424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297058" y="3748529"/>
            <a:ext cx="370286" cy="540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3ECA148E-BB5F-3E03-914F-307750A673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64387" y="3748529"/>
            <a:ext cx="507273" cy="54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82F41B20-11C8-05EE-0380-489C51724E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768703" y="3748529"/>
            <a:ext cx="480000" cy="540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E771FD3-6B75-2952-AAD3-D5A9DC58EB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5538693" y="3741570"/>
            <a:ext cx="551250" cy="5400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2BCFA6D-2BE0-F3FD-7E75-FB2C3D8ED3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332792" y="3755428"/>
            <a:ext cx="367423" cy="5400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D95AC280-CE43-8464-C7AF-5D1DF8DCEC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940845" y="3760478"/>
            <a:ext cx="540000" cy="540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894D721-3030-1AE6-2C45-EE50B8DA2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1508643" y="4538539"/>
            <a:ext cx="512164" cy="5400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9FA99E27-77F7-4108-DDEC-BE008F9107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253702" y="4551740"/>
            <a:ext cx="489896" cy="5400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9DAAC89-E286-0C58-CAFC-4BE0F3DBD2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721475" y="3708740"/>
            <a:ext cx="292500" cy="5400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3678E8BD-142A-8FE4-E9D1-EF18BDB8A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163099" y="4565044"/>
            <a:ext cx="540000" cy="540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67211D60-904A-A8F7-D81F-B92ECAC93D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4387473" y="4538539"/>
            <a:ext cx="540000" cy="5400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B9B0A3A4-24A1-0AB9-62EC-CDF7D1995D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2974585" y="4565044"/>
            <a:ext cx="528750" cy="540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D2A8F98-E056-E244-C36D-B6EE588284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3734321" y="4516551"/>
            <a:ext cx="417525" cy="5400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402DEA34-7D2A-E7CA-B6FC-C2E2FA301C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10279558" y="3739449"/>
            <a:ext cx="367422" cy="5400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B7E3579-A140-9E68-C4D2-88FFBD7B8D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9602666" y="3762864"/>
            <a:ext cx="378556" cy="5400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00D9D68-A0AB-718E-7FF0-2CBA5A89BC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254605" y="3736790"/>
            <a:ext cx="363673" cy="5400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FC77F7E2-CB51-D2DE-0406-32F7C63853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7443272" y="4556294"/>
            <a:ext cx="456495" cy="5400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F38A421-88CC-2715-5659-C044F7204C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786374" y="4549407"/>
            <a:ext cx="489375" cy="5400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B3455157-B637-E258-CA0E-5ED142EF83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856439" y="3770240"/>
            <a:ext cx="511875" cy="5400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A87B48BA-F782-8F39-C4B2-0ED36657A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0881332" y="3739449"/>
            <a:ext cx="500625" cy="5400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16AD168A-D866-BFE4-3444-2419C33C0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154246" y="4584010"/>
            <a:ext cx="623571" cy="5400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D9CBBFCA-9312-4CD6-955A-95C92A8EB5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932199" y="4570422"/>
            <a:ext cx="674056" cy="5400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8B7D8B17-0813-2962-96F0-0102748CEA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823517" y="4549407"/>
            <a:ext cx="578951" cy="5400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B407CCA4-3F57-E0D6-E5C7-6311273377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602281" y="2011369"/>
            <a:ext cx="546353" cy="5400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8997EA69-5D93-F0EA-A137-C92D398E95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7799908" y="2003089"/>
            <a:ext cx="540000" cy="5400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020AB8CF-C829-C06B-65DD-BEFA127094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10619854" y="4549407"/>
            <a:ext cx="571034" cy="5400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7413B37-FB10-25A8-C844-D3606C5D05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938725" y="4579385"/>
            <a:ext cx="540000" cy="5400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BBCD261F-8056-E028-F0C1-9F2E9F9DC7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737021" y="4576817"/>
            <a:ext cx="447955" cy="5400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192100A1-CC92-8B00-7D02-28FFEF726B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91085" y="5362436"/>
            <a:ext cx="540000" cy="5400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CE71DF2E-2D73-0BDC-7A30-1B28240342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508643" y="5362436"/>
            <a:ext cx="540000" cy="5400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C5D56ECB-AF94-73FF-F750-744399B05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2295518" y="5369895"/>
            <a:ext cx="540000" cy="5400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D42F7C4E-E20D-0205-77B3-69C52B862E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453425" y="5335292"/>
            <a:ext cx="540000" cy="5400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99E942FE-472A-A4CF-018C-87F3407E43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735867" y="5342179"/>
            <a:ext cx="540000" cy="5400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132DBBBE-4204-404E-D4A4-EB8444228A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018309" y="534217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991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libr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446461-3D60-61DF-2DFF-4B436B306B83}"/>
              </a:ext>
            </a:extLst>
          </p:cNvPr>
          <p:cNvSpPr txBox="1">
            <a:spLocks/>
          </p:cNvSpPr>
          <p:nvPr userDrawn="1"/>
        </p:nvSpPr>
        <p:spPr>
          <a:xfrm>
            <a:off x="792000" y="602673"/>
            <a:ext cx="10608000" cy="7091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3200" b="1" i="0" u="none" strike="noStrike" kern="1200" cap="none" spc="0" normalizeH="0" baseline="0" noProof="0">
                <a:ln>
                  <a:noFill/>
                </a:ln>
                <a:solidFill>
                  <a:srgbClr val="123F93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Icon library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0534AC0-AB58-1AF4-4B3E-B92D35108D35}"/>
              </a:ext>
            </a:extLst>
          </p:cNvPr>
          <p:cNvSpPr txBox="1">
            <a:spLocks/>
          </p:cNvSpPr>
          <p:nvPr userDrawn="1"/>
        </p:nvSpPr>
        <p:spPr>
          <a:xfrm>
            <a:off x="792000" y="1370911"/>
            <a:ext cx="10608000" cy="36177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0" kern="1200">
                <a:solidFill>
                  <a:srgbClr val="507AC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20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8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rgbClr val="507AC2"/>
              </a:buClr>
              <a:buFont typeface="Wingdings" panose="05000000000000000000" pitchFamily="2" charset="2"/>
              <a:buNone/>
              <a:defRPr sz="1600" b="1" kern="1200">
                <a:solidFill>
                  <a:srgbClr val="00205F">
                    <a:alpha val="85000"/>
                  </a:srgb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07AC2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Change icon color: </a:t>
            </a:r>
            <a:r>
              <a:rPr kumimoji="0" lang="en-US" sz="2000" b="1" i="1" u="none" strike="noStrike" kern="1200" cap="none" spc="0" normalizeH="0" baseline="0" noProof="0">
                <a:ln>
                  <a:noFill/>
                </a:ln>
                <a:solidFill>
                  <a:srgbClr val="507AC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click on graphic &gt; graphics format &gt; graphics fill</a:t>
            </a:r>
            <a:endParaRPr kumimoji="0" lang="en-BE" sz="2000" b="1" i="1" u="none" strike="noStrike" kern="1200" cap="none" spc="0" normalizeH="0" baseline="0" noProof="0">
              <a:ln>
                <a:noFill/>
              </a:ln>
              <a:solidFill>
                <a:srgbClr val="507AC2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9334C77-0142-AED7-2178-9A23456161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000" y="2185784"/>
            <a:ext cx="540000" cy="540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68BC5E2-CC5D-5E22-A4FF-29B5178A10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7194" y="2178198"/>
            <a:ext cx="540000" cy="540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8055E5C-FD40-351B-AD67-F11F066BF5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3206" y="2185784"/>
            <a:ext cx="540000" cy="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4335F4-F018-4514-4FCD-9894C9FCE6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9218" y="2178198"/>
            <a:ext cx="540000" cy="54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DB8CB1A-F277-B6BC-1374-AD81C1243F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5230" y="2185784"/>
            <a:ext cx="540000" cy="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9525B00-CB77-8E41-9AB3-491AD8734A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5833" y="2185784"/>
            <a:ext cx="540000" cy="540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BE9343-E1C5-C47B-BEAC-58A20893D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6436" y="2185784"/>
            <a:ext cx="540000" cy="54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69261E9-89CF-9002-487F-5FA4F17017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7039" y="2185784"/>
            <a:ext cx="540000" cy="540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C4D9AA-E891-6EA4-5D26-C809692B43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7642" y="2185784"/>
            <a:ext cx="540000" cy="54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CB7492B-2024-B58B-AABE-B271D74620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88245" y="218578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37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172C627-6B22-1CE4-C94A-AD37FEE634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9" y="288001"/>
            <a:ext cx="914395" cy="48577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94925F7-3367-5E1C-72A7-0F7C7D509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000" y="3428996"/>
            <a:ext cx="5616000" cy="2628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1. Click to edit chapter title</a:t>
            </a:r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9D7874E6-8F32-E150-BAF7-B511F20500C6}"/>
              </a:ext>
            </a:extLst>
          </p:cNvPr>
          <p:cNvSpPr/>
          <p:nvPr/>
        </p:nvSpPr>
        <p:spPr>
          <a:xfrm>
            <a:off x="6319232" y="979711"/>
            <a:ext cx="1959432" cy="1959432"/>
          </a:xfrm>
          <a:custGeom>
            <a:avLst/>
            <a:gdLst>
              <a:gd name="connsiteX0" fmla="*/ 1959432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2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2" y="979716"/>
                </a:moveTo>
                <a:cubicBezTo>
                  <a:pt x="1959432" y="1520798"/>
                  <a:pt x="1520799" y="1959432"/>
                  <a:pt x="979716" y="1959432"/>
                </a:cubicBezTo>
                <a:cubicBezTo>
                  <a:pt x="438634" y="1959432"/>
                  <a:pt x="0" y="1520798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2" y="438634"/>
                  <a:pt x="1959432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2086703F-1C6B-9CEE-059F-79D72CC7F7D9}"/>
              </a:ext>
            </a:extLst>
          </p:cNvPr>
          <p:cNvSpPr/>
          <p:nvPr/>
        </p:nvSpPr>
        <p:spPr>
          <a:xfrm rot="18900000">
            <a:off x="10520734" y="5185526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94737E12-FD75-B42D-8730-33325832D72C}"/>
              </a:ext>
            </a:extLst>
          </p:cNvPr>
          <p:cNvSpPr/>
          <p:nvPr/>
        </p:nvSpPr>
        <p:spPr>
          <a:xfrm>
            <a:off x="8278655" y="2939135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3 w 1959432"/>
              <a:gd name="connsiteY1" fmla="*/ 0 h 1959432"/>
              <a:gd name="connsiteX2" fmla="*/ 1959433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3" y="0"/>
                </a:lnTo>
                <a:lnTo>
                  <a:pt x="1959433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8407AF6D-9000-F733-EA84-FF76C63BD23E}"/>
              </a:ext>
            </a:extLst>
          </p:cNvPr>
          <p:cNvSpPr/>
          <p:nvPr/>
        </p:nvSpPr>
        <p:spPr>
          <a:xfrm>
            <a:off x="8278655" y="4898567"/>
            <a:ext cx="1959432" cy="1959432"/>
          </a:xfrm>
          <a:custGeom>
            <a:avLst/>
            <a:gdLst>
              <a:gd name="connsiteX0" fmla="*/ 1959433 w 1959432"/>
              <a:gd name="connsiteY0" fmla="*/ 979716 h 1959432"/>
              <a:gd name="connsiteX1" fmla="*/ 979716 w 1959432"/>
              <a:gd name="connsiteY1" fmla="*/ 1959432 h 1959432"/>
              <a:gd name="connsiteX2" fmla="*/ 0 w 1959432"/>
              <a:gd name="connsiteY2" fmla="*/ 979716 h 1959432"/>
              <a:gd name="connsiteX3" fmla="*/ 979716 w 1959432"/>
              <a:gd name="connsiteY3" fmla="*/ 0 h 1959432"/>
              <a:gd name="connsiteX4" fmla="*/ 1959433 w 1959432"/>
              <a:gd name="connsiteY4" fmla="*/ 979716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9432" h="1959432">
                <a:moveTo>
                  <a:pt x="1959433" y="979716"/>
                </a:moveTo>
                <a:cubicBezTo>
                  <a:pt x="1959433" y="1520798"/>
                  <a:pt x="1520799" y="1959432"/>
                  <a:pt x="979716" y="1959432"/>
                </a:cubicBezTo>
                <a:cubicBezTo>
                  <a:pt x="438634" y="1959432"/>
                  <a:pt x="0" y="1520799"/>
                  <a:pt x="0" y="979716"/>
                </a:cubicBezTo>
                <a:cubicBezTo>
                  <a:pt x="0" y="438634"/>
                  <a:pt x="438634" y="0"/>
                  <a:pt x="979716" y="0"/>
                </a:cubicBezTo>
                <a:cubicBezTo>
                  <a:pt x="1520799" y="0"/>
                  <a:pt x="1959433" y="438634"/>
                  <a:pt x="1959433" y="979716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14ADAA3-453A-9C26-2FBA-422163CFD1A2}"/>
              </a:ext>
            </a:extLst>
          </p:cNvPr>
          <p:cNvSpPr/>
          <p:nvPr/>
        </p:nvSpPr>
        <p:spPr>
          <a:xfrm>
            <a:off x="8278655" y="1959427"/>
            <a:ext cx="1959432" cy="979716"/>
          </a:xfrm>
          <a:custGeom>
            <a:avLst/>
            <a:gdLst>
              <a:gd name="connsiteX0" fmla="*/ 1959432 w 1959432"/>
              <a:gd name="connsiteY0" fmla="*/ 1 h 979716"/>
              <a:gd name="connsiteX1" fmla="*/ 0 w 1959432"/>
              <a:gd name="connsiteY1" fmla="*/ 0 h 979716"/>
              <a:gd name="connsiteX2" fmla="*/ 979715 w 1959432"/>
              <a:gd name="connsiteY2" fmla="*/ 979717 h 979716"/>
              <a:gd name="connsiteX3" fmla="*/ 1959432 w 1959432"/>
              <a:gd name="connsiteY3" fmla="*/ 1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1"/>
                </a:moveTo>
                <a:lnTo>
                  <a:pt x="0" y="0"/>
                </a:lnTo>
                <a:cubicBezTo>
                  <a:pt x="0" y="541049"/>
                  <a:pt x="438667" y="979716"/>
                  <a:pt x="979715" y="979717"/>
                </a:cubicBezTo>
                <a:cubicBezTo>
                  <a:pt x="1520764" y="979717"/>
                  <a:pt x="1959432" y="541049"/>
                  <a:pt x="1959432" y="1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13A82B70-3E4B-D590-C7AB-B541A730BDE4}"/>
              </a:ext>
            </a:extLst>
          </p:cNvPr>
          <p:cNvSpPr/>
          <p:nvPr/>
        </p:nvSpPr>
        <p:spPr>
          <a:xfrm>
            <a:off x="6319232" y="-4"/>
            <a:ext cx="1959432" cy="979716"/>
          </a:xfrm>
          <a:custGeom>
            <a:avLst/>
            <a:gdLst>
              <a:gd name="connsiteX0" fmla="*/ 0 w 1959432"/>
              <a:gd name="connsiteY0" fmla="*/ 979716 h 979716"/>
              <a:gd name="connsiteX1" fmla="*/ 1959432 w 1959432"/>
              <a:gd name="connsiteY1" fmla="*/ 979716 h 979716"/>
              <a:gd name="connsiteX2" fmla="*/ 979716 w 1959432"/>
              <a:gd name="connsiteY2" fmla="*/ 0 h 979716"/>
              <a:gd name="connsiteX3" fmla="*/ 0 w 1959432"/>
              <a:gd name="connsiteY3" fmla="*/ 979716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0" y="979716"/>
                </a:moveTo>
                <a:lnTo>
                  <a:pt x="1959432" y="979716"/>
                </a:lnTo>
                <a:lnTo>
                  <a:pt x="979716" y="0"/>
                </a:lnTo>
                <a:lnTo>
                  <a:pt x="0" y="9797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BF269EE7-C1AF-3F62-C49F-070358B3ED1D}"/>
              </a:ext>
            </a:extLst>
          </p:cNvPr>
          <p:cNvSpPr/>
          <p:nvPr/>
        </p:nvSpPr>
        <p:spPr>
          <a:xfrm>
            <a:off x="6319241" y="2939143"/>
            <a:ext cx="1959414" cy="979707"/>
          </a:xfrm>
          <a:custGeom>
            <a:avLst/>
            <a:gdLst>
              <a:gd name="connsiteX0" fmla="*/ 1959415 w 1959414"/>
              <a:gd name="connsiteY0" fmla="*/ 0 h 979707"/>
              <a:gd name="connsiteX1" fmla="*/ 0 w 1959414"/>
              <a:gd name="connsiteY1" fmla="*/ 1 h 979707"/>
              <a:gd name="connsiteX2" fmla="*/ 979708 w 1959414"/>
              <a:gd name="connsiteY2" fmla="*/ 979708 h 979707"/>
              <a:gd name="connsiteX3" fmla="*/ 1959415 w 1959414"/>
              <a:gd name="connsiteY3" fmla="*/ 0 h 979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14" h="979707">
                <a:moveTo>
                  <a:pt x="1959415" y="0"/>
                </a:moveTo>
                <a:lnTo>
                  <a:pt x="0" y="1"/>
                </a:lnTo>
                <a:lnTo>
                  <a:pt x="979708" y="979708"/>
                </a:lnTo>
                <a:lnTo>
                  <a:pt x="1959415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BD6879C0-8027-C467-721B-B6EA184AF2D1}"/>
              </a:ext>
            </a:extLst>
          </p:cNvPr>
          <p:cNvSpPr/>
          <p:nvPr/>
        </p:nvSpPr>
        <p:spPr>
          <a:xfrm rot="8100000">
            <a:off x="4646758" y="289739"/>
            <a:ext cx="1385515" cy="1385515"/>
          </a:xfrm>
          <a:custGeom>
            <a:avLst/>
            <a:gdLst>
              <a:gd name="connsiteX0" fmla="*/ 0 w 1385515"/>
              <a:gd name="connsiteY0" fmla="*/ 0 h 1385515"/>
              <a:gd name="connsiteX1" fmla="*/ 1385515 w 1385515"/>
              <a:gd name="connsiteY1" fmla="*/ 0 h 1385515"/>
              <a:gd name="connsiteX2" fmla="*/ 1385515 w 1385515"/>
              <a:gd name="connsiteY2" fmla="*/ 1385516 h 1385515"/>
              <a:gd name="connsiteX3" fmla="*/ 0 w 1385515"/>
              <a:gd name="connsiteY3" fmla="*/ 1385516 h 1385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515" h="1385515">
                <a:moveTo>
                  <a:pt x="0" y="0"/>
                </a:moveTo>
                <a:lnTo>
                  <a:pt x="1385515" y="0"/>
                </a:lnTo>
                <a:lnTo>
                  <a:pt x="1385515" y="1385516"/>
                </a:lnTo>
                <a:lnTo>
                  <a:pt x="0" y="1385516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Vrije vorm: vorm 25">
            <a:extLst>
              <a:ext uri="{FF2B5EF4-FFF2-40B4-BE49-F238E27FC236}">
                <a16:creationId xmlns:a16="http://schemas.microsoft.com/office/drawing/2014/main" id="{80F902A1-E45C-814F-FECF-6D8954C7AEB7}"/>
              </a:ext>
            </a:extLst>
          </p:cNvPr>
          <p:cNvSpPr/>
          <p:nvPr userDrawn="1"/>
        </p:nvSpPr>
        <p:spPr>
          <a:xfrm rot="10800000">
            <a:off x="2400367" y="2781"/>
            <a:ext cx="1959432" cy="1959432"/>
          </a:xfrm>
          <a:custGeom>
            <a:avLst/>
            <a:gdLst>
              <a:gd name="connsiteX0" fmla="*/ 0 w 1959432"/>
              <a:gd name="connsiteY0" fmla="*/ 0 h 1959432"/>
              <a:gd name="connsiteX1" fmla="*/ 1959432 w 1959432"/>
              <a:gd name="connsiteY1" fmla="*/ 0 h 1959432"/>
              <a:gd name="connsiteX2" fmla="*/ 1959432 w 1959432"/>
              <a:gd name="connsiteY2" fmla="*/ 1959432 h 1959432"/>
              <a:gd name="connsiteX3" fmla="*/ 0 w 1959432"/>
              <a:gd name="connsiteY3" fmla="*/ 1959432 h 1959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1959432">
                <a:moveTo>
                  <a:pt x="0" y="0"/>
                </a:moveTo>
                <a:lnTo>
                  <a:pt x="1959432" y="0"/>
                </a:lnTo>
                <a:lnTo>
                  <a:pt x="1959432" y="1959432"/>
                </a:lnTo>
                <a:lnTo>
                  <a:pt x="0" y="1959432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ECF82274-B301-1AF4-CC14-71F8F6BD4890}"/>
              </a:ext>
            </a:extLst>
          </p:cNvPr>
          <p:cNvSpPr/>
          <p:nvPr/>
        </p:nvSpPr>
        <p:spPr>
          <a:xfrm>
            <a:off x="4359799" y="1962213"/>
            <a:ext cx="1959432" cy="979716"/>
          </a:xfrm>
          <a:custGeom>
            <a:avLst/>
            <a:gdLst>
              <a:gd name="connsiteX0" fmla="*/ 1959432 w 1959432"/>
              <a:gd name="connsiteY0" fmla="*/ 0 h 979716"/>
              <a:gd name="connsiteX1" fmla="*/ 0 w 1959432"/>
              <a:gd name="connsiteY1" fmla="*/ 1 h 979716"/>
              <a:gd name="connsiteX2" fmla="*/ 979717 w 1959432"/>
              <a:gd name="connsiteY2" fmla="*/ 979716 h 979716"/>
              <a:gd name="connsiteX3" fmla="*/ 1959432 w 1959432"/>
              <a:gd name="connsiteY3" fmla="*/ 0 h 97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9432" h="979716">
                <a:moveTo>
                  <a:pt x="1959432" y="0"/>
                </a:moveTo>
                <a:lnTo>
                  <a:pt x="0" y="1"/>
                </a:lnTo>
                <a:cubicBezTo>
                  <a:pt x="0" y="541049"/>
                  <a:pt x="438668" y="979717"/>
                  <a:pt x="979717" y="979716"/>
                </a:cubicBezTo>
                <a:cubicBezTo>
                  <a:pt x="1520765" y="979716"/>
                  <a:pt x="1959433" y="541048"/>
                  <a:pt x="1959432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4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0346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C37D8072-9EE3-917B-7F33-372174E2B6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9" y="288001"/>
            <a:ext cx="914396" cy="485774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D35E4C5-AED2-E9A8-7D65-14800B632E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6337" y="2299097"/>
            <a:ext cx="5491121" cy="228600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CF1C14-D13B-9574-C8BD-CA3AF6086669}"/>
              </a:ext>
            </a:extLst>
          </p:cNvPr>
          <p:cNvCxnSpPr>
            <a:cxnSpLocks/>
          </p:cNvCxnSpPr>
          <p:nvPr userDrawn="1"/>
        </p:nvCxnSpPr>
        <p:spPr>
          <a:xfrm>
            <a:off x="5332687" y="2151613"/>
            <a:ext cx="0" cy="2605688"/>
          </a:xfrm>
          <a:prstGeom prst="line">
            <a:avLst/>
          </a:prstGeom>
          <a:ln>
            <a:solidFill>
              <a:srgbClr val="617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C2FA6B88-2EA8-B1CD-1B6F-84AFBEAAB3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055" y="2298478"/>
            <a:ext cx="4571975" cy="2286007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4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A0560F-A4B9-6D60-DA89-678D8AA3B9FC}"/>
              </a:ext>
            </a:extLst>
          </p:cNvPr>
          <p:cNvGrpSpPr/>
          <p:nvPr userDrawn="1"/>
        </p:nvGrpSpPr>
        <p:grpSpPr>
          <a:xfrm>
            <a:off x="6505909" y="9229"/>
            <a:ext cx="5688622" cy="6861839"/>
            <a:chOff x="6476020" y="-8"/>
            <a:chExt cx="5718513" cy="6897894"/>
          </a:xfrm>
        </p:grpSpPr>
        <p:sp>
          <p:nvSpPr>
            <p:cNvPr id="13" name="Vrije vorm: vorm 9">
              <a:extLst>
                <a:ext uri="{FF2B5EF4-FFF2-40B4-BE49-F238E27FC236}">
                  <a16:creationId xmlns:a16="http://schemas.microsoft.com/office/drawing/2014/main" id="{9D7D31D0-E3AC-9AED-7DFC-600F0A869084}"/>
                </a:ext>
              </a:extLst>
            </p:cNvPr>
            <p:cNvSpPr/>
            <p:nvPr userDrawn="1"/>
          </p:nvSpPr>
          <p:spPr>
            <a:xfrm flipH="1">
              <a:off x="6476020" y="4608573"/>
              <a:ext cx="2289313" cy="228931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18">
              <a:extLst>
                <a:ext uri="{FF2B5EF4-FFF2-40B4-BE49-F238E27FC236}">
                  <a16:creationId xmlns:a16="http://schemas.microsoft.com/office/drawing/2014/main" id="{F5FCDA4F-39E8-1B34-6039-23A6929D29CF}"/>
                </a:ext>
              </a:extLst>
            </p:cNvPr>
            <p:cNvSpPr/>
            <p:nvPr userDrawn="1"/>
          </p:nvSpPr>
          <p:spPr>
            <a:xfrm flipH="1">
              <a:off x="9893073" y="-8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1">
              <a:extLst>
                <a:ext uri="{FF2B5EF4-FFF2-40B4-BE49-F238E27FC236}">
                  <a16:creationId xmlns:a16="http://schemas.microsoft.com/office/drawing/2014/main" id="{BBDB3D9B-C250-7032-0ACC-7C5B8B0FAD88}"/>
                </a:ext>
              </a:extLst>
            </p:cNvPr>
            <p:cNvSpPr/>
            <p:nvPr/>
          </p:nvSpPr>
          <p:spPr>
            <a:xfrm>
              <a:off x="8765334" y="4581825"/>
              <a:ext cx="1144651" cy="2289302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: vorm 16">
              <a:extLst>
                <a:ext uri="{FF2B5EF4-FFF2-40B4-BE49-F238E27FC236}">
                  <a16:creationId xmlns:a16="http://schemas.microsoft.com/office/drawing/2014/main" id="{F7A11193-8342-CC7D-4893-9DA72119E1F8}"/>
                </a:ext>
              </a:extLst>
            </p:cNvPr>
            <p:cNvSpPr/>
            <p:nvPr userDrawn="1"/>
          </p:nvSpPr>
          <p:spPr>
            <a:xfrm rot="18900000" flipH="1">
              <a:off x="7939042" y="325447"/>
              <a:ext cx="1618773" cy="1618773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: vorm 17">
              <a:extLst>
                <a:ext uri="{FF2B5EF4-FFF2-40B4-BE49-F238E27FC236}">
                  <a16:creationId xmlns:a16="http://schemas.microsoft.com/office/drawing/2014/main" id="{A3F6D955-1692-3320-C7CD-A1960CC43330}"/>
                </a:ext>
              </a:extLst>
            </p:cNvPr>
            <p:cNvSpPr/>
            <p:nvPr userDrawn="1"/>
          </p:nvSpPr>
          <p:spPr>
            <a:xfrm>
              <a:off x="9905975" y="229580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8">
              <a:extLst>
                <a:ext uri="{FF2B5EF4-FFF2-40B4-BE49-F238E27FC236}">
                  <a16:creationId xmlns:a16="http://schemas.microsoft.com/office/drawing/2014/main" id="{23AF75C3-7660-CDC9-64BF-2397504B8386}"/>
                </a:ext>
              </a:extLst>
            </p:cNvPr>
            <p:cNvSpPr/>
            <p:nvPr userDrawn="1"/>
          </p:nvSpPr>
          <p:spPr>
            <a:xfrm flipH="1">
              <a:off x="9905231" y="4581825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rgbClr val="D1E4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908749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4382B98-F52A-356D-3C7F-C910A58C63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6338" y="2299097"/>
            <a:ext cx="4491426" cy="228600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5ED613-E63C-1A40-8BA6-A1E7EC1B8441}"/>
              </a:ext>
            </a:extLst>
          </p:cNvPr>
          <p:cNvCxnSpPr>
            <a:cxnSpLocks/>
          </p:cNvCxnSpPr>
          <p:nvPr userDrawn="1"/>
        </p:nvCxnSpPr>
        <p:spPr>
          <a:xfrm>
            <a:off x="5332687" y="2151613"/>
            <a:ext cx="0" cy="26056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D2D1E3A-2AAA-BB69-2B3E-0CFC160254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055" y="2298478"/>
            <a:ext cx="4571975" cy="2286007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4800" b="1">
                <a:solidFill>
                  <a:schemeClr val="tx1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5E0F4D-D704-5EE7-5BD6-FBFC12DB1897}"/>
              </a:ext>
            </a:extLst>
          </p:cNvPr>
          <p:cNvGrpSpPr/>
          <p:nvPr userDrawn="1"/>
        </p:nvGrpSpPr>
        <p:grpSpPr>
          <a:xfrm>
            <a:off x="6486555" y="-8"/>
            <a:ext cx="5705445" cy="6858008"/>
            <a:chOff x="6459109" y="-8"/>
            <a:chExt cx="5735424" cy="6894043"/>
          </a:xfrm>
        </p:grpSpPr>
        <p:sp>
          <p:nvSpPr>
            <p:cNvPr id="18" name="Vrije vorm: vorm 9">
              <a:extLst>
                <a:ext uri="{FF2B5EF4-FFF2-40B4-BE49-F238E27FC236}">
                  <a16:creationId xmlns:a16="http://schemas.microsoft.com/office/drawing/2014/main" id="{C75DACDE-E7EC-DE63-0CB5-ECE0306FA2D1}"/>
                </a:ext>
              </a:extLst>
            </p:cNvPr>
            <p:cNvSpPr/>
            <p:nvPr userDrawn="1"/>
          </p:nvSpPr>
          <p:spPr>
            <a:xfrm flipH="1">
              <a:off x="6459109" y="4604722"/>
              <a:ext cx="2289313" cy="2289313"/>
            </a:xfrm>
            <a:custGeom>
              <a:avLst/>
              <a:gdLst>
                <a:gd name="connsiteX0" fmla="*/ 2286037 w 2286036"/>
                <a:gd name="connsiteY0" fmla="*/ 2286036 h 2286036"/>
                <a:gd name="connsiteX1" fmla="*/ 0 w 2286036"/>
                <a:gd name="connsiteY1" fmla="*/ 2286036 h 2286036"/>
                <a:gd name="connsiteX2" fmla="*/ 0 w 2286036"/>
                <a:gd name="connsiteY2" fmla="*/ 0 h 2286036"/>
                <a:gd name="connsiteX3" fmla="*/ 2286037 w 2286036"/>
                <a:gd name="connsiteY3" fmla="*/ 2286036 h 228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36" h="2286036">
                  <a:moveTo>
                    <a:pt x="2286037" y="2286036"/>
                  </a:moveTo>
                  <a:lnTo>
                    <a:pt x="0" y="2286036"/>
                  </a:lnTo>
                  <a:lnTo>
                    <a:pt x="0" y="0"/>
                  </a:lnTo>
                  <a:lnTo>
                    <a:pt x="2286037" y="2286036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: vorm 18">
              <a:extLst>
                <a:ext uri="{FF2B5EF4-FFF2-40B4-BE49-F238E27FC236}">
                  <a16:creationId xmlns:a16="http://schemas.microsoft.com/office/drawing/2014/main" id="{A0EC596D-4717-F121-FDF3-7E08940E4701}"/>
                </a:ext>
              </a:extLst>
            </p:cNvPr>
            <p:cNvSpPr/>
            <p:nvPr userDrawn="1"/>
          </p:nvSpPr>
          <p:spPr>
            <a:xfrm flipH="1">
              <a:off x="9893073" y="-8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: vorm 11">
              <a:extLst>
                <a:ext uri="{FF2B5EF4-FFF2-40B4-BE49-F238E27FC236}">
                  <a16:creationId xmlns:a16="http://schemas.microsoft.com/office/drawing/2014/main" id="{4EB34652-C23D-42D0-EAFD-AE0AD02690D0}"/>
                </a:ext>
              </a:extLst>
            </p:cNvPr>
            <p:cNvSpPr/>
            <p:nvPr/>
          </p:nvSpPr>
          <p:spPr>
            <a:xfrm>
              <a:off x="8752365" y="4581825"/>
              <a:ext cx="1144651" cy="2289302"/>
            </a:xfrm>
            <a:custGeom>
              <a:avLst/>
              <a:gdLst>
                <a:gd name="connsiteX0" fmla="*/ 1143013 w 1143013"/>
                <a:gd name="connsiteY0" fmla="*/ 0 h 2286025"/>
                <a:gd name="connsiteX1" fmla="*/ 1143013 w 1143013"/>
                <a:gd name="connsiteY1" fmla="*/ 2286026 h 2286025"/>
                <a:gd name="connsiteX2" fmla="*/ 0 w 1143013"/>
                <a:gd name="connsiteY2" fmla="*/ 1143013 h 2286025"/>
                <a:gd name="connsiteX3" fmla="*/ 1143013 w 1143013"/>
                <a:gd name="connsiteY3" fmla="*/ 0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13" h="2286025">
                  <a:moveTo>
                    <a:pt x="1143013" y="0"/>
                  </a:moveTo>
                  <a:lnTo>
                    <a:pt x="1143013" y="2286026"/>
                  </a:lnTo>
                  <a:cubicBezTo>
                    <a:pt x="511785" y="2286026"/>
                    <a:pt x="0" y="1774241"/>
                    <a:pt x="0" y="1143013"/>
                  </a:cubicBezTo>
                  <a:cubicBezTo>
                    <a:pt x="0" y="511785"/>
                    <a:pt x="511785" y="0"/>
                    <a:pt x="1143013" y="0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16">
              <a:extLst>
                <a:ext uri="{FF2B5EF4-FFF2-40B4-BE49-F238E27FC236}">
                  <a16:creationId xmlns:a16="http://schemas.microsoft.com/office/drawing/2014/main" id="{0A4A98AD-D827-0E2D-8305-081B14717334}"/>
                </a:ext>
              </a:extLst>
            </p:cNvPr>
            <p:cNvSpPr/>
            <p:nvPr userDrawn="1"/>
          </p:nvSpPr>
          <p:spPr>
            <a:xfrm rot="18900000" flipH="1">
              <a:off x="7935202" y="345697"/>
              <a:ext cx="1618773" cy="1618773"/>
            </a:xfrm>
            <a:custGeom>
              <a:avLst/>
              <a:gdLst>
                <a:gd name="connsiteX0" fmla="*/ 0 w 1616456"/>
                <a:gd name="connsiteY0" fmla="*/ 0 h 1616456"/>
                <a:gd name="connsiteX1" fmla="*/ 1616457 w 1616456"/>
                <a:gd name="connsiteY1" fmla="*/ 0 h 1616456"/>
                <a:gd name="connsiteX2" fmla="*/ 1616457 w 1616456"/>
                <a:gd name="connsiteY2" fmla="*/ 1616457 h 1616456"/>
                <a:gd name="connsiteX3" fmla="*/ 0 w 1616456"/>
                <a:gd name="connsiteY3" fmla="*/ 1616457 h 1616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6456" h="1616456">
                  <a:moveTo>
                    <a:pt x="0" y="0"/>
                  </a:moveTo>
                  <a:lnTo>
                    <a:pt x="1616457" y="0"/>
                  </a:lnTo>
                  <a:lnTo>
                    <a:pt x="1616457" y="1616457"/>
                  </a:lnTo>
                  <a:lnTo>
                    <a:pt x="0" y="1616457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" name="Vrije vorm: vorm 17">
              <a:extLst>
                <a:ext uri="{FF2B5EF4-FFF2-40B4-BE49-F238E27FC236}">
                  <a16:creationId xmlns:a16="http://schemas.microsoft.com/office/drawing/2014/main" id="{4B9606F0-4E05-AE28-10B9-ADE63164B28B}"/>
                </a:ext>
              </a:extLst>
            </p:cNvPr>
            <p:cNvSpPr/>
            <p:nvPr userDrawn="1"/>
          </p:nvSpPr>
          <p:spPr>
            <a:xfrm>
              <a:off x="9905975" y="2295800"/>
              <a:ext cx="2286025" cy="2286025"/>
            </a:xfrm>
            <a:custGeom>
              <a:avLst/>
              <a:gdLst>
                <a:gd name="connsiteX0" fmla="*/ 0 w 2286025"/>
                <a:gd name="connsiteY0" fmla="*/ 0 h 2286025"/>
                <a:gd name="connsiteX1" fmla="*/ 2286026 w 2286025"/>
                <a:gd name="connsiteY1" fmla="*/ 0 h 2286025"/>
                <a:gd name="connsiteX2" fmla="*/ 2286026 w 2286025"/>
                <a:gd name="connsiteY2" fmla="*/ 2286026 h 2286025"/>
                <a:gd name="connsiteX3" fmla="*/ 0 w 2286025"/>
                <a:gd name="connsiteY3" fmla="*/ 2286026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25" h="2286025">
                  <a:moveTo>
                    <a:pt x="0" y="0"/>
                  </a:moveTo>
                  <a:lnTo>
                    <a:pt x="2286026" y="0"/>
                  </a:lnTo>
                  <a:lnTo>
                    <a:pt x="2286026" y="2286026"/>
                  </a:lnTo>
                  <a:lnTo>
                    <a:pt x="0" y="2286026"/>
                  </a:ln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" name="Vrije vorm: vorm 18">
              <a:extLst>
                <a:ext uri="{FF2B5EF4-FFF2-40B4-BE49-F238E27FC236}">
                  <a16:creationId xmlns:a16="http://schemas.microsoft.com/office/drawing/2014/main" id="{AAB3C64C-1F3E-C5C8-A6F1-5F8F861E80D6}"/>
                </a:ext>
              </a:extLst>
            </p:cNvPr>
            <p:cNvSpPr/>
            <p:nvPr userDrawn="1"/>
          </p:nvSpPr>
          <p:spPr>
            <a:xfrm flipH="1">
              <a:off x="9905231" y="4581825"/>
              <a:ext cx="2289302" cy="2289302"/>
            </a:xfrm>
            <a:custGeom>
              <a:avLst/>
              <a:gdLst>
                <a:gd name="connsiteX0" fmla="*/ 2286025 w 2286025"/>
                <a:gd name="connsiteY0" fmla="*/ 1143013 h 2286025"/>
                <a:gd name="connsiteX1" fmla="*/ 1143013 w 2286025"/>
                <a:gd name="connsiteY1" fmla="*/ 2286026 h 2286025"/>
                <a:gd name="connsiteX2" fmla="*/ 0 w 2286025"/>
                <a:gd name="connsiteY2" fmla="*/ 1143013 h 2286025"/>
                <a:gd name="connsiteX3" fmla="*/ 1143013 w 2286025"/>
                <a:gd name="connsiteY3" fmla="*/ 0 h 2286025"/>
                <a:gd name="connsiteX4" fmla="*/ 2286025 w 2286025"/>
                <a:gd name="connsiteY4" fmla="*/ 1143013 h 22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25" h="2286025">
                  <a:moveTo>
                    <a:pt x="2286025" y="1143013"/>
                  </a:moveTo>
                  <a:cubicBezTo>
                    <a:pt x="2286025" y="1774281"/>
                    <a:pt x="1774281" y="2286026"/>
                    <a:pt x="1143013" y="2286026"/>
                  </a:cubicBezTo>
                  <a:cubicBezTo>
                    <a:pt x="511744" y="2286026"/>
                    <a:pt x="0" y="1774281"/>
                    <a:pt x="0" y="1143013"/>
                  </a:cubicBezTo>
                  <a:cubicBezTo>
                    <a:pt x="0" y="511744"/>
                    <a:pt x="511744" y="0"/>
                    <a:pt x="1143013" y="0"/>
                  </a:cubicBezTo>
                  <a:cubicBezTo>
                    <a:pt x="1774281" y="0"/>
                    <a:pt x="2286025" y="511744"/>
                    <a:pt x="2286025" y="1143013"/>
                  </a:cubicBezTo>
                  <a:close/>
                </a:path>
              </a:pathLst>
            </a:custGeom>
            <a:noFill/>
            <a:ln w="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75E3789D-3585-F958-EF40-CE12185BCE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1999" y="288001"/>
            <a:ext cx="914395" cy="48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21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sv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545F28-DC4B-28A7-51BA-BC4935929954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05AF0-8737-82D7-142E-59D0FFC519BB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45A52-E6A8-07C3-B9BD-AE3A6ECD9343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172458-6B96-C29B-EA5F-9CE2B2D135BF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6FC2CF-B438-16C2-A102-AADE93E4A53A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E91419-9835-2634-76CA-4E2E9245E8A6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63BA7-16F6-CDDB-98ED-08A62D326092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DB7394-0F11-3FB2-9063-B6E1D12B493D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82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663" r:id="rId2"/>
    <p:sldLayoutId id="2147483867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14000"/>
        </a:lnSpc>
        <a:spcBef>
          <a:spcPts val="1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724D2D-D2C8-9180-D5B6-796D5E78710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B8B2E6-2A4C-2DED-F3DB-5A56CADDB653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5A237-0E6F-DB45-9C0D-61CE5BC654C6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EFD9B-20B5-4EF7-DE5E-53E9E08049EF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7539B-5AF8-265F-6303-9172BA5ECD9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85060-3668-EE9D-43C8-950CEDB8407D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22CE5-574B-2DA5-3BE3-057D1017C6F5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346EC9-3A83-7B58-D271-A207B72A9633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548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934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89C4CD0-0C85-A877-E1B1-ABA52C8895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5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902" r:id="rId3"/>
    <p:sldLayoutId id="2147483903" r:id="rId4"/>
    <p:sldLayoutId id="2147483906" r:id="rId5"/>
    <p:sldLayoutId id="2147483939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DD854D1-0535-126B-6BA3-B3C811DEA0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741" y="6421126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7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5" r:id="rId3"/>
    <p:sldLayoutId id="2147483904" r:id="rId4"/>
    <p:sldLayoutId id="2147483907" r:id="rId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5" name="Vrije vorm: vorm 15">
            <a:extLst>
              <a:ext uri="{FF2B5EF4-FFF2-40B4-BE49-F238E27FC236}">
                <a16:creationId xmlns:a16="http://schemas.microsoft.com/office/drawing/2014/main" id="{851E3187-8BDD-D8C6-A660-FFEE5AF4A1A9}"/>
              </a:ext>
            </a:extLst>
          </p:cNvPr>
          <p:cNvSpPr/>
          <p:nvPr userDrawn="1"/>
        </p:nvSpPr>
        <p:spPr>
          <a:xfrm flipH="1">
            <a:off x="9667302" y="5606088"/>
            <a:ext cx="1262346" cy="1262346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1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1" y="1774281"/>
                  <a:pt x="1" y="1143013"/>
                </a:cubicBezTo>
                <a:cubicBezTo>
                  <a:pt x="1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16">
            <a:extLst>
              <a:ext uri="{FF2B5EF4-FFF2-40B4-BE49-F238E27FC236}">
                <a16:creationId xmlns:a16="http://schemas.microsoft.com/office/drawing/2014/main" id="{29EEA148-D0F2-009B-9AD7-83BA87DCD1D8}"/>
              </a:ext>
            </a:extLst>
          </p:cNvPr>
          <p:cNvSpPr/>
          <p:nvPr userDrawn="1"/>
        </p:nvSpPr>
        <p:spPr>
          <a:xfrm rot="18900000" flipH="1">
            <a:off x="9852166" y="4527720"/>
            <a:ext cx="892609" cy="892609"/>
          </a:xfrm>
          <a:custGeom>
            <a:avLst/>
            <a:gdLst>
              <a:gd name="connsiteX0" fmla="*/ 0 w 1616456"/>
              <a:gd name="connsiteY0" fmla="*/ 0 h 1616456"/>
              <a:gd name="connsiteX1" fmla="*/ 1616457 w 1616456"/>
              <a:gd name="connsiteY1" fmla="*/ 0 h 1616456"/>
              <a:gd name="connsiteX2" fmla="*/ 1616457 w 1616456"/>
              <a:gd name="connsiteY2" fmla="*/ 1616457 h 1616456"/>
              <a:gd name="connsiteX3" fmla="*/ 0 w 1616456"/>
              <a:gd name="connsiteY3" fmla="*/ 1616457 h 16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6456" h="1616456">
                <a:moveTo>
                  <a:pt x="0" y="0"/>
                </a:moveTo>
                <a:lnTo>
                  <a:pt x="1616457" y="0"/>
                </a:lnTo>
                <a:lnTo>
                  <a:pt x="1616457" y="1616457"/>
                </a:lnTo>
                <a:lnTo>
                  <a:pt x="0" y="1616457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18">
            <a:extLst>
              <a:ext uri="{FF2B5EF4-FFF2-40B4-BE49-F238E27FC236}">
                <a16:creationId xmlns:a16="http://schemas.microsoft.com/office/drawing/2014/main" id="{4088DB35-6CE0-CD32-44B5-3B0CACA65D85}"/>
              </a:ext>
            </a:extLst>
          </p:cNvPr>
          <p:cNvSpPr/>
          <p:nvPr userDrawn="1"/>
        </p:nvSpPr>
        <p:spPr>
          <a:xfrm flipH="1">
            <a:off x="10929641" y="3711676"/>
            <a:ext cx="1262346" cy="1262346"/>
          </a:xfrm>
          <a:custGeom>
            <a:avLst/>
            <a:gdLst>
              <a:gd name="connsiteX0" fmla="*/ 2286025 w 2286025"/>
              <a:gd name="connsiteY0" fmla="*/ 1143013 h 2286025"/>
              <a:gd name="connsiteX1" fmla="*/ 1143013 w 2286025"/>
              <a:gd name="connsiteY1" fmla="*/ 2286026 h 2286025"/>
              <a:gd name="connsiteX2" fmla="*/ 0 w 2286025"/>
              <a:gd name="connsiteY2" fmla="*/ 1143013 h 2286025"/>
              <a:gd name="connsiteX3" fmla="*/ 1143013 w 2286025"/>
              <a:gd name="connsiteY3" fmla="*/ 0 h 2286025"/>
              <a:gd name="connsiteX4" fmla="*/ 2286025 w 2286025"/>
              <a:gd name="connsiteY4" fmla="*/ 1143013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25" h="2286025">
                <a:moveTo>
                  <a:pt x="2286025" y="1143013"/>
                </a:moveTo>
                <a:cubicBezTo>
                  <a:pt x="2286025" y="1774281"/>
                  <a:pt x="1774281" y="2286026"/>
                  <a:pt x="1143013" y="2286026"/>
                </a:cubicBezTo>
                <a:cubicBezTo>
                  <a:pt x="511744" y="2286026"/>
                  <a:pt x="0" y="1774281"/>
                  <a:pt x="0" y="1143013"/>
                </a:cubicBezTo>
                <a:cubicBezTo>
                  <a:pt x="0" y="511744"/>
                  <a:pt x="511744" y="0"/>
                  <a:pt x="1143013" y="0"/>
                </a:cubicBezTo>
                <a:cubicBezTo>
                  <a:pt x="1774281" y="0"/>
                  <a:pt x="2286025" y="511744"/>
                  <a:pt x="2286025" y="1143013"/>
                </a:cubicBez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9" name="Vrije vorm: vorm 20">
            <a:extLst>
              <a:ext uri="{FF2B5EF4-FFF2-40B4-BE49-F238E27FC236}">
                <a16:creationId xmlns:a16="http://schemas.microsoft.com/office/drawing/2014/main" id="{648C79F6-74B6-DC8F-9D48-67509A77AEC1}"/>
              </a:ext>
            </a:extLst>
          </p:cNvPr>
          <p:cNvSpPr/>
          <p:nvPr userDrawn="1"/>
        </p:nvSpPr>
        <p:spPr>
          <a:xfrm rot="10800000" flipH="1">
            <a:off x="10929655" y="4978831"/>
            <a:ext cx="1262345" cy="631173"/>
          </a:xfrm>
          <a:custGeom>
            <a:avLst/>
            <a:gdLst>
              <a:gd name="connsiteX0" fmla="*/ 2286025 w 2286024"/>
              <a:gd name="connsiteY0" fmla="*/ 1143012 h 1143012"/>
              <a:gd name="connsiteX1" fmla="*/ 0 w 2286024"/>
              <a:gd name="connsiteY1" fmla="*/ 1143012 h 1143012"/>
              <a:gd name="connsiteX2" fmla="*/ 1143012 w 2286024"/>
              <a:gd name="connsiteY2" fmla="*/ 0 h 1143012"/>
              <a:gd name="connsiteX3" fmla="*/ 2286025 w 2286024"/>
              <a:gd name="connsiteY3" fmla="*/ 1143012 h 114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4" h="1143012">
                <a:moveTo>
                  <a:pt x="2286025" y="1143012"/>
                </a:moveTo>
                <a:lnTo>
                  <a:pt x="0" y="1143012"/>
                </a:lnTo>
                <a:cubicBezTo>
                  <a:pt x="0" y="511772"/>
                  <a:pt x="511784" y="0"/>
                  <a:pt x="1143012" y="0"/>
                </a:cubicBezTo>
                <a:cubicBezTo>
                  <a:pt x="1774241" y="0"/>
                  <a:pt x="2286025" y="511772"/>
                  <a:pt x="2286025" y="1143012"/>
                </a:cubicBez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21">
            <a:extLst>
              <a:ext uri="{FF2B5EF4-FFF2-40B4-BE49-F238E27FC236}">
                <a16:creationId xmlns:a16="http://schemas.microsoft.com/office/drawing/2014/main" id="{0E350ECC-C965-70E2-8B7D-38A852375892}"/>
              </a:ext>
            </a:extLst>
          </p:cNvPr>
          <p:cNvSpPr/>
          <p:nvPr userDrawn="1"/>
        </p:nvSpPr>
        <p:spPr>
          <a:xfrm rot="16200000" flipH="1">
            <a:off x="8720541" y="5919014"/>
            <a:ext cx="1262346" cy="631174"/>
          </a:xfrm>
          <a:custGeom>
            <a:avLst/>
            <a:gdLst>
              <a:gd name="connsiteX0" fmla="*/ 0 w 2286025"/>
              <a:gd name="connsiteY0" fmla="*/ 1143015 h 1143015"/>
              <a:gd name="connsiteX1" fmla="*/ 2286026 w 2286025"/>
              <a:gd name="connsiteY1" fmla="*/ 1143015 h 1143015"/>
              <a:gd name="connsiteX2" fmla="*/ 1143013 w 2286025"/>
              <a:gd name="connsiteY2" fmla="*/ 0 h 1143015"/>
              <a:gd name="connsiteX3" fmla="*/ 0 w 2286025"/>
              <a:gd name="connsiteY3" fmla="*/ 1143015 h 114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1143015">
                <a:moveTo>
                  <a:pt x="0" y="1143015"/>
                </a:moveTo>
                <a:lnTo>
                  <a:pt x="2286026" y="1143015"/>
                </a:lnTo>
                <a:lnTo>
                  <a:pt x="1143013" y="0"/>
                </a:lnTo>
                <a:lnTo>
                  <a:pt x="0" y="1143015"/>
                </a:lnTo>
                <a:close/>
              </a:path>
            </a:pathLst>
          </a:custGeom>
          <a:solidFill>
            <a:schemeClr val="accent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7">
            <a:extLst>
              <a:ext uri="{FF2B5EF4-FFF2-40B4-BE49-F238E27FC236}">
                <a16:creationId xmlns:a16="http://schemas.microsoft.com/office/drawing/2014/main" id="{263C9130-51EB-BCE2-4729-FCB853038622}"/>
              </a:ext>
            </a:extLst>
          </p:cNvPr>
          <p:cNvSpPr/>
          <p:nvPr userDrawn="1"/>
        </p:nvSpPr>
        <p:spPr>
          <a:xfrm flipH="1">
            <a:off x="10929649" y="5603428"/>
            <a:ext cx="1262346" cy="1262346"/>
          </a:xfrm>
          <a:custGeom>
            <a:avLst/>
            <a:gdLst>
              <a:gd name="connsiteX0" fmla="*/ 0 w 2286025"/>
              <a:gd name="connsiteY0" fmla="*/ 0 h 2286025"/>
              <a:gd name="connsiteX1" fmla="*/ 2286026 w 2286025"/>
              <a:gd name="connsiteY1" fmla="*/ 0 h 2286025"/>
              <a:gd name="connsiteX2" fmla="*/ 2286026 w 2286025"/>
              <a:gd name="connsiteY2" fmla="*/ 2286026 h 2286025"/>
              <a:gd name="connsiteX3" fmla="*/ 0 w 2286025"/>
              <a:gd name="connsiteY3" fmla="*/ 2286026 h 228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25" h="2286025">
                <a:moveTo>
                  <a:pt x="0" y="0"/>
                </a:moveTo>
                <a:lnTo>
                  <a:pt x="2286026" y="0"/>
                </a:lnTo>
                <a:lnTo>
                  <a:pt x="2286026" y="2286026"/>
                </a:lnTo>
                <a:lnTo>
                  <a:pt x="0" y="2286026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D61F4C-BB6A-28F1-8C85-8A03F25A07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741" y="6421127"/>
            <a:ext cx="598623" cy="31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6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489050-4EED-595E-C7B5-CA039E1CC0DF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118788-9453-90E9-1869-2A88C848F949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26DDF-7E9C-E7AB-F155-70F6201715FE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6ADF7-0704-7DD9-366F-D2D1983E2BFB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60BC5-DDFB-1127-1302-14965B4A6392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32C9A-B4A3-323E-3A3A-86C96F4FE897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714E89-7A3F-2DD9-BEF7-5A34F6E05EE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EDFA8A-8570-C17D-EBE9-D2A26A8C95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59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73330C-98C0-1B0D-52F8-45B9299D669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373E07-4C75-D255-061A-8A962B0B8FBD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474E47-B448-ED97-4F01-A9F9D0BBF5C1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0FA137-02D5-B271-7378-A8045B1D4BEE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26E3C-9DFD-5D6D-E082-13EF995483B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01917A-8EB8-3640-8362-1AA09C1E71AE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9F41B0F-A427-209F-11F6-27BCED46708C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58F2F93-6B04-1ED7-FDA9-4B522341BE6C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AADC2A-7985-CBAA-20D7-6B5B334A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pic>
        <p:nvPicPr>
          <p:cNvPr id="226" name="Graphic 225">
            <a:extLst>
              <a:ext uri="{FF2B5EF4-FFF2-40B4-BE49-F238E27FC236}">
                <a16:creationId xmlns:a16="http://schemas.microsoft.com/office/drawing/2014/main" id="{82C486C2-E734-46FB-3339-631D1C3DD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706" y="6456868"/>
            <a:ext cx="609881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2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724D2D-D2C8-9180-D5B6-796D5E78710A}"/>
              </a:ext>
            </a:extLst>
          </p:cNvPr>
          <p:cNvSpPr/>
          <p:nvPr userDrawn="1"/>
        </p:nvSpPr>
        <p:spPr>
          <a:xfrm>
            <a:off x="10510276" y="7096616"/>
            <a:ext cx="484620" cy="484620"/>
          </a:xfrm>
          <a:prstGeom prst="rect">
            <a:avLst/>
          </a:prstGeom>
          <a:solidFill>
            <a:srgbClr val="E82E4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E82E4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B8B2E6-2A4C-2DED-F3DB-5A56CADDB653}"/>
              </a:ext>
            </a:extLst>
          </p:cNvPr>
          <p:cNvSpPr/>
          <p:nvPr userDrawn="1"/>
        </p:nvSpPr>
        <p:spPr>
          <a:xfrm>
            <a:off x="11707380" y="7096616"/>
            <a:ext cx="484620" cy="484620"/>
          </a:xfrm>
          <a:prstGeom prst="rect">
            <a:avLst/>
          </a:prstGeom>
          <a:solidFill>
            <a:srgbClr val="FBB60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5A237-0E6F-DB45-9C0D-61CE5BC654C6}"/>
              </a:ext>
            </a:extLst>
          </p:cNvPr>
          <p:cNvSpPr/>
          <p:nvPr userDrawn="1"/>
        </p:nvSpPr>
        <p:spPr>
          <a:xfrm>
            <a:off x="11108829" y="7096616"/>
            <a:ext cx="484620" cy="484620"/>
          </a:xfrm>
          <a:prstGeom prst="rect">
            <a:avLst/>
          </a:prstGeom>
          <a:solidFill>
            <a:srgbClr val="00A04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EFD9B-20B5-4EF7-DE5E-53E9E08049EF}"/>
              </a:ext>
            </a:extLst>
          </p:cNvPr>
          <p:cNvSpPr/>
          <p:nvPr userDrawn="1"/>
        </p:nvSpPr>
        <p:spPr>
          <a:xfrm>
            <a:off x="9911723" y="7096616"/>
            <a:ext cx="484620" cy="484620"/>
          </a:xfrm>
          <a:prstGeom prst="rect">
            <a:avLst/>
          </a:prstGeom>
          <a:solidFill>
            <a:srgbClr val="123F9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67539B-5AF8-265F-6303-9172BA5ECD94}"/>
              </a:ext>
            </a:extLst>
          </p:cNvPr>
          <p:cNvSpPr/>
          <p:nvPr userDrawn="1"/>
        </p:nvSpPr>
        <p:spPr>
          <a:xfrm>
            <a:off x="8116271" y="7097399"/>
            <a:ext cx="484551" cy="484551"/>
          </a:xfrm>
          <a:prstGeom prst="rect">
            <a:avLst/>
          </a:prstGeom>
          <a:solidFill>
            <a:srgbClr val="ED631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85060-3668-EE9D-43C8-950CEDB8407D}"/>
              </a:ext>
            </a:extLst>
          </p:cNvPr>
          <p:cNvSpPr/>
          <p:nvPr userDrawn="1"/>
        </p:nvSpPr>
        <p:spPr>
          <a:xfrm>
            <a:off x="7517787" y="7097399"/>
            <a:ext cx="484551" cy="484551"/>
          </a:xfrm>
          <a:prstGeom prst="rect">
            <a:avLst/>
          </a:prstGeom>
          <a:solidFill>
            <a:srgbClr val="01A2A6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22CE5-574B-2DA5-3BE3-057D1017C6F5}"/>
              </a:ext>
            </a:extLst>
          </p:cNvPr>
          <p:cNvSpPr/>
          <p:nvPr userDrawn="1"/>
        </p:nvSpPr>
        <p:spPr>
          <a:xfrm>
            <a:off x="8714755" y="7097399"/>
            <a:ext cx="484551" cy="484551"/>
          </a:xfrm>
          <a:prstGeom prst="rect">
            <a:avLst/>
          </a:prstGeom>
          <a:solidFill>
            <a:srgbClr val="68398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346EC9-3A83-7B58-D271-A207B72A9633}"/>
              </a:ext>
            </a:extLst>
          </p:cNvPr>
          <p:cNvSpPr/>
          <p:nvPr userDrawn="1"/>
        </p:nvSpPr>
        <p:spPr>
          <a:xfrm>
            <a:off x="9313239" y="7097399"/>
            <a:ext cx="484551" cy="484551"/>
          </a:xfrm>
          <a:prstGeom prst="rect">
            <a:avLst/>
          </a:prstGeom>
          <a:solidFill>
            <a:srgbClr val="14274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81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20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rgbClr val="507AC2"/>
        </a:buClr>
        <a:buFont typeface="Wingdings" panose="05000000000000000000" pitchFamily="2" charset="2"/>
        <a:buChar char="§"/>
        <a:defRPr sz="1800" kern="1200">
          <a:solidFill>
            <a:srgbClr val="00205F">
              <a:alpha val="85000"/>
            </a:srgb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F6F6B-9F61-65B0-A0F3-42B1D8867E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B0A10-3305-703E-7727-3C88EAF862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53400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E30E0D-CBA4-C75D-209F-6D46C595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7FF698-60BE-EB8F-27A3-1946F317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contents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C0FC8F-5223-192D-7B33-2BA4AF2B1F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Cross-validation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Hyperparameter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comparison and selection criteria</a:t>
            </a:r>
          </a:p>
        </p:txBody>
      </p:sp>
    </p:spTree>
    <p:extLst>
      <p:ext uri="{BB962C8B-B14F-4D97-AF65-F5344CB8AC3E}">
        <p14:creationId xmlns:p14="http://schemas.microsoft.com/office/powerpoint/2010/main" val="2273836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38AE-FA62-F9A3-2569-84D9A8998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A02C1-8600-67FE-6880-5AEA4BE9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Classifiers</a:t>
            </a:r>
          </a:p>
        </p:txBody>
      </p:sp>
      <p:pic>
        <p:nvPicPr>
          <p:cNvPr id="66562" name="Picture 2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BCDDCDA9-C4D0-508D-2F47-FBA1DD8F4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99" y="1963736"/>
            <a:ext cx="11353800" cy="378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189086-213E-6DD9-045C-31C665B846A0}"/>
              </a:ext>
            </a:extLst>
          </p:cNvPr>
          <p:cNvSpPr txBox="1"/>
          <p:nvPr/>
        </p:nvSpPr>
        <p:spPr>
          <a:xfrm>
            <a:off x="1399209" y="3072265"/>
            <a:ext cx="9393581" cy="1567543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Which model is the best fit to my dataset/prediction problem?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How do I choose the optimal parameters?</a:t>
            </a:r>
          </a:p>
        </p:txBody>
      </p:sp>
    </p:spTree>
    <p:extLst>
      <p:ext uri="{BB962C8B-B14F-4D97-AF65-F5344CB8AC3E}">
        <p14:creationId xmlns:p14="http://schemas.microsoft.com/office/powerpoint/2010/main" val="75664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C1D17-6ADA-AC30-11D8-3588C5FD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78C8F-055A-B9C9-7C34-F3CB6A92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B6307-A904-2B78-6453-E4B071FB55D0}"/>
              </a:ext>
            </a:extLst>
          </p:cNvPr>
          <p:cNvSpPr txBox="1"/>
          <p:nvPr/>
        </p:nvSpPr>
        <p:spPr>
          <a:xfrm>
            <a:off x="838200" y="2073408"/>
            <a:ext cx="1006288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The goal of machine learning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+mn-cs"/>
              </a:rPr>
              <a:t>generalization, not memorization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Different models might perform differently depending 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Data size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Data noise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Feature dimensionality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(non-)Linearity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 selection = choosing the best model + hyperparameters that yield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best expected performance on unseen data</a:t>
            </a:r>
          </a:p>
        </p:txBody>
      </p:sp>
    </p:spTree>
    <p:extLst>
      <p:ext uri="{BB962C8B-B14F-4D97-AF65-F5344CB8AC3E}">
        <p14:creationId xmlns:p14="http://schemas.microsoft.com/office/powerpoint/2010/main" val="1907835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2297-5DE8-FBB3-6CE2-3A55E2A7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259E95-BE4E-A3D5-351C-9F7E845D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 (classification)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2D2F7-D79D-318E-3484-8E876E1D86BE}"/>
              </a:ext>
            </a:extLst>
          </p:cNvPr>
          <p:cNvSpPr txBox="1"/>
          <p:nvPr/>
        </p:nvSpPr>
        <p:spPr>
          <a:xfrm>
            <a:off x="844439" y="2111606"/>
            <a:ext cx="6165961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Accuracy – only useful for balanced datasets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Precision, Recall, F1-score – useful for imbalanced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ROC-AUC – threshold-independent metric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Confusion matrix – interpretable breakdown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(not a metric on its own)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The ”optimal” model will depend on your choice of the evaluation metric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02C953-A5DD-F289-2207-BD7654EDB0DF}"/>
              </a:ext>
            </a:extLst>
          </p:cNvPr>
          <p:cNvGrpSpPr/>
          <p:nvPr/>
        </p:nvGrpSpPr>
        <p:grpSpPr>
          <a:xfrm>
            <a:off x="7565036" y="4221399"/>
            <a:ext cx="3329088" cy="2422339"/>
            <a:chOff x="6493034" y="3595946"/>
            <a:chExt cx="3838655" cy="279311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158006C-20D0-77C3-AF7E-3D4E0A17DC26}"/>
                </a:ext>
              </a:extLst>
            </p:cNvPr>
            <p:cNvGrpSpPr/>
            <p:nvPr/>
          </p:nvGrpSpPr>
          <p:grpSpPr>
            <a:xfrm>
              <a:off x="8121821" y="4421886"/>
              <a:ext cx="2209868" cy="1967175"/>
              <a:chOff x="7970434" y="4384110"/>
              <a:chExt cx="1824921" cy="1624504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E7E0DB1-CEDB-8E3A-C704-AD091672426D}"/>
                  </a:ext>
                </a:extLst>
              </p:cNvPr>
              <p:cNvSpPr/>
              <p:nvPr/>
            </p:nvSpPr>
            <p:spPr>
              <a:xfrm>
                <a:off x="7970434" y="4384110"/>
                <a:ext cx="901874" cy="8016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274C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TP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534878E-3A89-5701-F919-76236A9653A6}"/>
                  </a:ext>
                </a:extLst>
              </p:cNvPr>
              <p:cNvSpPr/>
              <p:nvPr/>
            </p:nvSpPr>
            <p:spPr>
              <a:xfrm>
                <a:off x="7970434" y="5206949"/>
                <a:ext cx="901874" cy="801665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FP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5E47C3-E53A-D968-83A5-A1E39C77850C}"/>
                  </a:ext>
                </a:extLst>
              </p:cNvPr>
              <p:cNvSpPr/>
              <p:nvPr/>
            </p:nvSpPr>
            <p:spPr>
              <a:xfrm>
                <a:off x="8893479" y="5199889"/>
                <a:ext cx="901874" cy="801665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381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274C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TN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B623BD-E015-30BD-1423-DF64C49E41AC}"/>
                  </a:ext>
                </a:extLst>
              </p:cNvPr>
              <p:cNvSpPr/>
              <p:nvPr/>
            </p:nvSpPr>
            <p:spPr>
              <a:xfrm>
                <a:off x="8893481" y="4384110"/>
                <a:ext cx="901874" cy="8016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FN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4F8125-AE64-CB59-9CBB-3ED1F2E5C2E2}"/>
                </a:ext>
              </a:extLst>
            </p:cNvPr>
            <p:cNvSpPr txBox="1"/>
            <p:nvPr/>
          </p:nvSpPr>
          <p:spPr>
            <a:xfrm>
              <a:off x="8451548" y="3595946"/>
              <a:ext cx="1564089" cy="354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Classified as …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D54EFA-B02B-A36C-BCAC-C4DDA5AF0A56}"/>
                </a:ext>
              </a:extLst>
            </p:cNvPr>
            <p:cNvSpPr txBox="1"/>
            <p:nvPr/>
          </p:nvSpPr>
          <p:spPr>
            <a:xfrm>
              <a:off x="6493034" y="5223373"/>
              <a:ext cx="1189757" cy="354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Really is …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52FBC2-5DEE-A584-3AFE-00330CC75F14}"/>
                </a:ext>
              </a:extLst>
            </p:cNvPr>
            <p:cNvSpPr txBox="1"/>
            <p:nvPr/>
          </p:nvSpPr>
          <p:spPr>
            <a:xfrm>
              <a:off x="7215415" y="4753379"/>
              <a:ext cx="843225" cy="3193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positive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752DC4-1794-7352-EAF9-D9FA77CA3FD6}"/>
                </a:ext>
              </a:extLst>
            </p:cNvPr>
            <p:cNvSpPr txBox="1"/>
            <p:nvPr/>
          </p:nvSpPr>
          <p:spPr>
            <a:xfrm>
              <a:off x="7164119" y="5724144"/>
              <a:ext cx="896827" cy="3193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negative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CE0A53-2271-44EB-C917-D4A3EB958BC8}"/>
                </a:ext>
              </a:extLst>
            </p:cNvPr>
            <p:cNvSpPr txBox="1"/>
            <p:nvPr/>
          </p:nvSpPr>
          <p:spPr>
            <a:xfrm>
              <a:off x="8271368" y="4120139"/>
              <a:ext cx="843225" cy="3193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positive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8D2119-D996-4C38-0F4C-A43AB914D65B}"/>
                </a:ext>
              </a:extLst>
            </p:cNvPr>
            <p:cNvSpPr txBox="1"/>
            <p:nvPr/>
          </p:nvSpPr>
          <p:spPr>
            <a:xfrm>
              <a:off x="9375096" y="4120138"/>
              <a:ext cx="843225" cy="3193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positive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BDA68F-F957-F54A-20D8-8B9BF425CBB0}"/>
              </a:ext>
            </a:extLst>
          </p:cNvPr>
          <p:cNvGrpSpPr/>
          <p:nvPr/>
        </p:nvGrpSpPr>
        <p:grpSpPr>
          <a:xfrm>
            <a:off x="7835938" y="1439633"/>
            <a:ext cx="3626451" cy="2716463"/>
            <a:chOff x="1948836" y="2534783"/>
            <a:chExt cx="4872364" cy="364973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D27C4AE-CDCF-F1D0-21D9-D3C1023C0547}"/>
                </a:ext>
              </a:extLst>
            </p:cNvPr>
            <p:cNvGrpSpPr/>
            <p:nvPr/>
          </p:nvGrpSpPr>
          <p:grpSpPr>
            <a:xfrm>
              <a:off x="2725753" y="2671074"/>
              <a:ext cx="3778089" cy="2808246"/>
              <a:chOff x="7136732" y="2336248"/>
              <a:chExt cx="3778089" cy="2808246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446BBC0B-AF68-8DC2-349C-C6B2A1FD408D}"/>
                  </a:ext>
                </a:extLst>
              </p:cNvPr>
              <p:cNvSpPr/>
              <p:nvPr/>
            </p:nvSpPr>
            <p:spPr>
              <a:xfrm flipH="1">
                <a:off x="7136732" y="2336248"/>
                <a:ext cx="3707114" cy="2805343"/>
              </a:xfrm>
              <a:prstGeom prst="rt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5ED48D35-B2C6-CE4B-93E1-357943E4BB20}"/>
                  </a:ext>
                </a:extLst>
              </p:cNvPr>
              <p:cNvSpPr/>
              <p:nvPr/>
            </p:nvSpPr>
            <p:spPr>
              <a:xfrm>
                <a:off x="7139561" y="2393343"/>
                <a:ext cx="3604663" cy="2751151"/>
              </a:xfrm>
              <a:custGeom>
                <a:avLst/>
                <a:gdLst>
                  <a:gd name="csX0" fmla="*/ 8662 w 3604663"/>
                  <a:gd name="csY0" fmla="*/ 2727297 h 2751151"/>
                  <a:gd name="csX1" fmla="*/ 8662 w 3604663"/>
                  <a:gd name="csY1" fmla="*/ 2441050 h 2751151"/>
                  <a:gd name="csX2" fmla="*/ 16613 w 3604663"/>
                  <a:gd name="csY2" fmla="*/ 2417196 h 2751151"/>
                  <a:gd name="csX3" fmla="*/ 56369 w 3604663"/>
                  <a:gd name="csY3" fmla="*/ 2369488 h 2751151"/>
                  <a:gd name="csX4" fmla="*/ 48418 w 3604663"/>
                  <a:gd name="csY4" fmla="*/ 2115047 h 2751151"/>
                  <a:gd name="csX5" fmla="*/ 56369 w 3604663"/>
                  <a:gd name="csY5" fmla="*/ 2059387 h 2751151"/>
                  <a:gd name="csX6" fmla="*/ 80223 w 3604663"/>
                  <a:gd name="csY6" fmla="*/ 2043485 h 2751151"/>
                  <a:gd name="csX7" fmla="*/ 72272 w 3604663"/>
                  <a:gd name="csY7" fmla="*/ 1987826 h 2751151"/>
                  <a:gd name="csX8" fmla="*/ 72272 w 3604663"/>
                  <a:gd name="csY8" fmla="*/ 1916264 h 2751151"/>
                  <a:gd name="csX9" fmla="*/ 96126 w 3604663"/>
                  <a:gd name="csY9" fmla="*/ 1900361 h 2751151"/>
                  <a:gd name="csX10" fmla="*/ 104077 w 3604663"/>
                  <a:gd name="csY10" fmla="*/ 1773140 h 2751151"/>
                  <a:gd name="csX11" fmla="*/ 112029 w 3604663"/>
                  <a:gd name="csY11" fmla="*/ 1741335 h 2751151"/>
                  <a:gd name="csX12" fmla="*/ 119980 w 3604663"/>
                  <a:gd name="csY12" fmla="*/ 1653871 h 2751151"/>
                  <a:gd name="csX13" fmla="*/ 151785 w 3604663"/>
                  <a:gd name="csY13" fmla="*/ 1606163 h 2751151"/>
                  <a:gd name="csX14" fmla="*/ 175639 w 3604663"/>
                  <a:gd name="csY14" fmla="*/ 1526650 h 2751151"/>
                  <a:gd name="csX15" fmla="*/ 199493 w 3604663"/>
                  <a:gd name="csY15" fmla="*/ 1470991 h 2751151"/>
                  <a:gd name="csX16" fmla="*/ 207444 w 3604663"/>
                  <a:gd name="csY16" fmla="*/ 1447137 h 2751151"/>
                  <a:gd name="csX17" fmla="*/ 223347 w 3604663"/>
                  <a:gd name="csY17" fmla="*/ 1319916 h 2751151"/>
                  <a:gd name="csX18" fmla="*/ 239249 w 3604663"/>
                  <a:gd name="csY18" fmla="*/ 1264257 h 2751151"/>
                  <a:gd name="csX19" fmla="*/ 247201 w 3604663"/>
                  <a:gd name="csY19" fmla="*/ 1121134 h 2751151"/>
                  <a:gd name="csX20" fmla="*/ 271055 w 3604663"/>
                  <a:gd name="csY20" fmla="*/ 1049572 h 2751151"/>
                  <a:gd name="csX21" fmla="*/ 294909 w 3604663"/>
                  <a:gd name="csY21" fmla="*/ 978010 h 2751151"/>
                  <a:gd name="csX22" fmla="*/ 302860 w 3604663"/>
                  <a:gd name="csY22" fmla="*/ 954156 h 2751151"/>
                  <a:gd name="csX23" fmla="*/ 318762 w 3604663"/>
                  <a:gd name="csY23" fmla="*/ 866692 h 2751151"/>
                  <a:gd name="csX24" fmla="*/ 326714 w 3604663"/>
                  <a:gd name="csY24" fmla="*/ 842838 h 2751151"/>
                  <a:gd name="csX25" fmla="*/ 342616 w 3604663"/>
                  <a:gd name="csY25" fmla="*/ 818984 h 2751151"/>
                  <a:gd name="csX26" fmla="*/ 398276 w 3604663"/>
                  <a:gd name="csY26" fmla="*/ 803081 h 2751151"/>
                  <a:gd name="csX27" fmla="*/ 414178 w 3604663"/>
                  <a:gd name="csY27" fmla="*/ 771276 h 2751151"/>
                  <a:gd name="csX28" fmla="*/ 445983 w 3604663"/>
                  <a:gd name="csY28" fmla="*/ 723568 h 2751151"/>
                  <a:gd name="csX29" fmla="*/ 485740 w 3604663"/>
                  <a:gd name="csY29" fmla="*/ 652007 h 2751151"/>
                  <a:gd name="csX30" fmla="*/ 501642 w 3604663"/>
                  <a:gd name="csY30" fmla="*/ 620201 h 2751151"/>
                  <a:gd name="csX31" fmla="*/ 533448 w 3604663"/>
                  <a:gd name="csY31" fmla="*/ 572494 h 2751151"/>
                  <a:gd name="csX32" fmla="*/ 549350 w 3604663"/>
                  <a:gd name="csY32" fmla="*/ 548640 h 2751151"/>
                  <a:gd name="csX33" fmla="*/ 581156 w 3604663"/>
                  <a:gd name="csY33" fmla="*/ 500932 h 2751151"/>
                  <a:gd name="csX34" fmla="*/ 597058 w 3604663"/>
                  <a:gd name="csY34" fmla="*/ 477078 h 2751151"/>
                  <a:gd name="csX35" fmla="*/ 644766 w 3604663"/>
                  <a:gd name="csY35" fmla="*/ 445273 h 2751151"/>
                  <a:gd name="csX36" fmla="*/ 684522 w 3604663"/>
                  <a:gd name="csY36" fmla="*/ 397565 h 2751151"/>
                  <a:gd name="csX37" fmla="*/ 708376 w 3604663"/>
                  <a:gd name="csY37" fmla="*/ 381662 h 2751151"/>
                  <a:gd name="csX38" fmla="*/ 851500 w 3604663"/>
                  <a:gd name="csY38" fmla="*/ 357808 h 2751151"/>
                  <a:gd name="csX39" fmla="*/ 875354 w 3604663"/>
                  <a:gd name="csY39" fmla="*/ 349857 h 2751151"/>
                  <a:gd name="csX40" fmla="*/ 931013 w 3604663"/>
                  <a:gd name="csY40" fmla="*/ 278295 h 2751151"/>
                  <a:gd name="csX41" fmla="*/ 978721 w 3604663"/>
                  <a:gd name="csY41" fmla="*/ 262393 h 2751151"/>
                  <a:gd name="csX42" fmla="*/ 1002575 w 3604663"/>
                  <a:gd name="csY42" fmla="*/ 254441 h 2751151"/>
                  <a:gd name="csX43" fmla="*/ 1050282 w 3604663"/>
                  <a:gd name="csY43" fmla="*/ 262393 h 2751151"/>
                  <a:gd name="csX44" fmla="*/ 1074136 w 3604663"/>
                  <a:gd name="csY44" fmla="*/ 270344 h 2751151"/>
                  <a:gd name="csX45" fmla="*/ 1105942 w 3604663"/>
                  <a:gd name="csY45" fmla="*/ 262393 h 2751151"/>
                  <a:gd name="csX46" fmla="*/ 1153649 w 3604663"/>
                  <a:gd name="csY46" fmla="*/ 214685 h 2751151"/>
                  <a:gd name="csX47" fmla="*/ 1177503 w 3604663"/>
                  <a:gd name="csY47" fmla="*/ 198782 h 2751151"/>
                  <a:gd name="csX48" fmla="*/ 1201357 w 3604663"/>
                  <a:gd name="csY48" fmla="*/ 174928 h 2751151"/>
                  <a:gd name="csX49" fmla="*/ 1257016 w 3604663"/>
                  <a:gd name="csY49" fmla="*/ 143123 h 2751151"/>
                  <a:gd name="csX50" fmla="*/ 1304724 w 3604663"/>
                  <a:gd name="csY50" fmla="*/ 135172 h 2751151"/>
                  <a:gd name="csX51" fmla="*/ 1360383 w 3604663"/>
                  <a:gd name="csY51" fmla="*/ 119269 h 2751151"/>
                  <a:gd name="csX52" fmla="*/ 1431945 w 3604663"/>
                  <a:gd name="csY52" fmla="*/ 111318 h 2751151"/>
                  <a:gd name="csX53" fmla="*/ 1511458 w 3604663"/>
                  <a:gd name="csY53" fmla="*/ 119269 h 2751151"/>
                  <a:gd name="csX54" fmla="*/ 1535312 w 3604663"/>
                  <a:gd name="csY54" fmla="*/ 127220 h 2751151"/>
                  <a:gd name="csX55" fmla="*/ 1614825 w 3604663"/>
                  <a:gd name="csY55" fmla="*/ 119269 h 2751151"/>
                  <a:gd name="csX56" fmla="*/ 1638679 w 3604663"/>
                  <a:gd name="csY56" fmla="*/ 111318 h 2751151"/>
                  <a:gd name="csX57" fmla="*/ 1662533 w 3604663"/>
                  <a:gd name="csY57" fmla="*/ 95415 h 2751151"/>
                  <a:gd name="csX58" fmla="*/ 1710241 w 3604663"/>
                  <a:gd name="csY58" fmla="*/ 87464 h 2751151"/>
                  <a:gd name="csX59" fmla="*/ 1829510 w 3604663"/>
                  <a:gd name="csY59" fmla="*/ 71561 h 2751151"/>
                  <a:gd name="csX60" fmla="*/ 2076001 w 3604663"/>
                  <a:gd name="csY60" fmla="*/ 55659 h 2751151"/>
                  <a:gd name="csX61" fmla="*/ 2099855 w 3604663"/>
                  <a:gd name="csY61" fmla="*/ 39756 h 2751151"/>
                  <a:gd name="csX62" fmla="*/ 2640543 w 3604663"/>
                  <a:gd name="csY62" fmla="*/ 31805 h 2751151"/>
                  <a:gd name="csX63" fmla="*/ 2728008 w 3604663"/>
                  <a:gd name="csY63" fmla="*/ 23854 h 2751151"/>
                  <a:gd name="csX64" fmla="*/ 2783667 w 3604663"/>
                  <a:gd name="csY64" fmla="*/ 31805 h 2751151"/>
                  <a:gd name="csX65" fmla="*/ 2950644 w 3604663"/>
                  <a:gd name="csY65" fmla="*/ 23854 h 2751151"/>
                  <a:gd name="csX66" fmla="*/ 2990401 w 3604663"/>
                  <a:gd name="csY66" fmla="*/ 15902 h 2751151"/>
                  <a:gd name="csX67" fmla="*/ 3014255 w 3604663"/>
                  <a:gd name="csY67" fmla="*/ 7951 h 2751151"/>
                  <a:gd name="csX68" fmla="*/ 3157378 w 3604663"/>
                  <a:gd name="csY68" fmla="*/ 0 h 2751151"/>
                  <a:gd name="csX69" fmla="*/ 3340258 w 3604663"/>
                  <a:gd name="csY69" fmla="*/ 7951 h 2751151"/>
                  <a:gd name="csX70" fmla="*/ 3395917 w 3604663"/>
                  <a:gd name="csY70" fmla="*/ 15902 h 2751151"/>
                  <a:gd name="csX71" fmla="*/ 3594700 w 3604663"/>
                  <a:gd name="csY71" fmla="*/ 23854 h 2751151"/>
                  <a:gd name="csX72" fmla="*/ 3594700 w 3604663"/>
                  <a:gd name="csY72" fmla="*/ 151074 h 2751151"/>
                  <a:gd name="csX73" fmla="*/ 3586749 w 3604663"/>
                  <a:gd name="csY73" fmla="*/ 182880 h 2751151"/>
                  <a:gd name="csX74" fmla="*/ 3554943 w 3604663"/>
                  <a:gd name="csY74" fmla="*/ 230587 h 2751151"/>
                  <a:gd name="csX75" fmla="*/ 3539041 w 3604663"/>
                  <a:gd name="csY75" fmla="*/ 254441 h 2751151"/>
                  <a:gd name="csX76" fmla="*/ 3523138 w 3604663"/>
                  <a:gd name="csY76" fmla="*/ 278295 h 2751151"/>
                  <a:gd name="csX77" fmla="*/ 3507236 w 3604663"/>
                  <a:gd name="csY77" fmla="*/ 326003 h 2751151"/>
                  <a:gd name="csX78" fmla="*/ 3411820 w 3604663"/>
                  <a:gd name="csY78" fmla="*/ 453224 h 2751151"/>
                  <a:gd name="csX79" fmla="*/ 3380015 w 3604663"/>
                  <a:gd name="csY79" fmla="*/ 492980 h 2751151"/>
                  <a:gd name="csX80" fmla="*/ 3364112 w 3604663"/>
                  <a:gd name="csY80" fmla="*/ 516834 h 2751151"/>
                  <a:gd name="csX81" fmla="*/ 3340258 w 3604663"/>
                  <a:gd name="csY81" fmla="*/ 540688 h 2751151"/>
                  <a:gd name="csX82" fmla="*/ 3308453 w 3604663"/>
                  <a:gd name="csY82" fmla="*/ 588396 h 2751151"/>
                  <a:gd name="csX83" fmla="*/ 3260745 w 3604663"/>
                  <a:gd name="csY83" fmla="*/ 652007 h 2751151"/>
                  <a:gd name="csX84" fmla="*/ 3236891 w 3604663"/>
                  <a:gd name="csY84" fmla="*/ 683812 h 2751151"/>
                  <a:gd name="csX85" fmla="*/ 3220989 w 3604663"/>
                  <a:gd name="csY85" fmla="*/ 707666 h 2751151"/>
                  <a:gd name="csX86" fmla="*/ 3157378 w 3604663"/>
                  <a:gd name="csY86" fmla="*/ 771276 h 2751151"/>
                  <a:gd name="csX87" fmla="*/ 3133524 w 3604663"/>
                  <a:gd name="csY87" fmla="*/ 803081 h 2751151"/>
                  <a:gd name="csX88" fmla="*/ 3101719 w 3604663"/>
                  <a:gd name="csY88" fmla="*/ 818984 h 2751151"/>
                  <a:gd name="csX89" fmla="*/ 3069914 w 3604663"/>
                  <a:gd name="csY89" fmla="*/ 842838 h 2751151"/>
                  <a:gd name="csX90" fmla="*/ 3038109 w 3604663"/>
                  <a:gd name="csY90" fmla="*/ 858740 h 2751151"/>
                  <a:gd name="csX91" fmla="*/ 2990401 w 3604663"/>
                  <a:gd name="csY91" fmla="*/ 882594 h 2751151"/>
                  <a:gd name="csX92" fmla="*/ 2950644 w 3604663"/>
                  <a:gd name="csY92" fmla="*/ 914400 h 2751151"/>
                  <a:gd name="csX93" fmla="*/ 2561030 w 3604663"/>
                  <a:gd name="csY93" fmla="*/ 1304014 h 2751151"/>
                  <a:gd name="csX94" fmla="*/ 2489469 w 3604663"/>
                  <a:gd name="csY94" fmla="*/ 1367624 h 2751151"/>
                  <a:gd name="csX95" fmla="*/ 2386102 w 3604663"/>
                  <a:gd name="csY95" fmla="*/ 1455088 h 2751151"/>
                  <a:gd name="csX96" fmla="*/ 2338394 w 3604663"/>
                  <a:gd name="csY96" fmla="*/ 1470991 h 2751151"/>
                  <a:gd name="csX97" fmla="*/ 2179368 w 3604663"/>
                  <a:gd name="csY97" fmla="*/ 1582309 h 2751151"/>
                  <a:gd name="csX98" fmla="*/ 1988536 w 3604663"/>
                  <a:gd name="csY98" fmla="*/ 1725433 h 2751151"/>
                  <a:gd name="csX99" fmla="*/ 1909023 w 3604663"/>
                  <a:gd name="csY99" fmla="*/ 1789043 h 2751151"/>
                  <a:gd name="csX100" fmla="*/ 1813608 w 3604663"/>
                  <a:gd name="csY100" fmla="*/ 1868556 h 2751151"/>
                  <a:gd name="csX101" fmla="*/ 1765900 w 3604663"/>
                  <a:gd name="csY101" fmla="*/ 1900361 h 2751151"/>
                  <a:gd name="csX102" fmla="*/ 1742046 w 3604663"/>
                  <a:gd name="csY102" fmla="*/ 1916264 h 2751151"/>
                  <a:gd name="csX103" fmla="*/ 1678436 w 3604663"/>
                  <a:gd name="csY103" fmla="*/ 1940118 h 2751151"/>
                  <a:gd name="csX104" fmla="*/ 1503507 w 3604663"/>
                  <a:gd name="csY104" fmla="*/ 2059387 h 2751151"/>
                  <a:gd name="csX105" fmla="*/ 1264968 w 3604663"/>
                  <a:gd name="csY105" fmla="*/ 2266121 h 2751151"/>
                  <a:gd name="csX106" fmla="*/ 1201357 w 3604663"/>
                  <a:gd name="csY106" fmla="*/ 2321780 h 2751151"/>
                  <a:gd name="csX107" fmla="*/ 1161601 w 3604663"/>
                  <a:gd name="csY107" fmla="*/ 2353586 h 2751151"/>
                  <a:gd name="csX108" fmla="*/ 1066185 w 3604663"/>
                  <a:gd name="csY108" fmla="*/ 2433099 h 2751151"/>
                  <a:gd name="csX109" fmla="*/ 1034380 w 3604663"/>
                  <a:gd name="csY109" fmla="*/ 2441050 h 2751151"/>
                  <a:gd name="csX110" fmla="*/ 915110 w 3604663"/>
                  <a:gd name="csY110" fmla="*/ 2496709 h 2751151"/>
                  <a:gd name="csX111" fmla="*/ 851500 w 3604663"/>
                  <a:gd name="csY111" fmla="*/ 2528514 h 2751151"/>
                  <a:gd name="csX112" fmla="*/ 811743 w 3604663"/>
                  <a:gd name="csY112" fmla="*/ 2544417 h 2751151"/>
                  <a:gd name="csX113" fmla="*/ 787889 w 3604663"/>
                  <a:gd name="csY113" fmla="*/ 2560320 h 2751151"/>
                  <a:gd name="csX114" fmla="*/ 740182 w 3604663"/>
                  <a:gd name="csY114" fmla="*/ 2576222 h 2751151"/>
                  <a:gd name="csX115" fmla="*/ 716328 w 3604663"/>
                  <a:gd name="csY115" fmla="*/ 2584174 h 2751151"/>
                  <a:gd name="csX116" fmla="*/ 692474 w 3604663"/>
                  <a:gd name="csY116" fmla="*/ 2592125 h 2751151"/>
                  <a:gd name="csX117" fmla="*/ 668620 w 3604663"/>
                  <a:gd name="csY117" fmla="*/ 2600076 h 2751151"/>
                  <a:gd name="csX118" fmla="*/ 517545 w 3604663"/>
                  <a:gd name="csY118" fmla="*/ 2608027 h 2751151"/>
                  <a:gd name="csX119" fmla="*/ 422129 w 3604663"/>
                  <a:gd name="csY119" fmla="*/ 2663687 h 2751151"/>
                  <a:gd name="csX120" fmla="*/ 390324 w 3604663"/>
                  <a:gd name="csY120" fmla="*/ 2679589 h 2751151"/>
                  <a:gd name="csX121" fmla="*/ 342616 w 3604663"/>
                  <a:gd name="csY121" fmla="*/ 2703443 h 2751151"/>
                  <a:gd name="csX122" fmla="*/ 294909 w 3604663"/>
                  <a:gd name="csY122" fmla="*/ 2735248 h 2751151"/>
                  <a:gd name="csX123" fmla="*/ 247201 w 3604663"/>
                  <a:gd name="csY123" fmla="*/ 2751151 h 2751151"/>
                  <a:gd name="csX124" fmla="*/ 104077 w 3604663"/>
                  <a:gd name="csY124" fmla="*/ 2735248 h 2751151"/>
                  <a:gd name="csX125" fmla="*/ 56369 w 3604663"/>
                  <a:gd name="csY125" fmla="*/ 2719346 h 2751151"/>
                  <a:gd name="csX126" fmla="*/ 8662 w 3604663"/>
                  <a:gd name="csY126" fmla="*/ 2727297 h 27511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</a:cxnLst>
                <a:rect l="l" t="t" r="r" b="b"/>
                <a:pathLst>
                  <a:path w="3604663" h="2751151">
                    <a:moveTo>
                      <a:pt x="8662" y="2727297"/>
                    </a:moveTo>
                    <a:cubicBezTo>
                      <a:pt x="711" y="2680914"/>
                      <a:pt x="-6007" y="2558403"/>
                      <a:pt x="8662" y="2441050"/>
                    </a:cubicBezTo>
                    <a:cubicBezTo>
                      <a:pt x="9702" y="2432733"/>
                      <a:pt x="12865" y="2424693"/>
                      <a:pt x="16613" y="2417196"/>
                    </a:cubicBezTo>
                    <a:cubicBezTo>
                      <a:pt x="27682" y="2395058"/>
                      <a:pt x="38786" y="2387072"/>
                      <a:pt x="56369" y="2369488"/>
                    </a:cubicBezTo>
                    <a:cubicBezTo>
                      <a:pt x="53719" y="2284674"/>
                      <a:pt x="48418" y="2199902"/>
                      <a:pt x="48418" y="2115047"/>
                    </a:cubicBezTo>
                    <a:cubicBezTo>
                      <a:pt x="48418" y="2096305"/>
                      <a:pt x="48757" y="2076513"/>
                      <a:pt x="56369" y="2059387"/>
                    </a:cubicBezTo>
                    <a:cubicBezTo>
                      <a:pt x="60250" y="2050654"/>
                      <a:pt x="72272" y="2048786"/>
                      <a:pt x="80223" y="2043485"/>
                    </a:cubicBezTo>
                    <a:cubicBezTo>
                      <a:pt x="77573" y="2024932"/>
                      <a:pt x="75624" y="2006265"/>
                      <a:pt x="72272" y="1987826"/>
                    </a:cubicBezTo>
                    <a:cubicBezTo>
                      <a:pt x="67026" y="1958969"/>
                      <a:pt x="54780" y="1946875"/>
                      <a:pt x="72272" y="1916264"/>
                    </a:cubicBezTo>
                    <a:cubicBezTo>
                      <a:pt x="77013" y="1907967"/>
                      <a:pt x="88175" y="1905662"/>
                      <a:pt x="96126" y="1900361"/>
                    </a:cubicBezTo>
                    <a:cubicBezTo>
                      <a:pt x="98776" y="1857954"/>
                      <a:pt x="99849" y="1815419"/>
                      <a:pt x="104077" y="1773140"/>
                    </a:cubicBezTo>
                    <a:cubicBezTo>
                      <a:pt x="105164" y="1762266"/>
                      <a:pt x="110585" y="1752167"/>
                      <a:pt x="112029" y="1741335"/>
                    </a:cubicBezTo>
                    <a:cubicBezTo>
                      <a:pt x="115898" y="1712317"/>
                      <a:pt x="111720" y="1681956"/>
                      <a:pt x="119980" y="1653871"/>
                    </a:cubicBezTo>
                    <a:cubicBezTo>
                      <a:pt x="125373" y="1635535"/>
                      <a:pt x="151785" y="1606163"/>
                      <a:pt x="151785" y="1606163"/>
                    </a:cubicBezTo>
                    <a:cubicBezTo>
                      <a:pt x="170297" y="1476574"/>
                      <a:pt x="144644" y="1598971"/>
                      <a:pt x="175639" y="1526650"/>
                    </a:cubicBezTo>
                    <a:cubicBezTo>
                      <a:pt x="206446" y="1454767"/>
                      <a:pt x="159567" y="1530878"/>
                      <a:pt x="199493" y="1470991"/>
                    </a:cubicBezTo>
                    <a:cubicBezTo>
                      <a:pt x="202143" y="1463040"/>
                      <a:pt x="205800" y="1455356"/>
                      <a:pt x="207444" y="1447137"/>
                    </a:cubicBezTo>
                    <a:cubicBezTo>
                      <a:pt x="216708" y="1400818"/>
                      <a:pt x="215993" y="1367716"/>
                      <a:pt x="223347" y="1319916"/>
                    </a:cubicBezTo>
                    <a:cubicBezTo>
                      <a:pt x="226199" y="1301375"/>
                      <a:pt x="233312" y="1282069"/>
                      <a:pt x="239249" y="1264257"/>
                    </a:cubicBezTo>
                    <a:cubicBezTo>
                      <a:pt x="241900" y="1216549"/>
                      <a:pt x="241274" y="1168546"/>
                      <a:pt x="247201" y="1121134"/>
                    </a:cubicBezTo>
                    <a:cubicBezTo>
                      <a:pt x="247203" y="1121120"/>
                      <a:pt x="267077" y="1061505"/>
                      <a:pt x="271055" y="1049572"/>
                    </a:cubicBezTo>
                    <a:lnTo>
                      <a:pt x="294909" y="978010"/>
                    </a:lnTo>
                    <a:lnTo>
                      <a:pt x="302860" y="954156"/>
                    </a:lnTo>
                    <a:cubicBezTo>
                      <a:pt x="309294" y="909118"/>
                      <a:pt x="308051" y="904178"/>
                      <a:pt x="318762" y="866692"/>
                    </a:cubicBezTo>
                    <a:cubicBezTo>
                      <a:pt x="321065" y="858633"/>
                      <a:pt x="322966" y="850335"/>
                      <a:pt x="326714" y="842838"/>
                    </a:cubicBezTo>
                    <a:cubicBezTo>
                      <a:pt x="330988" y="834291"/>
                      <a:pt x="335154" y="824954"/>
                      <a:pt x="342616" y="818984"/>
                    </a:cubicBezTo>
                    <a:cubicBezTo>
                      <a:pt x="347799" y="814837"/>
                      <a:pt x="396201" y="803600"/>
                      <a:pt x="398276" y="803081"/>
                    </a:cubicBezTo>
                    <a:cubicBezTo>
                      <a:pt x="403577" y="792479"/>
                      <a:pt x="408080" y="781440"/>
                      <a:pt x="414178" y="771276"/>
                    </a:cubicBezTo>
                    <a:cubicBezTo>
                      <a:pt x="424011" y="754887"/>
                      <a:pt x="439939" y="741700"/>
                      <a:pt x="445983" y="723568"/>
                    </a:cubicBezTo>
                    <a:cubicBezTo>
                      <a:pt x="467978" y="657589"/>
                      <a:pt x="431047" y="761401"/>
                      <a:pt x="485740" y="652007"/>
                    </a:cubicBezTo>
                    <a:cubicBezTo>
                      <a:pt x="491041" y="641405"/>
                      <a:pt x="495544" y="630365"/>
                      <a:pt x="501642" y="620201"/>
                    </a:cubicBezTo>
                    <a:cubicBezTo>
                      <a:pt x="511475" y="603812"/>
                      <a:pt x="522846" y="588396"/>
                      <a:pt x="533448" y="572494"/>
                    </a:cubicBezTo>
                    <a:lnTo>
                      <a:pt x="549350" y="548640"/>
                    </a:lnTo>
                    <a:lnTo>
                      <a:pt x="581156" y="500932"/>
                    </a:lnTo>
                    <a:cubicBezTo>
                      <a:pt x="586457" y="492981"/>
                      <a:pt x="589107" y="482379"/>
                      <a:pt x="597058" y="477078"/>
                    </a:cubicBezTo>
                    <a:lnTo>
                      <a:pt x="644766" y="445273"/>
                    </a:lnTo>
                    <a:cubicBezTo>
                      <a:pt x="660402" y="421820"/>
                      <a:pt x="661566" y="416696"/>
                      <a:pt x="684522" y="397565"/>
                    </a:cubicBezTo>
                    <a:cubicBezTo>
                      <a:pt x="691863" y="391447"/>
                      <a:pt x="699643" y="385543"/>
                      <a:pt x="708376" y="381662"/>
                    </a:cubicBezTo>
                    <a:cubicBezTo>
                      <a:pt x="762363" y="357668"/>
                      <a:pt x="785071" y="363344"/>
                      <a:pt x="851500" y="357808"/>
                    </a:cubicBezTo>
                    <a:cubicBezTo>
                      <a:pt x="859451" y="355158"/>
                      <a:pt x="869427" y="355784"/>
                      <a:pt x="875354" y="349857"/>
                    </a:cubicBezTo>
                    <a:cubicBezTo>
                      <a:pt x="892681" y="332530"/>
                      <a:pt x="905833" y="292284"/>
                      <a:pt x="931013" y="278295"/>
                    </a:cubicBezTo>
                    <a:cubicBezTo>
                      <a:pt x="945666" y="270154"/>
                      <a:pt x="962818" y="267694"/>
                      <a:pt x="978721" y="262393"/>
                    </a:cubicBezTo>
                    <a:lnTo>
                      <a:pt x="1002575" y="254441"/>
                    </a:lnTo>
                    <a:cubicBezTo>
                      <a:pt x="1018477" y="257092"/>
                      <a:pt x="1034544" y="258896"/>
                      <a:pt x="1050282" y="262393"/>
                    </a:cubicBezTo>
                    <a:cubicBezTo>
                      <a:pt x="1058464" y="264211"/>
                      <a:pt x="1065755" y="270344"/>
                      <a:pt x="1074136" y="270344"/>
                    </a:cubicBezTo>
                    <a:cubicBezTo>
                      <a:pt x="1085064" y="270344"/>
                      <a:pt x="1095340" y="265043"/>
                      <a:pt x="1105942" y="262393"/>
                    </a:cubicBezTo>
                    <a:cubicBezTo>
                      <a:pt x="1121844" y="246490"/>
                      <a:pt x="1134937" y="227160"/>
                      <a:pt x="1153649" y="214685"/>
                    </a:cubicBezTo>
                    <a:cubicBezTo>
                      <a:pt x="1161600" y="209384"/>
                      <a:pt x="1170162" y="204900"/>
                      <a:pt x="1177503" y="198782"/>
                    </a:cubicBezTo>
                    <a:cubicBezTo>
                      <a:pt x="1186142" y="191583"/>
                      <a:pt x="1192718" y="182127"/>
                      <a:pt x="1201357" y="174928"/>
                    </a:cubicBezTo>
                    <a:cubicBezTo>
                      <a:pt x="1212335" y="165780"/>
                      <a:pt x="1244868" y="146767"/>
                      <a:pt x="1257016" y="143123"/>
                    </a:cubicBezTo>
                    <a:cubicBezTo>
                      <a:pt x="1272458" y="138490"/>
                      <a:pt x="1288821" y="137822"/>
                      <a:pt x="1304724" y="135172"/>
                    </a:cubicBezTo>
                    <a:cubicBezTo>
                      <a:pt x="1322539" y="129233"/>
                      <a:pt x="1341837" y="122122"/>
                      <a:pt x="1360383" y="119269"/>
                    </a:cubicBezTo>
                    <a:cubicBezTo>
                      <a:pt x="1384105" y="115620"/>
                      <a:pt x="1408091" y="113968"/>
                      <a:pt x="1431945" y="111318"/>
                    </a:cubicBezTo>
                    <a:cubicBezTo>
                      <a:pt x="1458449" y="113968"/>
                      <a:pt x="1485131" y="115219"/>
                      <a:pt x="1511458" y="119269"/>
                    </a:cubicBezTo>
                    <a:cubicBezTo>
                      <a:pt x="1519742" y="120543"/>
                      <a:pt x="1526931" y="127220"/>
                      <a:pt x="1535312" y="127220"/>
                    </a:cubicBezTo>
                    <a:cubicBezTo>
                      <a:pt x="1561949" y="127220"/>
                      <a:pt x="1588321" y="121919"/>
                      <a:pt x="1614825" y="119269"/>
                    </a:cubicBezTo>
                    <a:cubicBezTo>
                      <a:pt x="1622776" y="116619"/>
                      <a:pt x="1631182" y="115066"/>
                      <a:pt x="1638679" y="111318"/>
                    </a:cubicBezTo>
                    <a:cubicBezTo>
                      <a:pt x="1647226" y="107044"/>
                      <a:pt x="1653467" y="98437"/>
                      <a:pt x="1662533" y="95415"/>
                    </a:cubicBezTo>
                    <a:cubicBezTo>
                      <a:pt x="1677828" y="90317"/>
                      <a:pt x="1694432" y="90626"/>
                      <a:pt x="1710241" y="87464"/>
                    </a:cubicBezTo>
                    <a:cubicBezTo>
                      <a:pt x="1798045" y="69904"/>
                      <a:pt x="1657230" y="87224"/>
                      <a:pt x="1829510" y="71561"/>
                    </a:cubicBezTo>
                    <a:cubicBezTo>
                      <a:pt x="1965945" y="44275"/>
                      <a:pt x="1707505" y="93779"/>
                      <a:pt x="2076001" y="55659"/>
                    </a:cubicBezTo>
                    <a:cubicBezTo>
                      <a:pt x="2085507" y="54676"/>
                      <a:pt x="2090307" y="40159"/>
                      <a:pt x="2099855" y="39756"/>
                    </a:cubicBezTo>
                    <a:cubicBezTo>
                      <a:pt x="2279943" y="32147"/>
                      <a:pt x="2460314" y="34455"/>
                      <a:pt x="2640543" y="31805"/>
                    </a:cubicBezTo>
                    <a:cubicBezTo>
                      <a:pt x="2669698" y="29155"/>
                      <a:pt x="2698733" y="23854"/>
                      <a:pt x="2728008" y="23854"/>
                    </a:cubicBezTo>
                    <a:cubicBezTo>
                      <a:pt x="2746749" y="23854"/>
                      <a:pt x="2764926" y="31805"/>
                      <a:pt x="2783667" y="31805"/>
                    </a:cubicBezTo>
                    <a:cubicBezTo>
                      <a:pt x="2839389" y="31805"/>
                      <a:pt x="2894985" y="26504"/>
                      <a:pt x="2950644" y="23854"/>
                    </a:cubicBezTo>
                    <a:cubicBezTo>
                      <a:pt x="2963896" y="21203"/>
                      <a:pt x="2977290" y="19180"/>
                      <a:pt x="2990401" y="15902"/>
                    </a:cubicBezTo>
                    <a:cubicBezTo>
                      <a:pt x="2998532" y="13869"/>
                      <a:pt x="3005911" y="8746"/>
                      <a:pt x="3014255" y="7951"/>
                    </a:cubicBezTo>
                    <a:cubicBezTo>
                      <a:pt x="3061821" y="3421"/>
                      <a:pt x="3109670" y="2650"/>
                      <a:pt x="3157378" y="0"/>
                    </a:cubicBezTo>
                    <a:cubicBezTo>
                      <a:pt x="3218338" y="2650"/>
                      <a:pt x="3279376" y="3892"/>
                      <a:pt x="3340258" y="7951"/>
                    </a:cubicBezTo>
                    <a:cubicBezTo>
                      <a:pt x="3358958" y="9198"/>
                      <a:pt x="3377212" y="14733"/>
                      <a:pt x="3395917" y="15902"/>
                    </a:cubicBezTo>
                    <a:cubicBezTo>
                      <a:pt x="3462102" y="20039"/>
                      <a:pt x="3528439" y="21203"/>
                      <a:pt x="3594700" y="23854"/>
                    </a:cubicBezTo>
                    <a:cubicBezTo>
                      <a:pt x="3609380" y="82577"/>
                      <a:pt x="3606511" y="56580"/>
                      <a:pt x="3594700" y="151074"/>
                    </a:cubicBezTo>
                    <a:cubicBezTo>
                      <a:pt x="3593345" y="161918"/>
                      <a:pt x="3591636" y="173105"/>
                      <a:pt x="3586749" y="182880"/>
                    </a:cubicBezTo>
                    <a:cubicBezTo>
                      <a:pt x="3578202" y="199975"/>
                      <a:pt x="3565545" y="214685"/>
                      <a:pt x="3554943" y="230587"/>
                    </a:cubicBezTo>
                    <a:lnTo>
                      <a:pt x="3539041" y="254441"/>
                    </a:lnTo>
                    <a:lnTo>
                      <a:pt x="3523138" y="278295"/>
                    </a:lnTo>
                    <a:cubicBezTo>
                      <a:pt x="3517837" y="294198"/>
                      <a:pt x="3514172" y="310743"/>
                      <a:pt x="3507236" y="326003"/>
                    </a:cubicBezTo>
                    <a:cubicBezTo>
                      <a:pt x="3487498" y="369429"/>
                      <a:pt x="3435898" y="423590"/>
                      <a:pt x="3411820" y="453224"/>
                    </a:cubicBezTo>
                    <a:cubicBezTo>
                      <a:pt x="3401118" y="466395"/>
                      <a:pt x="3389429" y="478859"/>
                      <a:pt x="3380015" y="492980"/>
                    </a:cubicBezTo>
                    <a:cubicBezTo>
                      <a:pt x="3374714" y="500931"/>
                      <a:pt x="3370230" y="509493"/>
                      <a:pt x="3364112" y="516834"/>
                    </a:cubicBezTo>
                    <a:cubicBezTo>
                      <a:pt x="3356913" y="525473"/>
                      <a:pt x="3347162" y="531812"/>
                      <a:pt x="3340258" y="540688"/>
                    </a:cubicBezTo>
                    <a:cubicBezTo>
                      <a:pt x="3328524" y="555775"/>
                      <a:pt x="3319921" y="573106"/>
                      <a:pt x="3308453" y="588396"/>
                    </a:cubicBezTo>
                    <a:lnTo>
                      <a:pt x="3260745" y="652007"/>
                    </a:lnTo>
                    <a:cubicBezTo>
                      <a:pt x="3252794" y="662609"/>
                      <a:pt x="3244242" y="672785"/>
                      <a:pt x="3236891" y="683812"/>
                    </a:cubicBezTo>
                    <a:cubicBezTo>
                      <a:pt x="3231590" y="691763"/>
                      <a:pt x="3227417" y="700595"/>
                      <a:pt x="3220989" y="707666"/>
                    </a:cubicBezTo>
                    <a:cubicBezTo>
                      <a:pt x="3200818" y="729854"/>
                      <a:pt x="3175370" y="747287"/>
                      <a:pt x="3157378" y="771276"/>
                    </a:cubicBezTo>
                    <a:cubicBezTo>
                      <a:pt x="3149427" y="781878"/>
                      <a:pt x="3143586" y="794457"/>
                      <a:pt x="3133524" y="803081"/>
                    </a:cubicBezTo>
                    <a:cubicBezTo>
                      <a:pt x="3124524" y="810795"/>
                      <a:pt x="3111770" y="812702"/>
                      <a:pt x="3101719" y="818984"/>
                    </a:cubicBezTo>
                    <a:cubicBezTo>
                      <a:pt x="3090481" y="826008"/>
                      <a:pt x="3081152" y="835814"/>
                      <a:pt x="3069914" y="842838"/>
                    </a:cubicBezTo>
                    <a:cubicBezTo>
                      <a:pt x="3059863" y="849120"/>
                      <a:pt x="3048400" y="852859"/>
                      <a:pt x="3038109" y="858740"/>
                    </a:cubicBezTo>
                    <a:cubicBezTo>
                      <a:pt x="2994949" y="883403"/>
                      <a:pt x="3034137" y="868016"/>
                      <a:pt x="2990401" y="882594"/>
                    </a:cubicBezTo>
                    <a:cubicBezTo>
                      <a:pt x="2977149" y="893196"/>
                      <a:pt x="2963003" y="902768"/>
                      <a:pt x="2950644" y="914400"/>
                    </a:cubicBezTo>
                    <a:cubicBezTo>
                      <a:pt x="2702433" y="1148010"/>
                      <a:pt x="2766638" y="1090180"/>
                      <a:pt x="2561030" y="1304014"/>
                    </a:cubicBezTo>
                    <a:cubicBezTo>
                      <a:pt x="2446500" y="1423126"/>
                      <a:pt x="2582515" y="1283038"/>
                      <a:pt x="2489469" y="1367624"/>
                    </a:cubicBezTo>
                    <a:cubicBezTo>
                      <a:pt x="2464644" y="1390192"/>
                      <a:pt x="2423336" y="1442677"/>
                      <a:pt x="2386102" y="1455088"/>
                    </a:cubicBezTo>
                    <a:lnTo>
                      <a:pt x="2338394" y="1470991"/>
                    </a:lnTo>
                    <a:cubicBezTo>
                      <a:pt x="2118315" y="1642163"/>
                      <a:pt x="2430969" y="1402594"/>
                      <a:pt x="2179368" y="1582309"/>
                    </a:cubicBezTo>
                    <a:cubicBezTo>
                      <a:pt x="2114665" y="1628525"/>
                      <a:pt x="2051698" y="1677133"/>
                      <a:pt x="1988536" y="1725433"/>
                    </a:cubicBezTo>
                    <a:cubicBezTo>
                      <a:pt x="1961574" y="1746051"/>
                      <a:pt x="1933024" y="1765042"/>
                      <a:pt x="1909023" y="1789043"/>
                    </a:cubicBezTo>
                    <a:cubicBezTo>
                      <a:pt x="1869170" y="1828896"/>
                      <a:pt x="1870308" y="1830756"/>
                      <a:pt x="1813608" y="1868556"/>
                    </a:cubicBezTo>
                    <a:lnTo>
                      <a:pt x="1765900" y="1900361"/>
                    </a:lnTo>
                    <a:cubicBezTo>
                      <a:pt x="1757949" y="1905662"/>
                      <a:pt x="1751112" y="1913242"/>
                      <a:pt x="1742046" y="1916264"/>
                    </a:cubicBezTo>
                    <a:cubicBezTo>
                      <a:pt x="1723491" y="1922449"/>
                      <a:pt x="1693892" y="1931796"/>
                      <a:pt x="1678436" y="1940118"/>
                    </a:cubicBezTo>
                    <a:cubicBezTo>
                      <a:pt x="1634610" y="1963716"/>
                      <a:pt x="1528571" y="2038880"/>
                      <a:pt x="1503507" y="2059387"/>
                    </a:cubicBezTo>
                    <a:cubicBezTo>
                      <a:pt x="1422072" y="2126016"/>
                      <a:pt x="1344412" y="2197130"/>
                      <a:pt x="1264968" y="2266121"/>
                    </a:cubicBezTo>
                    <a:cubicBezTo>
                      <a:pt x="1243695" y="2284595"/>
                      <a:pt x="1222865" y="2303581"/>
                      <a:pt x="1201357" y="2321780"/>
                    </a:cubicBezTo>
                    <a:cubicBezTo>
                      <a:pt x="1188402" y="2332742"/>
                      <a:pt x="1173601" y="2341586"/>
                      <a:pt x="1161601" y="2353586"/>
                    </a:cubicBezTo>
                    <a:cubicBezTo>
                      <a:pt x="1139567" y="2375620"/>
                      <a:pt x="1091387" y="2426799"/>
                      <a:pt x="1066185" y="2433099"/>
                    </a:cubicBezTo>
                    <a:lnTo>
                      <a:pt x="1034380" y="2441050"/>
                    </a:lnTo>
                    <a:cubicBezTo>
                      <a:pt x="848737" y="2533870"/>
                      <a:pt x="1081092" y="2419251"/>
                      <a:pt x="915110" y="2496709"/>
                    </a:cubicBezTo>
                    <a:cubicBezTo>
                      <a:pt x="893628" y="2506734"/>
                      <a:pt x="873024" y="2518580"/>
                      <a:pt x="851500" y="2528514"/>
                    </a:cubicBezTo>
                    <a:cubicBezTo>
                      <a:pt x="838540" y="2534495"/>
                      <a:pt x="824509" y="2538034"/>
                      <a:pt x="811743" y="2544417"/>
                    </a:cubicBezTo>
                    <a:cubicBezTo>
                      <a:pt x="803196" y="2548691"/>
                      <a:pt x="796622" y="2556439"/>
                      <a:pt x="787889" y="2560320"/>
                    </a:cubicBezTo>
                    <a:cubicBezTo>
                      <a:pt x="772571" y="2567128"/>
                      <a:pt x="756084" y="2570921"/>
                      <a:pt x="740182" y="2576222"/>
                    </a:cubicBezTo>
                    <a:lnTo>
                      <a:pt x="716328" y="2584174"/>
                    </a:lnTo>
                    <a:lnTo>
                      <a:pt x="692474" y="2592125"/>
                    </a:lnTo>
                    <a:cubicBezTo>
                      <a:pt x="684523" y="2594775"/>
                      <a:pt x="676990" y="2599636"/>
                      <a:pt x="668620" y="2600076"/>
                    </a:cubicBezTo>
                    <a:lnTo>
                      <a:pt x="517545" y="2608027"/>
                    </a:lnTo>
                    <a:cubicBezTo>
                      <a:pt x="413975" y="2659812"/>
                      <a:pt x="526304" y="2601182"/>
                      <a:pt x="422129" y="2663687"/>
                    </a:cubicBezTo>
                    <a:cubicBezTo>
                      <a:pt x="411965" y="2669785"/>
                      <a:pt x="400615" y="2673708"/>
                      <a:pt x="390324" y="2679589"/>
                    </a:cubicBezTo>
                    <a:cubicBezTo>
                      <a:pt x="347164" y="2704252"/>
                      <a:pt x="386352" y="2688865"/>
                      <a:pt x="342616" y="2703443"/>
                    </a:cubicBezTo>
                    <a:cubicBezTo>
                      <a:pt x="326714" y="2714045"/>
                      <a:pt x="313040" y="2729204"/>
                      <a:pt x="294909" y="2735248"/>
                    </a:cubicBezTo>
                    <a:lnTo>
                      <a:pt x="247201" y="2751151"/>
                    </a:lnTo>
                    <a:cubicBezTo>
                      <a:pt x="234099" y="2749841"/>
                      <a:pt x="123784" y="2739471"/>
                      <a:pt x="104077" y="2735248"/>
                    </a:cubicBezTo>
                    <a:cubicBezTo>
                      <a:pt x="87686" y="2731736"/>
                      <a:pt x="72272" y="2724647"/>
                      <a:pt x="56369" y="2719346"/>
                    </a:cubicBezTo>
                    <a:cubicBezTo>
                      <a:pt x="29998" y="2710556"/>
                      <a:pt x="16613" y="2773680"/>
                      <a:pt x="8662" y="2727297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4D36EF-0A26-8E45-81E5-6EF2994E2E3E}"/>
                  </a:ext>
                </a:extLst>
              </p:cNvPr>
              <p:cNvSpPr txBox="1"/>
              <p:nvPr/>
            </p:nvSpPr>
            <p:spPr>
              <a:xfrm>
                <a:off x="8392367" y="4689936"/>
                <a:ext cx="2522454" cy="341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274C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Area Under the Curve (AUC)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0E64FB2-9538-88B1-155D-AAE6C6F7674D}"/>
                </a:ext>
              </a:extLst>
            </p:cNvPr>
            <p:cNvGrpSpPr/>
            <p:nvPr/>
          </p:nvGrpSpPr>
          <p:grpSpPr>
            <a:xfrm>
              <a:off x="1948836" y="2534783"/>
              <a:ext cx="4872364" cy="3649739"/>
              <a:chOff x="6297385" y="2123060"/>
              <a:chExt cx="4872364" cy="3649739"/>
            </a:xfrm>
          </p:grpSpPr>
          <p:pic>
            <p:nvPicPr>
              <p:cNvPr id="22" name="Picture 2" descr="How to Use ROC Curves and Precision-Recall Curves for Classification in  Python - MachineLearningMastery.com">
                <a:extLst>
                  <a:ext uri="{FF2B5EF4-FFF2-40B4-BE49-F238E27FC236}">
                    <a16:creationId xmlns:a16="http://schemas.microsoft.com/office/drawing/2014/main" id="{D63DDE2E-C45E-B885-AA31-CD9BBC103A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71" t="10544" r="5705" b="5631"/>
              <a:stretch>
                <a:fillRect/>
              </a:stretch>
            </p:blipFill>
            <p:spPr bwMode="auto">
              <a:xfrm>
                <a:off x="6642405" y="2123060"/>
                <a:ext cx="4527344" cy="3278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2CFD1CE-5AF1-2B08-BA3E-EEE733A3E78E}"/>
                  </a:ext>
                </a:extLst>
              </p:cNvPr>
              <p:cNvSpPr txBox="1"/>
              <p:nvPr/>
            </p:nvSpPr>
            <p:spPr>
              <a:xfrm>
                <a:off x="8202648" y="5421310"/>
                <a:ext cx="1292673" cy="351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274C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1-specificity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E09335-39CB-B95A-D4E6-3F1EC68A6D9F}"/>
                  </a:ext>
                </a:extLst>
              </p:cNvPr>
              <p:cNvSpPr txBox="1"/>
              <p:nvPr/>
            </p:nvSpPr>
            <p:spPr>
              <a:xfrm rot="16200000">
                <a:off x="5919404" y="3380253"/>
                <a:ext cx="1107452" cy="351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274C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sensitivity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9166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07179-9AA2-12F4-49B4-57433DC6E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01DAAB-DE1C-9853-9E06-9B59721B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Train-test splitting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FF625-3125-5ADD-4307-ECF5EF6D91E6}"/>
              </a:ext>
            </a:extLst>
          </p:cNvPr>
          <p:cNvSpPr txBox="1"/>
          <p:nvPr/>
        </p:nvSpPr>
        <p:spPr>
          <a:xfrm>
            <a:off x="6809996" y="2495079"/>
            <a:ext cx="496824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Test set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independent dataset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to measure model performance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 learns on training data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Evaluated on (unseen) test data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  <a:sym typeface="Wingdings" pitchFamily="2" charset="2"/>
              </a:rPr>
              <a:t> Good generalization to new inputs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E51EE91-0AA6-19E7-900B-A0E44DCA16DA}"/>
              </a:ext>
            </a:extLst>
          </p:cNvPr>
          <p:cNvGrpSpPr/>
          <p:nvPr/>
        </p:nvGrpSpPr>
        <p:grpSpPr>
          <a:xfrm>
            <a:off x="838200" y="1834440"/>
            <a:ext cx="5105400" cy="3632798"/>
            <a:chOff x="987552" y="1901924"/>
            <a:chExt cx="3657600" cy="314556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4C32681-FCF6-E68B-2869-BD1C0164CC5A}"/>
                </a:ext>
              </a:extLst>
            </p:cNvPr>
            <p:cNvCxnSpPr/>
            <p:nvPr/>
          </p:nvCxnSpPr>
          <p:spPr>
            <a:xfrm flipV="1">
              <a:off x="987552" y="2121408"/>
              <a:ext cx="0" cy="29260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B8E94C8-CBD7-ADBB-2ACC-0627BEACB7A7}"/>
                </a:ext>
              </a:extLst>
            </p:cNvPr>
            <p:cNvCxnSpPr>
              <a:cxnSpLocks/>
            </p:cNvCxnSpPr>
            <p:nvPr/>
          </p:nvCxnSpPr>
          <p:spPr>
            <a:xfrm>
              <a:off x="987552" y="5047488"/>
              <a:ext cx="3657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63CE820-767D-F471-9EBE-8354F2A377AD}"/>
                </a:ext>
              </a:extLst>
            </p:cNvPr>
            <p:cNvSpPr/>
            <p:nvPr/>
          </p:nvSpPr>
          <p:spPr>
            <a:xfrm>
              <a:off x="1152144" y="2395728"/>
              <a:ext cx="3090672" cy="2359152"/>
            </a:xfrm>
            <a:custGeom>
              <a:avLst/>
              <a:gdLst>
                <a:gd name="csX0" fmla="*/ 0 w 3090672"/>
                <a:gd name="csY0" fmla="*/ 0 h 2359152"/>
                <a:gd name="csX1" fmla="*/ 713232 w 3090672"/>
                <a:gd name="csY1" fmla="*/ 1682496 h 2359152"/>
                <a:gd name="csX2" fmla="*/ 3090672 w 3090672"/>
                <a:gd name="csY2" fmla="*/ 2359152 h 2359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90672" h="2359152">
                  <a:moveTo>
                    <a:pt x="0" y="0"/>
                  </a:moveTo>
                  <a:cubicBezTo>
                    <a:pt x="99060" y="644652"/>
                    <a:pt x="198120" y="1289304"/>
                    <a:pt x="713232" y="1682496"/>
                  </a:cubicBezTo>
                  <a:cubicBezTo>
                    <a:pt x="1228344" y="2075688"/>
                    <a:pt x="2159508" y="2217420"/>
                    <a:pt x="3090672" y="235915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D674467-05A0-ACDB-64FB-B261F4FB8762}"/>
                </a:ext>
              </a:extLst>
            </p:cNvPr>
            <p:cNvSpPr/>
            <p:nvPr/>
          </p:nvSpPr>
          <p:spPr>
            <a:xfrm>
              <a:off x="1207008" y="2340864"/>
              <a:ext cx="3127248" cy="1494331"/>
            </a:xfrm>
            <a:custGeom>
              <a:avLst/>
              <a:gdLst>
                <a:gd name="csX0" fmla="*/ 0 w 3127248"/>
                <a:gd name="csY0" fmla="*/ 0 h 1494331"/>
                <a:gd name="csX1" fmla="*/ 1225296 w 3127248"/>
                <a:gd name="csY1" fmla="*/ 1426464 h 1494331"/>
                <a:gd name="csX2" fmla="*/ 3127248 w 3127248"/>
                <a:gd name="csY2" fmla="*/ 1133856 h 14943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127248" h="1494331">
                  <a:moveTo>
                    <a:pt x="0" y="0"/>
                  </a:moveTo>
                  <a:cubicBezTo>
                    <a:pt x="352044" y="618744"/>
                    <a:pt x="704088" y="1237488"/>
                    <a:pt x="1225296" y="1426464"/>
                  </a:cubicBezTo>
                  <a:cubicBezTo>
                    <a:pt x="1746504" y="1615440"/>
                    <a:pt x="2436876" y="1374648"/>
                    <a:pt x="3127248" y="1133856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6218BDF-A246-3EB6-053B-484DC4BBF7D9}"/>
                </a:ext>
              </a:extLst>
            </p:cNvPr>
            <p:cNvCxnSpPr/>
            <p:nvPr/>
          </p:nvCxnSpPr>
          <p:spPr>
            <a:xfrm>
              <a:off x="2756848" y="2327916"/>
              <a:ext cx="0" cy="2719572"/>
            </a:xfrm>
            <a:prstGeom prst="line">
              <a:avLst/>
            </a:prstGeom>
            <a:ln w="28575"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C29C44-4D78-A66C-BD36-4438923557C5}"/>
                </a:ext>
              </a:extLst>
            </p:cNvPr>
            <p:cNvSpPr txBox="1"/>
            <p:nvPr/>
          </p:nvSpPr>
          <p:spPr>
            <a:xfrm>
              <a:off x="2756848" y="1901924"/>
              <a:ext cx="749000" cy="3464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Best fit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7B5481E-E322-C677-FEE6-E9750298CC6C}"/>
                </a:ext>
              </a:extLst>
            </p:cNvPr>
            <p:cNvSpPr txBox="1"/>
            <p:nvPr/>
          </p:nvSpPr>
          <p:spPr>
            <a:xfrm>
              <a:off x="3147840" y="2300734"/>
              <a:ext cx="1039550" cy="3464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overfitting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D8721F-88D8-B38E-C1F3-AFE69D050287}"/>
                </a:ext>
              </a:extLst>
            </p:cNvPr>
            <p:cNvSpPr txBox="1"/>
            <p:nvPr/>
          </p:nvSpPr>
          <p:spPr>
            <a:xfrm>
              <a:off x="1470848" y="2300734"/>
              <a:ext cx="1194555" cy="346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underfitting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AA345A0-C2DB-BBC0-F81D-9944568A8E08}"/>
              </a:ext>
            </a:extLst>
          </p:cNvPr>
          <p:cNvSpPr txBox="1"/>
          <p:nvPr/>
        </p:nvSpPr>
        <p:spPr>
          <a:xfrm>
            <a:off x="4270193" y="4533182"/>
            <a:ext cx="1833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Training error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5E8DA8-DF14-A8CE-E5A3-17AFD5EFB89A}"/>
              </a:ext>
            </a:extLst>
          </p:cNvPr>
          <p:cNvSpPr txBox="1"/>
          <p:nvPr/>
        </p:nvSpPr>
        <p:spPr>
          <a:xfrm>
            <a:off x="4216985" y="3258041"/>
            <a:ext cx="1369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Test error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B5E3CB-0A2F-5996-90D8-A9C1306374F3}"/>
              </a:ext>
            </a:extLst>
          </p:cNvPr>
          <p:cNvSpPr txBox="1"/>
          <p:nvPr/>
        </p:nvSpPr>
        <p:spPr>
          <a:xfrm>
            <a:off x="1968376" y="5719617"/>
            <a:ext cx="271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 complexity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67C30C-70C0-2B6D-E073-11897AD27F5E}"/>
              </a:ext>
            </a:extLst>
          </p:cNvPr>
          <p:cNvSpPr txBox="1"/>
          <p:nvPr/>
        </p:nvSpPr>
        <p:spPr>
          <a:xfrm rot="16200000">
            <a:off x="59044" y="366239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2118550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6102B-8DE5-A5D1-3303-1696A6E2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FC4C45-9B20-AA41-4B5A-0BE83AF0A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56" y="2590384"/>
            <a:ext cx="10533888" cy="1677231"/>
          </a:xfrm>
        </p:spPr>
        <p:txBody>
          <a:bodyPr/>
          <a:lstStyle/>
          <a:p>
            <a:pPr algn="ctr"/>
            <a:r>
              <a:rPr lang="en-US" dirty="0"/>
              <a:t>How do we compare the performance of different models</a:t>
            </a:r>
            <a:br>
              <a:rPr lang="en-US" dirty="0"/>
            </a:br>
            <a:r>
              <a:rPr lang="en-US" u="sng" dirty="0">
                <a:solidFill>
                  <a:schemeClr val="accent2"/>
                </a:solidFill>
              </a:rPr>
              <a:t>without consuming the test data</a:t>
            </a:r>
            <a:r>
              <a:rPr lang="en-US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134510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E0BC-180E-8EE9-3AAB-7B24C54A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90D08C-F279-E78D-FEA8-75A4DBD9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Train-test splitting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E8EC849-4C0E-63BE-B15D-81B91836E4AB}"/>
              </a:ext>
            </a:extLst>
          </p:cNvPr>
          <p:cNvGrpSpPr/>
          <p:nvPr/>
        </p:nvGrpSpPr>
        <p:grpSpPr>
          <a:xfrm>
            <a:off x="839788" y="2177142"/>
            <a:ext cx="10608000" cy="705596"/>
            <a:chOff x="839788" y="1843314"/>
            <a:chExt cx="10080000" cy="9724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A5F8E33-30C5-1D45-277D-CEF7F9BEE575}"/>
                </a:ext>
              </a:extLst>
            </p:cNvPr>
            <p:cNvSpPr/>
            <p:nvPr/>
          </p:nvSpPr>
          <p:spPr>
            <a:xfrm>
              <a:off x="839788" y="1843314"/>
              <a:ext cx="7200000" cy="97245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train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C24D03-138B-6B8D-425A-B400916B3F4D}"/>
                </a:ext>
              </a:extLst>
            </p:cNvPr>
            <p:cNvSpPr/>
            <p:nvPr/>
          </p:nvSpPr>
          <p:spPr>
            <a:xfrm>
              <a:off x="8039788" y="1843314"/>
              <a:ext cx="1440000" cy="97245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validate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286AE9F-2C04-1CBA-9892-DDEE7B229310}"/>
                </a:ext>
              </a:extLst>
            </p:cNvPr>
            <p:cNvSpPr/>
            <p:nvPr/>
          </p:nvSpPr>
          <p:spPr>
            <a:xfrm>
              <a:off x="9479788" y="1843314"/>
              <a:ext cx="1440000" cy="97245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test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1CFAB5-5671-B8FC-C9E8-6F9D0A7F805C}"/>
              </a:ext>
            </a:extLst>
          </p:cNvPr>
          <p:cNvCxnSpPr>
            <a:cxnSpLocks/>
          </p:cNvCxnSpPr>
          <p:nvPr/>
        </p:nvCxnSpPr>
        <p:spPr>
          <a:xfrm>
            <a:off x="839788" y="2010227"/>
            <a:ext cx="1060800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3970B20-D1D5-D47A-4ACE-742F636EEFDC}"/>
              </a:ext>
            </a:extLst>
          </p:cNvPr>
          <p:cNvSpPr txBox="1"/>
          <p:nvPr/>
        </p:nvSpPr>
        <p:spPr>
          <a:xfrm>
            <a:off x="839788" y="1557175"/>
            <a:ext cx="1124605" cy="3745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samples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5883C6-F5D2-D5E8-DE25-AC0BA4D772EF}"/>
              </a:ext>
            </a:extLst>
          </p:cNvPr>
          <p:cNvSpPr txBox="1"/>
          <p:nvPr/>
        </p:nvSpPr>
        <p:spPr>
          <a:xfrm>
            <a:off x="3045641" y="3798125"/>
            <a:ext cx="3165435" cy="3745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Train a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A3FF01-1C4E-DCE7-BA1D-638EDA50F14D}"/>
              </a:ext>
            </a:extLst>
          </p:cNvPr>
          <p:cNvSpPr txBox="1"/>
          <p:nvPr/>
        </p:nvSpPr>
        <p:spPr>
          <a:xfrm>
            <a:off x="7241911" y="4482664"/>
            <a:ext cx="3730890" cy="3745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Validate the intermediate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7915C7-2060-48CB-9DB9-EED28B6BB433}"/>
              </a:ext>
            </a:extLst>
          </p:cNvPr>
          <p:cNvSpPr txBox="1"/>
          <p:nvPr/>
        </p:nvSpPr>
        <p:spPr>
          <a:xfrm>
            <a:off x="8464717" y="5672972"/>
            <a:ext cx="2935284" cy="3745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8398E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test the final model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1CF20C9B-2F31-0463-85E1-FB7D46CB0347}"/>
              </a:ext>
            </a:extLst>
          </p:cNvPr>
          <p:cNvSpPr/>
          <p:nvPr/>
        </p:nvSpPr>
        <p:spPr>
          <a:xfrm>
            <a:off x="4397829" y="3798125"/>
            <a:ext cx="3817257" cy="788389"/>
          </a:xfrm>
          <a:prstGeom prst="arc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72F01F8-8CA9-F886-5FF1-2B2D080EB351}"/>
              </a:ext>
            </a:extLst>
          </p:cNvPr>
          <p:cNvSpPr/>
          <p:nvPr/>
        </p:nvSpPr>
        <p:spPr>
          <a:xfrm>
            <a:off x="4550229" y="3950525"/>
            <a:ext cx="3817257" cy="788389"/>
          </a:xfrm>
          <a:prstGeom prst="arc">
            <a:avLst>
              <a:gd name="adj1" fmla="val 3121192"/>
              <a:gd name="adj2" fmla="val 10562473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2A3BE162-BDEF-6D29-8755-AD6C210C08F9}"/>
              </a:ext>
            </a:extLst>
          </p:cNvPr>
          <p:cNvSpPr/>
          <p:nvPr/>
        </p:nvSpPr>
        <p:spPr>
          <a:xfrm>
            <a:off x="5804064" y="4631166"/>
            <a:ext cx="4128295" cy="1647369"/>
          </a:xfrm>
          <a:prstGeom prst="arc">
            <a:avLst>
              <a:gd name="adj1" fmla="val 21007182"/>
              <a:gd name="adj2" fmla="val 0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85BF32-8C73-DC1C-20EE-7E58D1B9454D}"/>
              </a:ext>
            </a:extLst>
          </p:cNvPr>
          <p:cNvSpPr txBox="1"/>
          <p:nvPr/>
        </p:nvSpPr>
        <p:spPr>
          <a:xfrm>
            <a:off x="6101097" y="4099146"/>
            <a:ext cx="827396" cy="559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xN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4E57A3-65DA-CA83-8D06-5F185B054D98}"/>
              </a:ext>
            </a:extLst>
          </p:cNvPr>
          <p:cNvSpPr txBox="1"/>
          <p:nvPr/>
        </p:nvSpPr>
        <p:spPr>
          <a:xfrm>
            <a:off x="9133991" y="5175170"/>
            <a:ext cx="827396" cy="559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x1</a:t>
            </a:r>
          </a:p>
        </p:txBody>
      </p:sp>
    </p:spTree>
    <p:extLst>
      <p:ext uri="{BB962C8B-B14F-4D97-AF65-F5344CB8AC3E}">
        <p14:creationId xmlns:p14="http://schemas.microsoft.com/office/powerpoint/2010/main" val="2540090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9CD6-1DC4-EB4E-4EA9-26A9E6A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00A87F-6669-1501-A00E-DDFB1356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Train-test splitting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E71752-0C03-B4CC-D206-E9FB661DBDB2}"/>
              </a:ext>
            </a:extLst>
          </p:cNvPr>
          <p:cNvSpPr txBox="1"/>
          <p:nvPr/>
        </p:nvSpPr>
        <p:spPr>
          <a:xfrm>
            <a:off x="7224077" y="2481805"/>
            <a:ext cx="436511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n-ea"/>
                <a:cs typeface="+mn-cs"/>
              </a:rPr>
              <a:t>Test set can only be used once!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The validation data models the aspect of “unseen data”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 selection involves optimization on the validation error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B0B5382-F51A-DB45-EF37-A331EB5B26F4}"/>
              </a:ext>
            </a:extLst>
          </p:cNvPr>
          <p:cNvGrpSpPr/>
          <p:nvPr/>
        </p:nvGrpSpPr>
        <p:grpSpPr>
          <a:xfrm>
            <a:off x="838200" y="1834440"/>
            <a:ext cx="5105400" cy="3632798"/>
            <a:chOff x="987552" y="1901924"/>
            <a:chExt cx="3657600" cy="314556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581EB8A-9623-FC7E-2905-E0CA128A30BF}"/>
                </a:ext>
              </a:extLst>
            </p:cNvPr>
            <p:cNvCxnSpPr/>
            <p:nvPr/>
          </p:nvCxnSpPr>
          <p:spPr>
            <a:xfrm flipV="1">
              <a:off x="987552" y="2121408"/>
              <a:ext cx="0" cy="29260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6F8A0E0-119A-339D-DD54-55792A8EBC10}"/>
                </a:ext>
              </a:extLst>
            </p:cNvPr>
            <p:cNvCxnSpPr>
              <a:cxnSpLocks/>
            </p:cNvCxnSpPr>
            <p:nvPr/>
          </p:nvCxnSpPr>
          <p:spPr>
            <a:xfrm>
              <a:off x="987552" y="5047488"/>
              <a:ext cx="36576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D1C3B40-8D51-F920-1ABC-E9B2273D0760}"/>
                </a:ext>
              </a:extLst>
            </p:cNvPr>
            <p:cNvSpPr/>
            <p:nvPr/>
          </p:nvSpPr>
          <p:spPr>
            <a:xfrm>
              <a:off x="1152144" y="2395728"/>
              <a:ext cx="3090672" cy="2359152"/>
            </a:xfrm>
            <a:custGeom>
              <a:avLst/>
              <a:gdLst>
                <a:gd name="csX0" fmla="*/ 0 w 3090672"/>
                <a:gd name="csY0" fmla="*/ 0 h 2359152"/>
                <a:gd name="csX1" fmla="*/ 713232 w 3090672"/>
                <a:gd name="csY1" fmla="*/ 1682496 h 2359152"/>
                <a:gd name="csX2" fmla="*/ 3090672 w 3090672"/>
                <a:gd name="csY2" fmla="*/ 2359152 h 2359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090672" h="2359152">
                  <a:moveTo>
                    <a:pt x="0" y="0"/>
                  </a:moveTo>
                  <a:cubicBezTo>
                    <a:pt x="99060" y="644652"/>
                    <a:pt x="198120" y="1289304"/>
                    <a:pt x="713232" y="1682496"/>
                  </a:cubicBezTo>
                  <a:cubicBezTo>
                    <a:pt x="1228344" y="2075688"/>
                    <a:pt x="2159508" y="2217420"/>
                    <a:pt x="3090672" y="235915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85A87E0-46E8-5490-E020-C49DC59E56E0}"/>
                </a:ext>
              </a:extLst>
            </p:cNvPr>
            <p:cNvSpPr/>
            <p:nvPr/>
          </p:nvSpPr>
          <p:spPr>
            <a:xfrm>
              <a:off x="1207008" y="2340864"/>
              <a:ext cx="3127248" cy="1494331"/>
            </a:xfrm>
            <a:custGeom>
              <a:avLst/>
              <a:gdLst>
                <a:gd name="csX0" fmla="*/ 0 w 3127248"/>
                <a:gd name="csY0" fmla="*/ 0 h 1494331"/>
                <a:gd name="csX1" fmla="*/ 1225296 w 3127248"/>
                <a:gd name="csY1" fmla="*/ 1426464 h 1494331"/>
                <a:gd name="csX2" fmla="*/ 3127248 w 3127248"/>
                <a:gd name="csY2" fmla="*/ 1133856 h 14943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127248" h="1494331">
                  <a:moveTo>
                    <a:pt x="0" y="0"/>
                  </a:moveTo>
                  <a:cubicBezTo>
                    <a:pt x="352044" y="618744"/>
                    <a:pt x="704088" y="1237488"/>
                    <a:pt x="1225296" y="1426464"/>
                  </a:cubicBezTo>
                  <a:cubicBezTo>
                    <a:pt x="1746504" y="1615440"/>
                    <a:pt x="2436876" y="1374648"/>
                    <a:pt x="3127248" y="1133856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47DF024-D4F1-0B80-E1E4-2251F71EEA93}"/>
                </a:ext>
              </a:extLst>
            </p:cNvPr>
            <p:cNvCxnSpPr/>
            <p:nvPr/>
          </p:nvCxnSpPr>
          <p:spPr>
            <a:xfrm>
              <a:off x="2756848" y="2327916"/>
              <a:ext cx="0" cy="2719572"/>
            </a:xfrm>
            <a:prstGeom prst="line">
              <a:avLst/>
            </a:prstGeom>
            <a:ln w="28575">
              <a:solidFill>
                <a:schemeClr val="accent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7BCC86-4F78-CE45-DF8A-BF575A5F84B9}"/>
                </a:ext>
              </a:extLst>
            </p:cNvPr>
            <p:cNvSpPr txBox="1"/>
            <p:nvPr/>
          </p:nvSpPr>
          <p:spPr>
            <a:xfrm>
              <a:off x="2756848" y="1901924"/>
              <a:ext cx="749000" cy="3464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Best fit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0C7CF0-516F-56E8-8CDF-E03053213D16}"/>
                </a:ext>
              </a:extLst>
            </p:cNvPr>
            <p:cNvSpPr txBox="1"/>
            <p:nvPr/>
          </p:nvSpPr>
          <p:spPr>
            <a:xfrm>
              <a:off x="3147840" y="2300734"/>
              <a:ext cx="1039550" cy="3464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overfitting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E65092-CFCA-1494-E81A-8EC1A102278A}"/>
                </a:ext>
              </a:extLst>
            </p:cNvPr>
            <p:cNvSpPr txBox="1"/>
            <p:nvPr/>
          </p:nvSpPr>
          <p:spPr>
            <a:xfrm>
              <a:off x="1470848" y="2300734"/>
              <a:ext cx="1194555" cy="346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underfitting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A30B1C7-41A6-F179-E81D-C7E2DE088F6D}"/>
              </a:ext>
            </a:extLst>
          </p:cNvPr>
          <p:cNvSpPr txBox="1"/>
          <p:nvPr/>
        </p:nvSpPr>
        <p:spPr>
          <a:xfrm>
            <a:off x="4270193" y="4533182"/>
            <a:ext cx="1833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1A2A6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Training error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942682-2020-4130-6B77-63A6AF462FA1}"/>
              </a:ext>
            </a:extLst>
          </p:cNvPr>
          <p:cNvSpPr txBox="1"/>
          <p:nvPr/>
        </p:nvSpPr>
        <p:spPr>
          <a:xfrm>
            <a:off x="4216985" y="3258041"/>
            <a:ext cx="1369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82E4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Test error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9A62A6-ECA3-77DA-ECE8-29B774FCB5AE}"/>
              </a:ext>
            </a:extLst>
          </p:cNvPr>
          <p:cNvSpPr txBox="1"/>
          <p:nvPr/>
        </p:nvSpPr>
        <p:spPr>
          <a:xfrm>
            <a:off x="1968376" y="5719617"/>
            <a:ext cx="271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 complexity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172449-850A-87C0-4BD4-A390CF5CE325}"/>
              </a:ext>
            </a:extLst>
          </p:cNvPr>
          <p:cNvSpPr txBox="1"/>
          <p:nvPr/>
        </p:nvSpPr>
        <p:spPr>
          <a:xfrm rot="16200000">
            <a:off x="59044" y="3662397"/>
            <a:ext cx="928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Error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561F341-48A2-3926-EB36-C3B28D75C703}"/>
              </a:ext>
            </a:extLst>
          </p:cNvPr>
          <p:cNvSpPr/>
          <p:nvPr/>
        </p:nvSpPr>
        <p:spPr>
          <a:xfrm>
            <a:off x="1110343" y="2367643"/>
            <a:ext cx="4343400" cy="1901302"/>
          </a:xfrm>
          <a:custGeom>
            <a:avLst/>
            <a:gdLst>
              <a:gd name="csX0" fmla="*/ 0 w 4343400"/>
              <a:gd name="csY0" fmla="*/ 0 h 1901302"/>
              <a:gd name="csX1" fmla="*/ 604157 w 4343400"/>
              <a:gd name="csY1" fmla="*/ 1126671 h 1901302"/>
              <a:gd name="csX2" fmla="*/ 1338943 w 4343400"/>
              <a:gd name="csY2" fmla="*/ 1698171 h 1901302"/>
              <a:gd name="csX3" fmla="*/ 2122714 w 4343400"/>
              <a:gd name="csY3" fmla="*/ 1894114 h 1901302"/>
              <a:gd name="csX4" fmla="*/ 3314700 w 4343400"/>
              <a:gd name="csY4" fmla="*/ 1845128 h 1901302"/>
              <a:gd name="csX5" fmla="*/ 4343400 w 4343400"/>
              <a:gd name="csY5" fmla="*/ 1714500 h 1901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343400" h="1901302">
                <a:moveTo>
                  <a:pt x="0" y="0"/>
                </a:moveTo>
                <a:cubicBezTo>
                  <a:pt x="190500" y="421821"/>
                  <a:pt x="381000" y="843643"/>
                  <a:pt x="604157" y="1126671"/>
                </a:cubicBezTo>
                <a:cubicBezTo>
                  <a:pt x="827314" y="1409700"/>
                  <a:pt x="1085850" y="1570264"/>
                  <a:pt x="1338943" y="1698171"/>
                </a:cubicBezTo>
                <a:cubicBezTo>
                  <a:pt x="1592036" y="1826078"/>
                  <a:pt x="1793421" y="1869621"/>
                  <a:pt x="2122714" y="1894114"/>
                </a:cubicBezTo>
                <a:cubicBezTo>
                  <a:pt x="2452007" y="1918607"/>
                  <a:pt x="2944586" y="1875064"/>
                  <a:pt x="3314700" y="1845128"/>
                </a:cubicBezTo>
                <a:cubicBezTo>
                  <a:pt x="3684814" y="1815192"/>
                  <a:pt x="4014107" y="1764846"/>
                  <a:pt x="4343400" y="1714500"/>
                </a:cubicBezTo>
              </a:path>
            </a:pathLst>
          </a:cu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AB8173-3C13-36C6-69C0-FAA38449CE9A}"/>
              </a:ext>
            </a:extLst>
          </p:cNvPr>
          <p:cNvSpPr txBox="1"/>
          <p:nvPr/>
        </p:nvSpPr>
        <p:spPr>
          <a:xfrm>
            <a:off x="4945201" y="4205043"/>
            <a:ext cx="2069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Validation error</a:t>
            </a:r>
          </a:p>
        </p:txBody>
      </p:sp>
    </p:spTree>
    <p:extLst>
      <p:ext uri="{BB962C8B-B14F-4D97-AF65-F5344CB8AC3E}">
        <p14:creationId xmlns:p14="http://schemas.microsoft.com/office/powerpoint/2010/main" val="1958273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90806-1221-DF77-C3AD-510C0AB2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3A8E916-7AF7-267D-C78E-DB5045D49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376" y="1806461"/>
            <a:ext cx="7278428" cy="43420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C50335-ABCE-04FC-67AC-794F95833131}"/>
              </a:ext>
            </a:extLst>
          </p:cNvPr>
          <p:cNvSpPr/>
          <p:nvPr/>
        </p:nvSpPr>
        <p:spPr>
          <a:xfrm>
            <a:off x="7678688" y="3589446"/>
            <a:ext cx="1630018" cy="596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ACBCFE-8BA2-A888-C7A7-9A5E68F2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B034E1-3B32-6D25-63B3-F14B82238C2F}"/>
              </a:ext>
            </a:extLst>
          </p:cNvPr>
          <p:cNvSpPr txBox="1"/>
          <p:nvPr/>
        </p:nvSpPr>
        <p:spPr>
          <a:xfrm>
            <a:off x="7606010" y="3541171"/>
            <a:ext cx="15888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Training accuracy</a:t>
            </a:r>
          </a:p>
          <a:p>
            <a:r>
              <a:rPr lang="en-US" sz="1000" dirty="0"/>
              <a:t>Validation accuracy</a:t>
            </a:r>
          </a:p>
          <a:p>
            <a:r>
              <a:rPr lang="en-US" sz="1000" dirty="0"/>
              <a:t>Perfect accuracy</a:t>
            </a:r>
          </a:p>
          <a:p>
            <a:r>
              <a:rPr lang="en-US" sz="1000" dirty="0"/>
              <a:t>Best validation accuracy</a:t>
            </a:r>
          </a:p>
        </p:txBody>
      </p:sp>
    </p:spTree>
    <p:extLst>
      <p:ext uri="{BB962C8B-B14F-4D97-AF65-F5344CB8AC3E}">
        <p14:creationId xmlns:p14="http://schemas.microsoft.com/office/powerpoint/2010/main" val="1536999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32ED-3F7E-71F1-21D0-142AA449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0FA81F-AD19-523E-D626-6B31E61AD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</a:t>
            </a:r>
          </a:p>
        </p:txBody>
      </p:sp>
      <p:pic>
        <p:nvPicPr>
          <p:cNvPr id="74754" name="Picture 2">
            <a:extLst>
              <a:ext uri="{FF2B5EF4-FFF2-40B4-BE49-F238E27FC236}">
                <a16:creationId xmlns:a16="http://schemas.microsoft.com/office/drawing/2014/main" id="{00FAEB37-03D7-80E2-2467-ABFD7C971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867400" y="2752890"/>
            <a:ext cx="6068786" cy="297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3C17CC-6B9C-DF90-633C-F08A2E92D854}"/>
              </a:ext>
            </a:extLst>
          </p:cNvPr>
          <p:cNvSpPr txBox="1"/>
          <p:nvPr/>
        </p:nvSpPr>
        <p:spPr>
          <a:xfrm>
            <a:off x="838200" y="1444323"/>
            <a:ext cx="7454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Optimization on the validation error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(similar to loss optimization during training, but now across hyperparameters)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2A9710-2A78-3049-D875-242FC2EF22DC}"/>
              </a:ext>
            </a:extLst>
          </p:cNvPr>
          <p:cNvSpPr txBox="1"/>
          <p:nvPr/>
        </p:nvSpPr>
        <p:spPr>
          <a:xfrm>
            <a:off x="979715" y="2705243"/>
            <a:ext cx="457199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Grid Search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Systematic but expensive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Best for low-dimensional hyperparameter spaces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Random search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Surprisingly effective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Much more efficient for large spaces</a:t>
            </a:r>
          </a:p>
        </p:txBody>
      </p:sp>
    </p:spTree>
    <p:extLst>
      <p:ext uri="{BB962C8B-B14F-4D97-AF65-F5344CB8AC3E}">
        <p14:creationId xmlns:p14="http://schemas.microsoft.com/office/powerpoint/2010/main" val="3754178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E4D8-6DC0-3E0C-9EC1-E9B04374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6CA4A1-AD6B-D1B0-3B12-7568194A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Cross-validation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F1DDD79-6942-AAA9-0C31-BD6EB4EB37B8}"/>
              </a:ext>
            </a:extLst>
          </p:cNvPr>
          <p:cNvGrpSpPr/>
          <p:nvPr/>
        </p:nvGrpSpPr>
        <p:grpSpPr>
          <a:xfrm>
            <a:off x="673328" y="1923299"/>
            <a:ext cx="6086700" cy="3481183"/>
            <a:chOff x="836614" y="1557175"/>
            <a:chExt cx="7006274" cy="402294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AB228C2-C3D3-CD96-7338-31EEDEAA2093}"/>
                </a:ext>
              </a:extLst>
            </p:cNvPr>
            <p:cNvGrpSpPr/>
            <p:nvPr/>
          </p:nvGrpSpPr>
          <p:grpSpPr>
            <a:xfrm>
              <a:off x="839788" y="2177142"/>
              <a:ext cx="7003100" cy="547355"/>
              <a:chOff x="839788" y="1843314"/>
              <a:chExt cx="10080000" cy="97245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885B3D-3D6F-8B90-F7EC-4C7E1050C011}"/>
                  </a:ext>
                </a:extLst>
              </p:cNvPr>
              <p:cNvSpPr/>
              <p:nvPr/>
            </p:nvSpPr>
            <p:spPr>
              <a:xfrm>
                <a:off x="839788" y="1843314"/>
                <a:ext cx="7200000" cy="97245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train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DB3D9E-6115-E9FB-771B-090379800250}"/>
                  </a:ext>
                </a:extLst>
              </p:cNvPr>
              <p:cNvSpPr/>
              <p:nvPr/>
            </p:nvSpPr>
            <p:spPr>
              <a:xfrm>
                <a:off x="8039788" y="1843314"/>
                <a:ext cx="1440000" cy="97245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validate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E2D0E6B-B1B9-CE66-741F-9CA66C644F87}"/>
                  </a:ext>
                </a:extLst>
              </p:cNvPr>
              <p:cNvSpPr/>
              <p:nvPr/>
            </p:nvSpPr>
            <p:spPr>
              <a:xfrm>
                <a:off x="9479788" y="1843314"/>
                <a:ext cx="1440000" cy="97245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test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5C1D432-8228-87D6-3FB0-657F7D88DB0E}"/>
                </a:ext>
              </a:extLst>
            </p:cNvPr>
            <p:cNvCxnSpPr>
              <a:cxnSpLocks/>
            </p:cNvCxnSpPr>
            <p:nvPr/>
          </p:nvCxnSpPr>
          <p:spPr>
            <a:xfrm>
              <a:off x="839788" y="2010227"/>
              <a:ext cx="70031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318F7A-4FEC-0C0D-EA65-86CAA22D4D73}"/>
                </a:ext>
              </a:extLst>
            </p:cNvPr>
            <p:cNvSpPr txBox="1"/>
            <p:nvPr/>
          </p:nvSpPr>
          <p:spPr>
            <a:xfrm>
              <a:off x="839788" y="1557175"/>
              <a:ext cx="1217612" cy="3425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samples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2779445-2B81-A891-7CE0-8CFFD528CA67}"/>
                </a:ext>
              </a:extLst>
            </p:cNvPr>
            <p:cNvGrpSpPr/>
            <p:nvPr/>
          </p:nvGrpSpPr>
          <p:grpSpPr>
            <a:xfrm>
              <a:off x="836614" y="3254454"/>
              <a:ext cx="6005058" cy="2325669"/>
              <a:chOff x="836613" y="3254453"/>
              <a:chExt cx="9095746" cy="2998021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35E1282-E196-B417-A215-7ABCC036BC2E}"/>
                  </a:ext>
                </a:extLst>
              </p:cNvPr>
              <p:cNvSpPr/>
              <p:nvPr/>
            </p:nvSpPr>
            <p:spPr>
              <a:xfrm>
                <a:off x="2355216" y="3254453"/>
                <a:ext cx="7577143" cy="705596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B26483F-104B-5168-8D00-7E33CB4C951C}"/>
                  </a:ext>
                </a:extLst>
              </p:cNvPr>
              <p:cNvSpPr/>
              <p:nvPr/>
            </p:nvSpPr>
            <p:spPr>
              <a:xfrm>
                <a:off x="838200" y="3254453"/>
                <a:ext cx="1515429" cy="705596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02DE1AA-6087-7D1F-D16A-CD3AAED3006B}"/>
                  </a:ext>
                </a:extLst>
              </p:cNvPr>
              <p:cNvSpPr/>
              <p:nvPr/>
            </p:nvSpPr>
            <p:spPr>
              <a:xfrm>
                <a:off x="838200" y="4070502"/>
                <a:ext cx="1515429" cy="70559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4F9BFAB-CBC8-701A-9ECD-355EE89F11C5}"/>
                  </a:ext>
                </a:extLst>
              </p:cNvPr>
              <p:cNvSpPr/>
              <p:nvPr/>
            </p:nvSpPr>
            <p:spPr>
              <a:xfrm>
                <a:off x="3870645" y="4070502"/>
                <a:ext cx="6061713" cy="705596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45C2F29-60E2-6DEA-3A92-4B3C2A27EE9F}"/>
                  </a:ext>
                </a:extLst>
              </p:cNvPr>
              <p:cNvSpPr/>
              <p:nvPr/>
            </p:nvSpPr>
            <p:spPr>
              <a:xfrm>
                <a:off x="2353629" y="4070502"/>
                <a:ext cx="1515429" cy="705596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63A09B1-4B14-86C2-2EEE-F51584479C81}"/>
                  </a:ext>
                </a:extLst>
              </p:cNvPr>
              <p:cNvSpPr/>
              <p:nvPr/>
            </p:nvSpPr>
            <p:spPr>
              <a:xfrm>
                <a:off x="836613" y="4902884"/>
                <a:ext cx="3032445" cy="705596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CD6986D-4AF9-0C29-51BF-190C7C1B1F22}"/>
                  </a:ext>
                </a:extLst>
              </p:cNvPr>
              <p:cNvSpPr/>
              <p:nvPr/>
            </p:nvSpPr>
            <p:spPr>
              <a:xfrm>
                <a:off x="5386073" y="4902884"/>
                <a:ext cx="4544698" cy="705596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F528E7-C867-77F7-261B-C276111B7343}"/>
                  </a:ext>
                </a:extLst>
              </p:cNvPr>
              <p:cNvSpPr/>
              <p:nvPr/>
            </p:nvSpPr>
            <p:spPr>
              <a:xfrm>
                <a:off x="3870644" y="4902884"/>
                <a:ext cx="1515429" cy="705596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C78EB6-9473-8036-6686-959CB1AE7C18}"/>
                  </a:ext>
                </a:extLst>
              </p:cNvPr>
              <p:cNvSpPr txBox="1"/>
              <p:nvPr/>
            </p:nvSpPr>
            <p:spPr>
              <a:xfrm>
                <a:off x="5103801" y="5381323"/>
                <a:ext cx="847402" cy="8711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4274C"/>
                    </a:solidFill>
                    <a:effectLst/>
                    <a:uLnTx/>
                    <a:uFillTx/>
                    <a:latin typeface="Trebuchet MS"/>
                    <a:ea typeface="+mn-ea"/>
                    <a:cs typeface="+mn-cs"/>
                  </a:rPr>
                  <a:t>…</a:t>
                </a: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9B4324F-5A77-C685-F016-033EB750B3F8}"/>
              </a:ext>
            </a:extLst>
          </p:cNvPr>
          <p:cNvSpPr txBox="1"/>
          <p:nvPr/>
        </p:nvSpPr>
        <p:spPr>
          <a:xfrm>
            <a:off x="7170243" y="2351557"/>
            <a:ext cx="47901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With extensive optimization, the model might overfit on the validation set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Cross-validation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Iterative optimization on separate train/validation splits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Reduces variance in the performance estimation </a:t>
            </a:r>
          </a:p>
        </p:txBody>
      </p:sp>
    </p:spTree>
    <p:extLst>
      <p:ext uri="{BB962C8B-B14F-4D97-AF65-F5344CB8AC3E}">
        <p14:creationId xmlns:p14="http://schemas.microsoft.com/office/powerpoint/2010/main" val="835273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615CE-801C-2316-965E-C8CEB438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3580-D1D3-4113-77CF-76832BA8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Pipeline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2365BF-8F74-B836-723C-9409BB714860}"/>
              </a:ext>
            </a:extLst>
          </p:cNvPr>
          <p:cNvSpPr/>
          <p:nvPr/>
        </p:nvSpPr>
        <p:spPr>
          <a:xfrm>
            <a:off x="1413093" y="3330487"/>
            <a:ext cx="1575229" cy="7130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Dataset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89EF83-F3D0-F663-BBE6-B9D0E9510CBE}"/>
              </a:ext>
            </a:extLst>
          </p:cNvPr>
          <p:cNvSpPr/>
          <p:nvPr/>
        </p:nvSpPr>
        <p:spPr>
          <a:xfrm>
            <a:off x="5319128" y="3330486"/>
            <a:ext cx="1575230" cy="7130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Model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DDEE74-F43E-734F-E483-D06D10D38924}"/>
              </a:ext>
            </a:extLst>
          </p:cNvPr>
          <p:cNvSpPr/>
          <p:nvPr/>
        </p:nvSpPr>
        <p:spPr>
          <a:xfrm>
            <a:off x="9225164" y="3330485"/>
            <a:ext cx="1575229" cy="7130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Predictions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9115C52-3D76-AEBF-3D0D-0E18F39A99B7}"/>
              </a:ext>
            </a:extLst>
          </p:cNvPr>
          <p:cNvSpPr/>
          <p:nvPr/>
        </p:nvSpPr>
        <p:spPr>
          <a:xfrm>
            <a:off x="3366111" y="2186246"/>
            <a:ext cx="1575230" cy="7130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Learning algorithm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4523EBF6-225C-2A24-4FD9-F80B5C826181}"/>
              </a:ext>
            </a:extLst>
          </p:cNvPr>
          <p:cNvCxnSpPr>
            <a:cxnSpLocks/>
            <a:stCxn id="6" idx="0"/>
            <a:endCxn id="9" idx="3"/>
          </p:cNvCxnSpPr>
          <p:nvPr/>
        </p:nvCxnSpPr>
        <p:spPr>
          <a:xfrm rot="16200000" flipV="1">
            <a:off x="5130187" y="2353930"/>
            <a:ext cx="787710" cy="116540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A9F438A6-BB4D-20D8-BEDD-37BAC7B2A488}"/>
              </a:ext>
            </a:extLst>
          </p:cNvPr>
          <p:cNvCxnSpPr>
            <a:cxnSpLocks/>
            <a:stCxn id="9" idx="1"/>
            <a:endCxn id="5" idx="0"/>
          </p:cNvCxnSpPr>
          <p:nvPr/>
        </p:nvCxnSpPr>
        <p:spPr>
          <a:xfrm rot="10800000" flipV="1">
            <a:off x="2200709" y="2542775"/>
            <a:ext cx="1165403" cy="78771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050B0AF4-089A-9379-2193-CC6D4B5BC5A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988322" y="3687016"/>
            <a:ext cx="2330806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33BDE417-7B9C-6DF0-8F70-C2D25A23CD2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6894358" y="3687015"/>
            <a:ext cx="2330806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E37A3A-3BBA-ECCF-7DC3-4F3CA42B89C0}"/>
              </a:ext>
            </a:extLst>
          </p:cNvPr>
          <p:cNvSpPr/>
          <p:nvPr/>
        </p:nvSpPr>
        <p:spPr>
          <a:xfrm>
            <a:off x="4215983" y="4295821"/>
            <a:ext cx="3760033" cy="113480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74C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38DD42-C464-5E1C-3F0C-2F6BA37202EA}"/>
              </a:ext>
            </a:extLst>
          </p:cNvPr>
          <p:cNvCxnSpPr>
            <a:cxnSpLocks/>
          </p:cNvCxnSpPr>
          <p:nvPr/>
        </p:nvCxnSpPr>
        <p:spPr>
          <a:xfrm flipH="1">
            <a:off x="4347148" y="3924558"/>
            <a:ext cx="971980" cy="390164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8225A7-4E29-EB7F-29B2-6C0A4CFD93C5}"/>
              </a:ext>
            </a:extLst>
          </p:cNvPr>
          <p:cNvCxnSpPr>
            <a:cxnSpLocks/>
          </p:cNvCxnSpPr>
          <p:nvPr/>
        </p:nvCxnSpPr>
        <p:spPr>
          <a:xfrm>
            <a:off x="6894358" y="3924558"/>
            <a:ext cx="971980" cy="390164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37B4A40-6956-F816-1DA0-D6B905FE93E7}"/>
              </a:ext>
            </a:extLst>
          </p:cNvPr>
          <p:cNvSpPr/>
          <p:nvPr/>
        </p:nvSpPr>
        <p:spPr>
          <a:xfrm>
            <a:off x="4347148" y="4469371"/>
            <a:ext cx="1436522" cy="78770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Pre-processing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191DC96-064E-B03C-17ED-68362DB452D8}"/>
              </a:ext>
            </a:extLst>
          </p:cNvPr>
          <p:cNvSpPr/>
          <p:nvPr/>
        </p:nvSpPr>
        <p:spPr>
          <a:xfrm>
            <a:off x="6365242" y="4466196"/>
            <a:ext cx="1436522" cy="78770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ML model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F39EDA12-8DA8-A74C-70FE-4A6B916C5C01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 flipV="1">
            <a:off x="5783670" y="4860047"/>
            <a:ext cx="581572" cy="317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3D2DA7D-1894-6A1E-9095-69C49D290574}"/>
              </a:ext>
            </a:extLst>
          </p:cNvPr>
          <p:cNvGrpSpPr/>
          <p:nvPr/>
        </p:nvGrpSpPr>
        <p:grpSpPr>
          <a:xfrm>
            <a:off x="7071913" y="4979452"/>
            <a:ext cx="4774594" cy="1644868"/>
            <a:chOff x="3921454" y="4848001"/>
            <a:chExt cx="4774594" cy="1644868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578B7E51-C65B-F1B5-A0ED-B6168F1A02B2}"/>
                </a:ext>
              </a:extLst>
            </p:cNvPr>
            <p:cNvSpPr/>
            <p:nvPr/>
          </p:nvSpPr>
          <p:spPr>
            <a:xfrm>
              <a:off x="3921454" y="4848001"/>
              <a:ext cx="4774594" cy="164486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ED631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TUNABL</a:t>
              </a:r>
              <a:r>
                <a:rPr lang="en-US" b="1" dirty="0">
                  <a:solidFill>
                    <a:srgbClr val="ED631C"/>
                  </a:solidFill>
                  <a:latin typeface="Trebuchet MS"/>
                </a:rPr>
                <a:t>E PARAMETERS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631C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62C20C-C3BA-DDA8-1B0A-A14FC10BAE9B}"/>
                </a:ext>
              </a:extLst>
            </p:cNvPr>
            <p:cNvSpPr txBox="1"/>
            <p:nvPr/>
          </p:nvSpPr>
          <p:spPr>
            <a:xfrm>
              <a:off x="3921454" y="5235361"/>
              <a:ext cx="244378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Scaling/imputation strategy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Dimensionality reduction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4FD4DD-29CE-A608-4FED-02147B551FED}"/>
                </a:ext>
              </a:extLst>
            </p:cNvPr>
            <p:cNvSpPr txBox="1"/>
            <p:nvPr/>
          </p:nvSpPr>
          <p:spPr>
            <a:xfrm>
              <a:off x="6365242" y="5235360"/>
              <a:ext cx="233080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Model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dirty="0">
                  <a:solidFill>
                    <a:srgbClr val="14274C"/>
                  </a:solidFill>
                  <a:latin typeface="Trebuchet MS"/>
                </a:rPr>
                <a:t>Regularization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Hyperparameters</a:t>
              </a:r>
              <a:endParaRPr lang="en-US" b="1" dirty="0">
                <a:solidFill>
                  <a:srgbClr val="14274C"/>
                </a:solidFill>
              </a:endParaRPr>
            </a:p>
          </p:txBody>
        </p:sp>
        <p:pic>
          <p:nvPicPr>
            <p:cNvPr id="34" name="Graphic 33" descr="Single gear with solid fill">
              <a:extLst>
                <a:ext uri="{FF2B5EF4-FFF2-40B4-BE49-F238E27FC236}">
                  <a16:creationId xmlns:a16="http://schemas.microsoft.com/office/drawing/2014/main" id="{6D66A8A7-7CB3-3F99-4D72-835B5D33AB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29933" y="4887944"/>
              <a:ext cx="277433" cy="277433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F758FC9-CB3F-E4ED-98AF-E0E1C61AA51C}"/>
              </a:ext>
            </a:extLst>
          </p:cNvPr>
          <p:cNvGrpSpPr/>
          <p:nvPr/>
        </p:nvGrpSpPr>
        <p:grpSpPr>
          <a:xfrm>
            <a:off x="8422632" y="843212"/>
            <a:ext cx="2789319" cy="1644868"/>
            <a:chOff x="3921454" y="4848001"/>
            <a:chExt cx="2789319" cy="1644868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04A47A6-317D-8F6B-A258-DEC87DDB2500}"/>
                </a:ext>
              </a:extLst>
            </p:cNvPr>
            <p:cNvSpPr/>
            <p:nvPr/>
          </p:nvSpPr>
          <p:spPr>
            <a:xfrm>
              <a:off x="3921454" y="4848001"/>
              <a:ext cx="2789319" cy="164486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MODEL SELECTION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42B3D28-1920-FEFF-D34D-30B40F79026F}"/>
                </a:ext>
              </a:extLst>
            </p:cNvPr>
            <p:cNvSpPr txBox="1"/>
            <p:nvPr/>
          </p:nvSpPr>
          <p:spPr>
            <a:xfrm>
              <a:off x="3921454" y="5235361"/>
              <a:ext cx="24437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4274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Cross-validation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dirty="0" err="1">
                  <a:solidFill>
                    <a:srgbClr val="14274C"/>
                  </a:solidFill>
                  <a:latin typeface="Trebuchet MS"/>
                </a:rPr>
                <a:t>GridSearch</a:t>
              </a:r>
              <a:r>
                <a:rPr lang="en-US" dirty="0">
                  <a:solidFill>
                    <a:srgbClr val="14274C"/>
                  </a:solidFill>
                  <a:latin typeface="Trebuchet MS"/>
                </a:rPr>
                <a:t>/</a:t>
              </a:r>
              <a:br>
                <a:rPr lang="en-US" dirty="0">
                  <a:solidFill>
                    <a:srgbClr val="14274C"/>
                  </a:solidFill>
                  <a:latin typeface="Trebuchet MS"/>
                </a:rPr>
              </a:br>
              <a:r>
                <a:rPr lang="en-US" dirty="0" err="1">
                  <a:solidFill>
                    <a:srgbClr val="14274C"/>
                  </a:solidFill>
                  <a:latin typeface="Trebuchet MS"/>
                </a:rPr>
                <a:t>RandomSearch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4274C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989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 - Title slides">
  <a:themeElements>
    <a:clrScheme name="VIB-2025">
      <a:dk1>
        <a:srgbClr val="00205F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3D68CB49-697F-8B47-959A-B1421505CE5D}"/>
    </a:ext>
  </a:extLst>
</a:theme>
</file>

<file path=ppt/theme/theme2.xml><?xml version="1.0" encoding="utf-8"?>
<a:theme xmlns:a="http://schemas.openxmlformats.org/drawingml/2006/main" name="2 - Chapter title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8F6F45BA-434E-BA4E-B772-044DD295E49D}"/>
    </a:ext>
  </a:extLst>
</a:theme>
</file>

<file path=ppt/theme/theme3.xml><?xml version="1.0" encoding="utf-8"?>
<a:theme xmlns:a="http://schemas.openxmlformats.org/drawingml/2006/main" name="3 - Light body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D27D2D89-3CE4-A843-B9EC-B5BF6521A71E}"/>
    </a:ext>
  </a:extLst>
</a:theme>
</file>

<file path=ppt/theme/theme4.xml><?xml version="1.0" encoding="utf-8"?>
<a:theme xmlns:a="http://schemas.openxmlformats.org/drawingml/2006/main" name="4 - Dark body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5517F60A-EB2A-754B-97EA-FE9DABEEE89A}"/>
    </a:ext>
  </a:extLst>
</a:theme>
</file>

<file path=ppt/theme/theme5.xml><?xml version="1.0" encoding="utf-8"?>
<a:theme xmlns:a="http://schemas.openxmlformats.org/drawingml/2006/main" name="5 - Colourful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A266F3AC-70D4-794F-B3E7-EF1786B6AAEF}"/>
    </a:ext>
  </a:extLst>
</a:theme>
</file>

<file path=ppt/theme/theme6.xml><?xml version="1.0" encoding="utf-8"?>
<a:theme xmlns:a="http://schemas.openxmlformats.org/drawingml/2006/main" name="6 - End slides">
  <a:themeElements>
    <a:clrScheme name="Color_VIB">
      <a:dk1>
        <a:srgbClr val="002060"/>
      </a:dk1>
      <a:lt1>
        <a:srgbClr val="FFFFFF"/>
      </a:lt1>
      <a:dk2>
        <a:srgbClr val="123F93"/>
      </a:dk2>
      <a:lt2>
        <a:srgbClr val="FFFFFF"/>
      </a:lt2>
      <a:accent1>
        <a:srgbClr val="EE641C"/>
      </a:accent1>
      <a:accent2>
        <a:srgbClr val="00A3A6"/>
      </a:accent2>
      <a:accent3>
        <a:srgbClr val="68398E"/>
      </a:accent3>
      <a:accent4>
        <a:srgbClr val="E82E4F"/>
      </a:accent4>
      <a:accent5>
        <a:srgbClr val="FBB70C"/>
      </a:accent5>
      <a:accent6>
        <a:srgbClr val="00A143"/>
      </a:accent6>
      <a:hlink>
        <a:srgbClr val="EE641C"/>
      </a:hlink>
      <a:folHlink>
        <a:srgbClr val="00A3A6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389878AE-F41A-8443-B4C4-150FA2D17A7C}"/>
    </a:ext>
  </a:extLst>
</a:theme>
</file>

<file path=ppt/theme/theme7.xml><?xml version="1.0" encoding="utf-8"?>
<a:theme xmlns:a="http://schemas.openxmlformats.org/drawingml/2006/main" name="8 - Resourc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6750BBB3-B8E4-FA49-A3B8-9540FDE85C43}"/>
    </a:ext>
  </a:extLst>
</a:theme>
</file>

<file path=ppt/theme/theme8.xml><?xml version="1.0" encoding="utf-8"?>
<a:theme xmlns:a="http://schemas.openxmlformats.org/drawingml/2006/main" name="1_2 - Chapter title slides">
  <a:themeElements>
    <a:clrScheme name="Custom 1">
      <a:dk1>
        <a:srgbClr val="14274C"/>
      </a:dk1>
      <a:lt1>
        <a:srgbClr val="FFFFFF"/>
      </a:lt1>
      <a:dk2>
        <a:srgbClr val="123F93"/>
      </a:dk2>
      <a:lt2>
        <a:srgbClr val="FFFFFF"/>
      </a:lt2>
      <a:accent1>
        <a:srgbClr val="01A2A6"/>
      </a:accent1>
      <a:accent2>
        <a:srgbClr val="ED631C"/>
      </a:accent2>
      <a:accent3>
        <a:srgbClr val="68398E"/>
      </a:accent3>
      <a:accent4>
        <a:srgbClr val="E82E4F"/>
      </a:accent4>
      <a:accent5>
        <a:srgbClr val="00A042"/>
      </a:accent5>
      <a:accent6>
        <a:srgbClr val="FBB60C"/>
      </a:accent6>
      <a:hlink>
        <a:srgbClr val="01A2A6"/>
      </a:hlink>
      <a:folHlink>
        <a:srgbClr val="ED631C"/>
      </a:folHlink>
    </a:clrScheme>
    <a:fontScheme name="Typo_VIB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B TCP Template 2025 + graphics" id="{AA2B34A6-0F85-B84F-ACC3-BA280C3213FB}" vid="{8F6F45BA-434E-BA4E-B772-044DD295E49D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909bdf-adb9-4f3a-bbc9-bbcd31ddd6aa" xsi:nil="true"/>
    <lcf76f155ced4ddcb4097134ff3c332f xmlns="4f1e66cd-5088-4f6e-aae8-bee95240a7f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11F386D030F4B8CF7456444C35157" ma:contentTypeVersion="14" ma:contentTypeDescription="Create a new document." ma:contentTypeScope="" ma:versionID="c9daff749ba6224a5c6dc27404156dd1">
  <xsd:schema xmlns:xsd="http://www.w3.org/2001/XMLSchema" xmlns:xs="http://www.w3.org/2001/XMLSchema" xmlns:p="http://schemas.microsoft.com/office/2006/metadata/properties" xmlns:ns2="4f1e66cd-5088-4f6e-aae8-bee95240a7ff" xmlns:ns3="06909bdf-adb9-4f3a-bbc9-bbcd31ddd6aa" targetNamespace="http://schemas.microsoft.com/office/2006/metadata/properties" ma:root="true" ma:fieldsID="12faaec27776cdd80a2a2207652cd290" ns2:_="" ns3:_="">
    <xsd:import namespace="4f1e66cd-5088-4f6e-aae8-bee95240a7ff"/>
    <xsd:import namespace="06909bdf-adb9-4f3a-bbc9-bbcd31ddd6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1e66cd-5088-4f6e-aae8-bee95240a7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a1615c-be2e-4e97-bc03-250c1a7dc1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909bdf-adb9-4f3a-bbc9-bbcd31ddd6a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a30995e-d88d-4ca4-8739-b124993aca48}" ma:internalName="TaxCatchAll" ma:showField="CatchAllData" ma:web="06909bdf-adb9-4f3a-bbc9-bbcd31ddd6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ED3BBA-80BA-4FEB-B95D-8FDEE8AE801F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4f1e66cd-5088-4f6e-aae8-bee95240a7ff"/>
    <ds:schemaRef ds:uri="http://purl.org/dc/elements/1.1/"/>
    <ds:schemaRef ds:uri="http://schemas.openxmlformats.org/package/2006/metadata/core-properties"/>
    <ds:schemaRef ds:uri="06909bdf-adb9-4f3a-bbc9-bbcd31ddd6aa"/>
  </ds:schemaRefs>
</ds:datastoreItem>
</file>

<file path=customXml/itemProps2.xml><?xml version="1.0" encoding="utf-8"?>
<ds:datastoreItem xmlns:ds="http://schemas.openxmlformats.org/officeDocument/2006/customXml" ds:itemID="{89053B1D-5265-4FE1-99E2-844AC6646F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0C8EC5-BEA5-4279-A1E6-1928F07D97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1e66cd-5088-4f6e-aae8-bee95240a7ff"/>
    <ds:schemaRef ds:uri="06909bdf-adb9-4f3a-bbc9-bbcd31ddd6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1 - Title slides</Template>
  <TotalTime>30</TotalTime>
  <Words>401</Words>
  <Application>Microsoft Macintosh PowerPoint</Application>
  <PresentationFormat>Widescreen</PresentationFormat>
  <Paragraphs>123</Paragraphs>
  <Slides>13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Aptos</vt:lpstr>
      <vt:lpstr>Arial</vt:lpstr>
      <vt:lpstr>Trebuchet MS</vt:lpstr>
      <vt:lpstr>Wingdings</vt:lpstr>
      <vt:lpstr>1 - Title slides</vt:lpstr>
      <vt:lpstr>2 - Chapter title slides</vt:lpstr>
      <vt:lpstr>3 - Light body slides</vt:lpstr>
      <vt:lpstr>4 - Dark body slides</vt:lpstr>
      <vt:lpstr>5 - Colourful slides</vt:lpstr>
      <vt:lpstr>6 - End slides</vt:lpstr>
      <vt:lpstr>8 - Resources</vt:lpstr>
      <vt:lpstr>1_2 - Chapter title slides</vt:lpstr>
      <vt:lpstr>PowerPoint Presentation</vt:lpstr>
      <vt:lpstr>Section contents</vt:lpstr>
      <vt:lpstr>Classifiers</vt:lpstr>
      <vt:lpstr>Model selection</vt:lpstr>
      <vt:lpstr>Evaluation metrics (classification)</vt:lpstr>
      <vt:lpstr>Train-test splitting</vt:lpstr>
      <vt:lpstr>How do we compare the performance of different models without consuming the test data? </vt:lpstr>
      <vt:lpstr>Train-test splitting</vt:lpstr>
      <vt:lpstr>Train-test splitting</vt:lpstr>
      <vt:lpstr>Hyperparameter tuning</vt:lpstr>
      <vt:lpstr>Hyperparameter tuning</vt:lpstr>
      <vt:lpstr>Cross-validation</vt:lpstr>
      <vt:lpstr>Machine Learning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Jolan Heyse</dc:creator>
  <cp:lastModifiedBy>Jolan Heyse</cp:lastModifiedBy>
  <cp:revision>1</cp:revision>
  <dcterms:created xsi:type="dcterms:W3CDTF">2026-02-27T09:23:12Z</dcterms:created>
  <dcterms:modified xsi:type="dcterms:W3CDTF">2026-03-31T11:37:40Z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0x010100EC511F386D030F4B8CF7456444C35157</vt:lpwstr>
  </property>
  <property fmtid="{D5CDD505-2E9C-101B-9397-08002B2CF9AE}" pid="3" name="MediaServiceImageTags">
    <vt:lpwstr/>
  </property>
</Properties>
</file>